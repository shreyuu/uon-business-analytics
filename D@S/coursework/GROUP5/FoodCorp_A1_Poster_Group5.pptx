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3" r:id="rId4"/>
  </p:sldMasterIdLst>
  <p:notesMasterIdLst>
    <p:notesMasterId r:id="rId6"/>
  </p:notesMasterIdLst>
  <p:sldIdLst>
    <p:sldId id="257" r:id="rId5"/>
  </p:sldIdLst>
  <p:sldSz cx="30275213" cy="21383625"/>
  <p:notesSz cx="9144000" cy="6858000"/>
  <p:defaultTextStyle>
    <a:defPPr>
      <a:defRPr lang="en-US"/>
    </a:defPPr>
    <a:lvl1pPr marL="0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1pPr>
    <a:lvl2pPr marL="914964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2pPr>
    <a:lvl3pPr marL="1829928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3pPr>
    <a:lvl4pPr marL="2744894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4pPr>
    <a:lvl5pPr marL="3659858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5pPr>
    <a:lvl6pPr marL="4574822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6pPr>
    <a:lvl7pPr marL="5489786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7pPr>
    <a:lvl8pPr marL="6404751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8pPr>
    <a:lvl9pPr marL="7319715" algn="l" defTabSz="1829928" rtl="0" eaLnBrk="1" latinLnBrk="0" hangingPunct="1">
      <a:defRPr sz="360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736" userDrawn="1">
          <p15:clr>
            <a:srgbClr val="A4A3A4"/>
          </p15:clr>
        </p15:guide>
        <p15:guide id="2" pos="953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5F7F7C"/>
    <a:srgbClr val="09133A"/>
    <a:srgbClr val="DD7029"/>
    <a:srgbClr val="13275A"/>
    <a:srgbClr val="005084"/>
    <a:srgbClr val="007B99"/>
    <a:srgbClr val="00A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28"/>
    <p:restoredTop sz="95753"/>
  </p:normalViewPr>
  <p:slideViewPr>
    <p:cSldViewPr snapToGrid="0" snapToObjects="1" showGuides="1">
      <p:cViewPr>
        <p:scale>
          <a:sx n="58" d="100"/>
          <a:sy n="58" d="100"/>
        </p:scale>
        <p:origin x="-2912" y="-1480"/>
      </p:cViewPr>
      <p:guideLst>
        <p:guide orient="horz" pos="6736"/>
        <p:guide pos="95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6CB87C-3395-8543-A068-1BDD6E74F8D3}" type="datetimeFigureOut">
              <a:rPr lang="en-US" smtClean="0"/>
              <a:t>1/7/26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933700" y="857250"/>
            <a:ext cx="32766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E4AB04-2A67-9644-BB26-7980AA11C2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2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1pPr>
    <a:lvl2pPr marL="914964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2pPr>
    <a:lvl3pPr marL="1829928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3pPr>
    <a:lvl4pPr marL="2744894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4pPr>
    <a:lvl5pPr marL="3659858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5pPr>
    <a:lvl6pPr marL="4574822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6pPr>
    <a:lvl7pPr marL="5489786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7pPr>
    <a:lvl8pPr marL="6404751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8pPr>
    <a:lvl9pPr marL="7319715" algn="l" defTabSz="1829928" rtl="0" eaLnBrk="1" latinLnBrk="0" hangingPunct="1">
      <a:defRPr sz="24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933700" y="857250"/>
            <a:ext cx="3276600" cy="23145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E4AB04-2A67-9644-BB26-7980AA11C2D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143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38A21A-4EFE-1184-FA93-8A3D83F454A1}"/>
              </a:ext>
            </a:extLst>
          </p:cNvPr>
          <p:cNvSpPr/>
          <p:nvPr userDrawn="1"/>
        </p:nvSpPr>
        <p:spPr>
          <a:xfrm>
            <a:off x="1189438" y="19512000"/>
            <a:ext cx="28013593" cy="9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538" rtlCol="0" anchor="ctr"/>
          <a:lstStyle/>
          <a:p>
            <a:pPr algn="ctr"/>
            <a:endParaRPr lang="en-US" sz="509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0956" y="4680000"/>
            <a:ext cx="26354358" cy="3665922"/>
          </a:xfrm>
        </p:spPr>
        <p:txBody>
          <a:bodyPr lIns="0" tIns="0" rIns="0" bIns="0" anchor="t" anchorCtr="0">
            <a:noAutofit/>
          </a:bodyPr>
          <a:lstStyle>
            <a:lvl1pPr algn="l">
              <a:defRPr sz="14000" b="1" i="0" baseline="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1120143"/>
            <a:ext cx="6055149" cy="2216517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50892-2CA0-F532-1E3B-85663E0EFF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50958" y="8803038"/>
            <a:ext cx="26354357" cy="10544883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45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09FBF8-FD3B-463F-6BE3-2A4B207C47A3}"/>
              </a:ext>
            </a:extLst>
          </p:cNvPr>
          <p:cNvCxnSpPr>
            <a:cxnSpLocks/>
          </p:cNvCxnSpPr>
          <p:nvPr userDrawn="1"/>
        </p:nvCxnSpPr>
        <p:spPr>
          <a:xfrm>
            <a:off x="-9517197" y="4470388"/>
            <a:ext cx="8064700" cy="0"/>
          </a:xfrm>
          <a:prstGeom prst="straightConnector1">
            <a:avLst/>
          </a:prstGeom>
          <a:noFill/>
          <a:ln w="381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5B79D1-430E-AB87-E1B9-2D74F7A0A168}"/>
              </a:ext>
            </a:extLst>
          </p:cNvPr>
          <p:cNvSpPr txBox="1"/>
          <p:nvPr userDrawn="1"/>
        </p:nvSpPr>
        <p:spPr>
          <a:xfrm>
            <a:off x="-11683146" y="3626559"/>
            <a:ext cx="10883956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exclusion zone above this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221863B-1454-6E15-4D6E-1A5B0E7DCE73}"/>
              </a:ext>
            </a:extLst>
          </p:cNvPr>
          <p:cNvSpPr txBox="1"/>
          <p:nvPr userDrawn="1"/>
        </p:nvSpPr>
        <p:spPr>
          <a:xfrm>
            <a:off x="-11683147" y="840108"/>
            <a:ext cx="9725431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width is 16.82cm for this type of 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F619D5-CE33-349D-9019-A7331F3FCE0E}"/>
              </a:ext>
            </a:extLst>
          </p:cNvPr>
          <p:cNvSpPr txBox="1"/>
          <p:nvPr userDrawn="1"/>
        </p:nvSpPr>
        <p:spPr>
          <a:xfrm>
            <a:off x="-11683148" y="531013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Header title should be in Arial Bold. Min size 120pt Max size 140pt - Should only appear in Nottingham Blue or White If style includes a background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EA3E20-7F3D-49BF-F86C-249997C40532}"/>
              </a:ext>
            </a:extLst>
          </p:cNvPr>
          <p:cNvSpPr txBox="1"/>
          <p:nvPr userDrawn="1"/>
        </p:nvSpPr>
        <p:spPr>
          <a:xfrm>
            <a:off x="-11683148" y="948157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copy should be in Arial regular. Min size 43pt, max 53pt - Should only appear in Nottingham Blue.</a:t>
            </a:r>
          </a:p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Limit copy to ensure sizing is retained.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6483D39-71D0-FA8A-6F3B-051DA71AB20D}"/>
              </a:ext>
            </a:extLst>
          </p:cNvPr>
          <p:cNvSpPr txBox="1"/>
          <p:nvPr userDrawn="1"/>
        </p:nvSpPr>
        <p:spPr>
          <a:xfrm>
            <a:off x="-11683147" y="19493458"/>
            <a:ext cx="10283277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URL should be in Arial Bold</a:t>
            </a:r>
            <a:b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 54pt - Should only appear in White copy over the Nottingham Blue box.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5D9DF89-320F-B2E1-437B-74CFA53445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0956" y="19558997"/>
            <a:ext cx="25400808" cy="904892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5400" b="1" baseline="0">
                <a:solidFill>
                  <a:schemeClr val="bg1"/>
                </a:solidFill>
                <a:latin typeface="+mj-lt"/>
              </a:defRPr>
            </a:lvl1pPr>
            <a:lvl2pPr algn="l">
              <a:defRPr sz="7354">
                <a:solidFill>
                  <a:schemeClr val="bg1"/>
                </a:solidFill>
                <a:latin typeface="+mj-lt"/>
              </a:defRPr>
            </a:lvl2pPr>
            <a:lvl3pPr algn="l">
              <a:defRPr sz="7354">
                <a:solidFill>
                  <a:schemeClr val="bg1"/>
                </a:solidFill>
                <a:latin typeface="+mj-lt"/>
              </a:defRPr>
            </a:lvl3pPr>
            <a:lvl4pPr algn="l">
              <a:defRPr sz="7354">
                <a:solidFill>
                  <a:schemeClr val="bg1"/>
                </a:solidFill>
                <a:latin typeface="+mj-lt"/>
              </a:defRPr>
            </a:lvl4pPr>
            <a:lvl5pPr algn="l">
              <a:defRPr sz="735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nottingham.ac.uk/</a:t>
            </a:r>
          </a:p>
        </p:txBody>
      </p:sp>
    </p:spTree>
    <p:extLst>
      <p:ext uri="{BB962C8B-B14F-4D97-AF65-F5344CB8AC3E}">
        <p14:creationId xmlns:p14="http://schemas.microsoft.com/office/powerpoint/2010/main" val="466698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38A21A-4EFE-1184-FA93-8A3D83F454A1}"/>
              </a:ext>
            </a:extLst>
          </p:cNvPr>
          <p:cNvSpPr/>
          <p:nvPr userDrawn="1"/>
        </p:nvSpPr>
        <p:spPr>
          <a:xfrm>
            <a:off x="1189438" y="19512000"/>
            <a:ext cx="28013593" cy="9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538" rtlCol="0" anchor="ctr"/>
          <a:lstStyle/>
          <a:p>
            <a:pPr algn="ctr"/>
            <a:endParaRPr lang="en-US" sz="509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0956" y="4680000"/>
            <a:ext cx="26354358" cy="3665922"/>
          </a:xfrm>
        </p:spPr>
        <p:txBody>
          <a:bodyPr lIns="0" tIns="0" rIns="0" bIns="0" anchor="t" anchorCtr="0">
            <a:noAutofit/>
          </a:bodyPr>
          <a:lstStyle>
            <a:lvl1pPr algn="l">
              <a:defRPr sz="14000" b="1" i="0" baseline="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DA90-8FB1-A4B3-1B1C-F52FB4F652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50882" y="8648701"/>
            <a:ext cx="26409751" cy="10537825"/>
          </a:xfrm>
        </p:spPr>
        <p:txBody>
          <a:bodyPr>
            <a:normAutofit/>
          </a:bodyPr>
          <a:lstStyle>
            <a:lvl1pPr>
              <a:defRPr sz="4500" baseline="0"/>
            </a:lvl1pPr>
            <a:lvl2pPr>
              <a:defRPr sz="4500" baseline="0"/>
            </a:lvl2pPr>
            <a:lvl3pPr>
              <a:defRPr sz="4500" baseline="0"/>
            </a:lvl3pPr>
            <a:lvl4pPr>
              <a:defRPr sz="4500" baseline="0"/>
            </a:lvl4pPr>
            <a:lvl5pPr>
              <a:defRPr sz="4500" baseline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AD2D0420-7885-1C06-970F-A8698A5455D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0956" y="19558997"/>
            <a:ext cx="25400808" cy="904892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5400" b="1" baseline="0">
                <a:solidFill>
                  <a:schemeClr val="bg1"/>
                </a:solidFill>
                <a:latin typeface="+mj-lt"/>
              </a:defRPr>
            </a:lvl1pPr>
            <a:lvl2pPr algn="l">
              <a:defRPr sz="7354">
                <a:solidFill>
                  <a:schemeClr val="bg1"/>
                </a:solidFill>
                <a:latin typeface="+mj-lt"/>
              </a:defRPr>
            </a:lvl2pPr>
            <a:lvl3pPr algn="l">
              <a:defRPr sz="7354">
                <a:solidFill>
                  <a:schemeClr val="bg1"/>
                </a:solidFill>
                <a:latin typeface="+mj-lt"/>
              </a:defRPr>
            </a:lvl3pPr>
            <a:lvl4pPr algn="l">
              <a:defRPr sz="7354">
                <a:solidFill>
                  <a:schemeClr val="bg1"/>
                </a:solidFill>
                <a:latin typeface="+mj-lt"/>
              </a:defRPr>
            </a:lvl4pPr>
            <a:lvl5pPr algn="l">
              <a:defRPr sz="735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nottingham.ac.uk/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E08ED77-ECDF-6962-AC0B-25801859E35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1120143"/>
            <a:ext cx="6055149" cy="22165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C3D7FE5-FDFC-521E-96B8-17C2CE20074A}"/>
              </a:ext>
            </a:extLst>
          </p:cNvPr>
          <p:cNvCxnSpPr>
            <a:cxnSpLocks/>
          </p:cNvCxnSpPr>
          <p:nvPr userDrawn="1"/>
        </p:nvCxnSpPr>
        <p:spPr>
          <a:xfrm>
            <a:off x="-9517197" y="4470388"/>
            <a:ext cx="8064700" cy="0"/>
          </a:xfrm>
          <a:prstGeom prst="straightConnector1">
            <a:avLst/>
          </a:prstGeom>
          <a:noFill/>
          <a:ln w="381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E4E2F0C-7D71-10B4-74CE-2130386328DB}"/>
              </a:ext>
            </a:extLst>
          </p:cNvPr>
          <p:cNvSpPr txBox="1"/>
          <p:nvPr userDrawn="1"/>
        </p:nvSpPr>
        <p:spPr>
          <a:xfrm>
            <a:off x="-11683146" y="3626559"/>
            <a:ext cx="10883956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exclusion zone above this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DC2245E-344A-F348-BC3D-9A3803E1DAB5}"/>
              </a:ext>
            </a:extLst>
          </p:cNvPr>
          <p:cNvSpPr txBox="1"/>
          <p:nvPr userDrawn="1"/>
        </p:nvSpPr>
        <p:spPr>
          <a:xfrm>
            <a:off x="-11683147" y="840108"/>
            <a:ext cx="9725431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width is 16.82cm for this type of 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3E610F-D40A-E977-F0D5-8CD5785A936A}"/>
              </a:ext>
            </a:extLst>
          </p:cNvPr>
          <p:cNvSpPr txBox="1"/>
          <p:nvPr userDrawn="1"/>
        </p:nvSpPr>
        <p:spPr>
          <a:xfrm>
            <a:off x="-11683148" y="531013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Header title should be in Arial Bold. Min size 120pt Max size 140pt - Should only appear in Nottingham Blue or White If style includes a background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09D1E1-BBB6-9D82-A50C-D6D7B27FC73D}"/>
              </a:ext>
            </a:extLst>
          </p:cNvPr>
          <p:cNvSpPr txBox="1"/>
          <p:nvPr userDrawn="1"/>
        </p:nvSpPr>
        <p:spPr>
          <a:xfrm>
            <a:off x="-11683148" y="948157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copy should be in Arial regular. Min size 43pt, max 53pt - Should only appear in Nottingham Blue.</a:t>
            </a:r>
          </a:p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Limit copy to ensure sizing is retained.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1DD457-84F4-2461-8536-1532D80B4BE8}"/>
              </a:ext>
            </a:extLst>
          </p:cNvPr>
          <p:cNvSpPr txBox="1"/>
          <p:nvPr userDrawn="1"/>
        </p:nvSpPr>
        <p:spPr>
          <a:xfrm>
            <a:off x="-11683147" y="19493458"/>
            <a:ext cx="10283277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URL should be in Arial Bold</a:t>
            </a:r>
            <a:b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 54pt - Should only appear in White copy over the Nottingham Blue box.</a:t>
            </a:r>
          </a:p>
        </p:txBody>
      </p:sp>
    </p:spTree>
    <p:extLst>
      <p:ext uri="{BB962C8B-B14F-4D97-AF65-F5344CB8AC3E}">
        <p14:creationId xmlns:p14="http://schemas.microsoft.com/office/powerpoint/2010/main" val="421420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38A21A-4EFE-1184-FA93-8A3D83F454A1}"/>
              </a:ext>
            </a:extLst>
          </p:cNvPr>
          <p:cNvSpPr/>
          <p:nvPr userDrawn="1"/>
        </p:nvSpPr>
        <p:spPr>
          <a:xfrm>
            <a:off x="1189438" y="19512000"/>
            <a:ext cx="28013593" cy="9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538" rtlCol="0" anchor="ctr"/>
          <a:lstStyle/>
          <a:p>
            <a:pPr algn="ctr"/>
            <a:endParaRPr lang="en-US" sz="509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0956" y="4680000"/>
            <a:ext cx="26354358" cy="3665922"/>
          </a:xfrm>
        </p:spPr>
        <p:txBody>
          <a:bodyPr lIns="0" tIns="0" rIns="0" bIns="0" anchor="t" anchorCtr="0">
            <a:noAutofit/>
          </a:bodyPr>
          <a:lstStyle>
            <a:lvl1pPr algn="l">
              <a:defRPr sz="14000" b="1" i="0" baseline="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DA90-8FB1-A4B3-1B1C-F52FB4F652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50882" y="8648701"/>
            <a:ext cx="12686725" cy="10537825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884E1CC-9E2D-9774-1BC1-9D26F9AB9AB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640350" y="8648701"/>
            <a:ext cx="13164965" cy="10537825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A34B7F5D-BF77-9EF7-A10D-055E2B506A4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0956" y="19558997"/>
            <a:ext cx="25400808" cy="904892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5400" b="1" baseline="0">
                <a:solidFill>
                  <a:schemeClr val="bg1"/>
                </a:solidFill>
                <a:latin typeface="+mj-lt"/>
              </a:defRPr>
            </a:lvl1pPr>
            <a:lvl2pPr algn="l">
              <a:defRPr sz="7354">
                <a:solidFill>
                  <a:schemeClr val="bg1"/>
                </a:solidFill>
                <a:latin typeface="+mj-lt"/>
              </a:defRPr>
            </a:lvl2pPr>
            <a:lvl3pPr algn="l">
              <a:defRPr sz="7354">
                <a:solidFill>
                  <a:schemeClr val="bg1"/>
                </a:solidFill>
                <a:latin typeface="+mj-lt"/>
              </a:defRPr>
            </a:lvl3pPr>
            <a:lvl4pPr algn="l">
              <a:defRPr sz="7354">
                <a:solidFill>
                  <a:schemeClr val="bg1"/>
                </a:solidFill>
                <a:latin typeface="+mj-lt"/>
              </a:defRPr>
            </a:lvl4pPr>
            <a:lvl5pPr algn="l">
              <a:defRPr sz="735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nottingham.ac.uk/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A98F4C0-595A-B867-0E39-30A9F92763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1120143"/>
            <a:ext cx="6055149" cy="22165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409A24B-3322-1EF7-D792-4E46E137200C}"/>
              </a:ext>
            </a:extLst>
          </p:cNvPr>
          <p:cNvCxnSpPr>
            <a:cxnSpLocks/>
          </p:cNvCxnSpPr>
          <p:nvPr userDrawn="1"/>
        </p:nvCxnSpPr>
        <p:spPr>
          <a:xfrm>
            <a:off x="-9517197" y="4470388"/>
            <a:ext cx="8064700" cy="0"/>
          </a:xfrm>
          <a:prstGeom prst="straightConnector1">
            <a:avLst/>
          </a:prstGeom>
          <a:noFill/>
          <a:ln w="381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76A2A84-D463-0DA1-C010-12D5F6FB75FD}"/>
              </a:ext>
            </a:extLst>
          </p:cNvPr>
          <p:cNvSpPr txBox="1"/>
          <p:nvPr userDrawn="1"/>
        </p:nvSpPr>
        <p:spPr>
          <a:xfrm>
            <a:off x="-11683146" y="3626559"/>
            <a:ext cx="10883956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exclusion zone above this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C959324-BA7C-E37D-6357-D2750AF9EC17}"/>
              </a:ext>
            </a:extLst>
          </p:cNvPr>
          <p:cNvSpPr txBox="1"/>
          <p:nvPr userDrawn="1"/>
        </p:nvSpPr>
        <p:spPr>
          <a:xfrm>
            <a:off x="-11683147" y="840108"/>
            <a:ext cx="9725431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width is 16.82cm for this type of 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741A9F-A7B1-E501-5002-756F1EEE45CB}"/>
              </a:ext>
            </a:extLst>
          </p:cNvPr>
          <p:cNvSpPr txBox="1"/>
          <p:nvPr userDrawn="1"/>
        </p:nvSpPr>
        <p:spPr>
          <a:xfrm>
            <a:off x="-11683148" y="531013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Header title should be in Arial Bold. Min size 120pt Max size 140pt - Should only appear in Nottingham Blue or White If style includes a background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C14131-79E1-6A4B-A8E0-6AAFF155E35D}"/>
              </a:ext>
            </a:extLst>
          </p:cNvPr>
          <p:cNvSpPr txBox="1"/>
          <p:nvPr userDrawn="1"/>
        </p:nvSpPr>
        <p:spPr>
          <a:xfrm>
            <a:off x="-11683148" y="948157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copy should be in Arial regular. Min size 43pt, max 53pt - Should only appear in Nottingham Blue.</a:t>
            </a:r>
          </a:p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Limit copy to ensure sizing is retained.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E1A3ECA-82A1-BB0B-B398-CB0B7EBE443C}"/>
              </a:ext>
            </a:extLst>
          </p:cNvPr>
          <p:cNvSpPr txBox="1"/>
          <p:nvPr userDrawn="1"/>
        </p:nvSpPr>
        <p:spPr>
          <a:xfrm>
            <a:off x="-11683147" y="19493458"/>
            <a:ext cx="10283277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URL should be in Arial Bold</a:t>
            </a:r>
            <a:b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 54pt - Should only appear in White copy over the Nottingham Blue box.</a:t>
            </a:r>
          </a:p>
        </p:txBody>
      </p:sp>
    </p:spTree>
    <p:extLst>
      <p:ext uri="{BB962C8B-B14F-4D97-AF65-F5344CB8AC3E}">
        <p14:creationId xmlns:p14="http://schemas.microsoft.com/office/powerpoint/2010/main" val="2448725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38A21A-4EFE-1184-FA93-8A3D83F454A1}"/>
              </a:ext>
            </a:extLst>
          </p:cNvPr>
          <p:cNvSpPr/>
          <p:nvPr userDrawn="1"/>
        </p:nvSpPr>
        <p:spPr>
          <a:xfrm>
            <a:off x="1189438" y="19512000"/>
            <a:ext cx="28013593" cy="9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538" rtlCol="0" anchor="ctr"/>
          <a:lstStyle/>
          <a:p>
            <a:pPr algn="ctr"/>
            <a:endParaRPr lang="en-US" sz="509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0956" y="4680000"/>
            <a:ext cx="26354358" cy="3665922"/>
          </a:xfrm>
        </p:spPr>
        <p:txBody>
          <a:bodyPr lIns="0" tIns="0" rIns="0" bIns="0" anchor="t" anchorCtr="0">
            <a:noAutofit/>
          </a:bodyPr>
          <a:lstStyle>
            <a:lvl1pPr algn="l">
              <a:defRPr sz="14000" b="1" i="0" baseline="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EDA90-8FB1-A4B3-1B1C-F52FB4F6527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50882" y="8648701"/>
            <a:ext cx="12686725" cy="10537825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884E1CC-9E2D-9774-1BC1-9D26F9AB9AB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5640350" y="8648700"/>
            <a:ext cx="13164965" cy="5024802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E3304F6-888A-EFFB-D269-98AF088CF9CC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15640350" y="13979472"/>
            <a:ext cx="13164965" cy="5226559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C5DE7DE7-AA0E-BA59-2036-92BCA0C9D1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0956" y="19558997"/>
            <a:ext cx="25400808" cy="904892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5400" b="1" baseline="0">
                <a:solidFill>
                  <a:schemeClr val="bg1"/>
                </a:solidFill>
                <a:latin typeface="+mj-lt"/>
              </a:defRPr>
            </a:lvl1pPr>
            <a:lvl2pPr algn="l">
              <a:defRPr sz="7354">
                <a:solidFill>
                  <a:schemeClr val="bg1"/>
                </a:solidFill>
                <a:latin typeface="+mj-lt"/>
              </a:defRPr>
            </a:lvl2pPr>
            <a:lvl3pPr algn="l">
              <a:defRPr sz="7354">
                <a:solidFill>
                  <a:schemeClr val="bg1"/>
                </a:solidFill>
                <a:latin typeface="+mj-lt"/>
              </a:defRPr>
            </a:lvl3pPr>
            <a:lvl4pPr algn="l">
              <a:defRPr sz="7354">
                <a:solidFill>
                  <a:schemeClr val="bg1"/>
                </a:solidFill>
                <a:latin typeface="+mj-lt"/>
              </a:defRPr>
            </a:lvl4pPr>
            <a:lvl5pPr algn="l">
              <a:defRPr sz="735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nottingham.ac.uk/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D2623D0-DF37-8892-8748-1F50C2D05D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1120143"/>
            <a:ext cx="6055149" cy="22165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9E9E0B3-A6F8-610E-73B1-4EAC539CF87E}"/>
              </a:ext>
            </a:extLst>
          </p:cNvPr>
          <p:cNvCxnSpPr>
            <a:cxnSpLocks/>
          </p:cNvCxnSpPr>
          <p:nvPr userDrawn="1"/>
        </p:nvCxnSpPr>
        <p:spPr>
          <a:xfrm>
            <a:off x="-9517197" y="4470388"/>
            <a:ext cx="8064700" cy="0"/>
          </a:xfrm>
          <a:prstGeom prst="straightConnector1">
            <a:avLst/>
          </a:prstGeom>
          <a:noFill/>
          <a:ln w="381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7D78DC8-CF4A-6400-223E-DA687C735FB9}"/>
              </a:ext>
            </a:extLst>
          </p:cNvPr>
          <p:cNvSpPr txBox="1"/>
          <p:nvPr userDrawn="1"/>
        </p:nvSpPr>
        <p:spPr>
          <a:xfrm>
            <a:off x="-11683146" y="3626559"/>
            <a:ext cx="10883956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exclusion zone above this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49F624-72E0-93E9-4E6E-3D498AFE461E}"/>
              </a:ext>
            </a:extLst>
          </p:cNvPr>
          <p:cNvSpPr txBox="1"/>
          <p:nvPr userDrawn="1"/>
        </p:nvSpPr>
        <p:spPr>
          <a:xfrm>
            <a:off x="-11683147" y="840108"/>
            <a:ext cx="9725431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width is 16.82cm for this type of 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765A1B-D170-224A-A728-C4CD9A7B0063}"/>
              </a:ext>
            </a:extLst>
          </p:cNvPr>
          <p:cNvSpPr txBox="1"/>
          <p:nvPr userDrawn="1"/>
        </p:nvSpPr>
        <p:spPr>
          <a:xfrm>
            <a:off x="-11683148" y="531013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Header title should be in Arial Bold. Min size 120pt Max size 140pt - Should only appear in Nottingham Blue or White If style includes a background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8B5AF2-8C00-5D40-4A1B-DDFD2B70E9C7}"/>
              </a:ext>
            </a:extLst>
          </p:cNvPr>
          <p:cNvSpPr txBox="1"/>
          <p:nvPr userDrawn="1"/>
        </p:nvSpPr>
        <p:spPr>
          <a:xfrm>
            <a:off x="-11683148" y="948157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copy should be in Arial regular. Min size 43pt, max 53pt - Should only appear in Nottingham Blue.</a:t>
            </a:r>
          </a:p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Limit copy to ensure sizing is retained.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8404696-C9EF-0E56-985E-5CBCBC79BB42}"/>
              </a:ext>
            </a:extLst>
          </p:cNvPr>
          <p:cNvSpPr txBox="1"/>
          <p:nvPr userDrawn="1"/>
        </p:nvSpPr>
        <p:spPr>
          <a:xfrm>
            <a:off x="-11683147" y="19493458"/>
            <a:ext cx="10283277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URL should be in Arial Bold</a:t>
            </a:r>
            <a:b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 54pt - Should only appear in White copy over the Nottingham Blue box.</a:t>
            </a:r>
          </a:p>
        </p:txBody>
      </p:sp>
    </p:spTree>
    <p:extLst>
      <p:ext uri="{BB962C8B-B14F-4D97-AF65-F5344CB8AC3E}">
        <p14:creationId xmlns:p14="http://schemas.microsoft.com/office/powerpoint/2010/main" val="2999181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F38A21A-4EFE-1184-FA93-8A3D83F454A1}"/>
              </a:ext>
            </a:extLst>
          </p:cNvPr>
          <p:cNvSpPr/>
          <p:nvPr userDrawn="1"/>
        </p:nvSpPr>
        <p:spPr>
          <a:xfrm>
            <a:off x="1189438" y="19512000"/>
            <a:ext cx="28013593" cy="93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254538" rtlCol="0" anchor="ctr"/>
          <a:lstStyle/>
          <a:p>
            <a:pPr algn="ctr"/>
            <a:endParaRPr lang="en-US" sz="509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0956" y="4680000"/>
            <a:ext cx="26354358" cy="3665922"/>
          </a:xfrm>
        </p:spPr>
        <p:txBody>
          <a:bodyPr lIns="0" tIns="0" rIns="0" bIns="0" anchor="t" anchorCtr="0">
            <a:noAutofit/>
          </a:bodyPr>
          <a:lstStyle>
            <a:lvl1pPr algn="l">
              <a:defRPr sz="14000" b="1" i="0" baseline="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0455769-3249-3A8C-32D5-4AEAE31B6E1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50882" y="8680451"/>
            <a:ext cx="26355710" cy="10445749"/>
          </a:xfrm>
        </p:spPr>
        <p:txBody>
          <a:bodyPr>
            <a:normAutofit/>
          </a:bodyPr>
          <a:lstStyle>
            <a:lvl1pPr>
              <a:defRPr sz="4500" baseline="0"/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C477FCCA-BB22-22F9-0A85-4779A66CDCF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450956" y="19558997"/>
            <a:ext cx="25400808" cy="904892"/>
          </a:xfrm>
        </p:spPr>
        <p:txBody>
          <a:bodyPr wrap="none" lIns="0" tIns="0" rIns="0" bIns="0">
            <a:noAutofit/>
          </a:bodyPr>
          <a:lstStyle>
            <a:lvl1pPr marL="0" indent="0" algn="l">
              <a:buNone/>
              <a:defRPr sz="5400" b="1" baseline="0">
                <a:solidFill>
                  <a:schemeClr val="bg1"/>
                </a:solidFill>
                <a:latin typeface="+mj-lt"/>
              </a:defRPr>
            </a:lvl1pPr>
            <a:lvl2pPr algn="l">
              <a:defRPr sz="7354">
                <a:solidFill>
                  <a:schemeClr val="bg1"/>
                </a:solidFill>
                <a:latin typeface="+mj-lt"/>
              </a:defRPr>
            </a:lvl2pPr>
            <a:lvl3pPr algn="l">
              <a:defRPr sz="7354">
                <a:solidFill>
                  <a:schemeClr val="bg1"/>
                </a:solidFill>
                <a:latin typeface="+mj-lt"/>
              </a:defRPr>
            </a:lvl3pPr>
            <a:lvl4pPr algn="l">
              <a:defRPr sz="7354">
                <a:solidFill>
                  <a:schemeClr val="bg1"/>
                </a:solidFill>
                <a:latin typeface="+mj-lt"/>
              </a:defRPr>
            </a:lvl4pPr>
            <a:lvl5pPr algn="l">
              <a:defRPr sz="7354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nottingham.ac.uk/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A896BFA-BCF5-0B8F-71B0-A67F542815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24" y="1120143"/>
            <a:ext cx="6055149" cy="2216517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BE62D42-C21F-F58A-EA3A-2A694103C69E}"/>
              </a:ext>
            </a:extLst>
          </p:cNvPr>
          <p:cNvCxnSpPr>
            <a:cxnSpLocks/>
          </p:cNvCxnSpPr>
          <p:nvPr userDrawn="1"/>
        </p:nvCxnSpPr>
        <p:spPr>
          <a:xfrm>
            <a:off x="-9517197" y="4470388"/>
            <a:ext cx="8064700" cy="0"/>
          </a:xfrm>
          <a:prstGeom prst="straightConnector1">
            <a:avLst/>
          </a:prstGeom>
          <a:noFill/>
          <a:ln w="38100" cap="flat" cmpd="sng" algn="ctr">
            <a:solidFill>
              <a:srgbClr val="4F81BD"/>
            </a:solidFill>
            <a:prstDash val="solid"/>
            <a:tailEnd type="triangle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BB5CAD-CC7E-8670-A5F2-C668956C4217}"/>
              </a:ext>
            </a:extLst>
          </p:cNvPr>
          <p:cNvSpPr txBox="1"/>
          <p:nvPr userDrawn="1"/>
        </p:nvSpPr>
        <p:spPr>
          <a:xfrm>
            <a:off x="-11683146" y="3626559"/>
            <a:ext cx="10883956" cy="61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394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exclusion zone above this 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EDADFB-5095-49C4-5D1B-55BFB5C7ACD2}"/>
              </a:ext>
            </a:extLst>
          </p:cNvPr>
          <p:cNvSpPr txBox="1"/>
          <p:nvPr userDrawn="1"/>
        </p:nvSpPr>
        <p:spPr>
          <a:xfrm>
            <a:off x="-11683147" y="840108"/>
            <a:ext cx="9725431" cy="584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Logo width is 16.82cm for this type of print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7DC65C-E589-A280-C260-0E226748B34F}"/>
              </a:ext>
            </a:extLst>
          </p:cNvPr>
          <p:cNvSpPr txBox="1"/>
          <p:nvPr userDrawn="1"/>
        </p:nvSpPr>
        <p:spPr>
          <a:xfrm>
            <a:off x="-11683148" y="531013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Header title should be in Arial Bold. Min size 120pt Max size 140pt - Should only appear in Nottingham Blue or White If style includes a background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31124A-A0B8-71B4-9705-B8CA6DB88561}"/>
              </a:ext>
            </a:extLst>
          </p:cNvPr>
          <p:cNvSpPr txBox="1"/>
          <p:nvPr userDrawn="1"/>
        </p:nvSpPr>
        <p:spPr>
          <a:xfrm>
            <a:off x="-11683148" y="9481577"/>
            <a:ext cx="10230653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Body copy should be in Arial regular. Min size 43pt, max 53pt - Should only appear in Nottingham Blue.</a:t>
            </a:r>
          </a:p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Limit copy to ensure sizing is retained.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9A2FA8-C010-4CCC-57D2-1B54DDF4FC03}"/>
              </a:ext>
            </a:extLst>
          </p:cNvPr>
          <p:cNvSpPr txBox="1"/>
          <p:nvPr userDrawn="1"/>
        </p:nvSpPr>
        <p:spPr>
          <a:xfrm>
            <a:off x="-11683147" y="19493458"/>
            <a:ext cx="10283277" cy="15700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258605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URL should be in Arial Bold</a:t>
            </a:r>
            <a:b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kumimoji="0" lang="en-US" sz="3201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at 54pt - Should only appear in White copy over the Nottingham Blue box.</a:t>
            </a:r>
          </a:p>
        </p:txBody>
      </p:sp>
    </p:spTree>
    <p:extLst>
      <p:ext uri="{BB962C8B-B14F-4D97-AF65-F5344CB8AC3E}">
        <p14:creationId xmlns:p14="http://schemas.microsoft.com/office/powerpoint/2010/main" val="1797093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3" y="1138486"/>
            <a:ext cx="26112372" cy="41331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3" y="5692403"/>
            <a:ext cx="26112372" cy="135677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19819457"/>
            <a:ext cx="6811923" cy="113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0FF3D-CE5A-3041-AA11-87818984892D}" type="datetimeFigureOut">
              <a:rPr lang="en-US" smtClean="0"/>
              <a:t>1/7/26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6" y="19819457"/>
            <a:ext cx="10217885" cy="113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19819457"/>
            <a:ext cx="6811923" cy="113847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8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CB8059-31C8-8F44-A869-FA86FFA95F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188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</p:sldLayoutIdLst>
  <p:txStyles>
    <p:titleStyle>
      <a:lvl1pPr algn="l" defTabSz="5701219" rtl="0" eaLnBrk="1" latinLnBrk="0" hangingPunct="1">
        <a:lnSpc>
          <a:spcPct val="90000"/>
        </a:lnSpc>
        <a:spcBef>
          <a:spcPct val="0"/>
        </a:spcBef>
        <a:buNone/>
        <a:defRPr sz="1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25306" indent="-1425306" algn="l" defTabSz="5701219" rtl="0" eaLnBrk="1" latinLnBrk="0" hangingPunct="1">
        <a:lnSpc>
          <a:spcPct val="90000"/>
        </a:lnSpc>
        <a:spcBef>
          <a:spcPts val="6236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1pPr>
      <a:lvl2pPr marL="4275915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7126525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9977134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4pPr>
      <a:lvl5pPr marL="12827746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5pPr>
      <a:lvl6pPr marL="15678356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11222" kern="1200">
          <a:solidFill>
            <a:schemeClr val="tx1"/>
          </a:solidFill>
          <a:latin typeface="+mn-lt"/>
          <a:ea typeface="+mn-ea"/>
          <a:cs typeface="+mn-cs"/>
        </a:defRPr>
      </a:lvl6pPr>
      <a:lvl7pPr marL="18528965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11222" kern="1200">
          <a:solidFill>
            <a:schemeClr val="tx1"/>
          </a:solidFill>
          <a:latin typeface="+mn-lt"/>
          <a:ea typeface="+mn-ea"/>
          <a:cs typeface="+mn-cs"/>
        </a:defRPr>
      </a:lvl7pPr>
      <a:lvl8pPr marL="21379574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11222" kern="1200">
          <a:solidFill>
            <a:schemeClr val="tx1"/>
          </a:solidFill>
          <a:latin typeface="+mn-lt"/>
          <a:ea typeface="+mn-ea"/>
          <a:cs typeface="+mn-cs"/>
        </a:defRPr>
      </a:lvl8pPr>
      <a:lvl9pPr marL="24230186" indent="-1425306" algn="l" defTabSz="5701219" rtl="0" eaLnBrk="1" latinLnBrk="0" hangingPunct="1">
        <a:lnSpc>
          <a:spcPct val="90000"/>
        </a:lnSpc>
        <a:spcBef>
          <a:spcPts val="3116"/>
        </a:spcBef>
        <a:buFont typeface="Arial"/>
        <a:buChar char="•"/>
        <a:defRPr sz="1122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1pPr>
      <a:lvl2pPr marL="2850609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2pPr>
      <a:lvl3pPr marL="5701219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3pPr>
      <a:lvl4pPr marL="8551829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4pPr>
      <a:lvl5pPr marL="11402439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5pPr>
      <a:lvl6pPr marL="14253051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6pPr>
      <a:lvl7pPr marL="17103662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7pPr>
      <a:lvl8pPr marL="19954271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8pPr>
      <a:lvl9pPr marL="22804880" algn="l" defTabSz="5701219" rtl="0" eaLnBrk="1" latinLnBrk="0" hangingPunct="1">
        <a:defRPr sz="1122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6">
            <a:extLst>
              <a:ext uri="{FF2B5EF4-FFF2-40B4-BE49-F238E27FC236}">
                <a16:creationId xmlns:a16="http://schemas.microsoft.com/office/drawing/2014/main" id="{2C8A6DE1-CF30-8E43-7BA8-98D7A73217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3511454"/>
            <a:ext cx="28821888" cy="1536034"/>
          </a:xfrm>
        </p:spPr>
        <p:txBody>
          <a:bodyPr>
            <a:noAutofit/>
          </a:bodyPr>
          <a:lstStyle/>
          <a:p>
            <a:r>
              <a:rPr lang="en-IN" sz="12000" dirty="0">
                <a:solidFill>
                  <a:schemeClr val="tx2"/>
                </a:solidFill>
              </a:rPr>
              <a:t>FoodCorp Store Performance Analysis</a:t>
            </a:r>
            <a:endParaRPr lang="en-US" sz="12000" dirty="0">
              <a:solidFill>
                <a:schemeClr val="tx2"/>
              </a:solidFill>
            </a:endParaRP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2A4BDF68-01E2-6EB4-2811-2A30A0A365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5755" y="5034575"/>
            <a:ext cx="28821888" cy="14300433"/>
          </a:xfrm>
        </p:spPr>
        <p:txBody>
          <a:bodyPr/>
          <a:lstStyle/>
          <a:p>
            <a:r>
              <a:rPr lang="en-US" dirty="0"/>
              <a:t>  </a:t>
            </a:r>
          </a:p>
        </p:txBody>
      </p:sp>
      <p:sp>
        <p:nvSpPr>
          <p:cNvPr id="38" name="Subtitle 37">
            <a:extLst>
              <a:ext uri="{FF2B5EF4-FFF2-40B4-BE49-F238E27FC236}">
                <a16:creationId xmlns:a16="http://schemas.microsoft.com/office/drawing/2014/main" id="{9CE2D7D7-7091-C7E1-93F6-418C8399B4C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64319" y="19495912"/>
            <a:ext cx="25374055" cy="9048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146"/>
              </a:spcBef>
            </a:pPr>
            <a:r>
              <a:rPr lang="en-US" dirty="0" err="1"/>
              <a:t>nottingham.ac.uk</a:t>
            </a:r>
            <a:r>
              <a:rPr lang="en-US" dirty="0"/>
              <a:t>/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1C3E9EC-963C-0E56-31DA-22C0C47A8CE9}"/>
              </a:ext>
            </a:extLst>
          </p:cNvPr>
          <p:cNvSpPr txBox="1"/>
          <p:nvPr/>
        </p:nvSpPr>
        <p:spPr>
          <a:xfrm>
            <a:off x="1179871" y="12246395"/>
            <a:ext cx="184731" cy="646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5342146-FC0C-CCA5-35F6-3A88CEE8C8BE}"/>
              </a:ext>
            </a:extLst>
          </p:cNvPr>
          <p:cNvSpPr txBox="1"/>
          <p:nvPr/>
        </p:nvSpPr>
        <p:spPr>
          <a:xfrm>
            <a:off x="22122581" y="5574889"/>
            <a:ext cx="2146511" cy="646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0A245CF-9F02-CF41-23C1-0252D5DBEF8E}"/>
              </a:ext>
            </a:extLst>
          </p:cNvPr>
          <p:cNvSpPr txBox="1"/>
          <p:nvPr/>
        </p:nvSpPr>
        <p:spPr>
          <a:xfrm>
            <a:off x="22122581" y="13319784"/>
            <a:ext cx="441146" cy="646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</a:t>
            </a:r>
          </a:p>
        </p:txBody>
      </p:sp>
      <p:pic>
        <p:nvPicPr>
          <p:cNvPr id="76" name="Picture 75" descr="A black and white logo&#10;&#10;AI-generated content may be incorrect.">
            <a:extLst>
              <a:ext uri="{FF2B5EF4-FFF2-40B4-BE49-F238E27FC236}">
                <a16:creationId xmlns:a16="http://schemas.microsoft.com/office/drawing/2014/main" id="{3D70526D-6377-C815-ACB8-2EF02875F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57440" y="1077410"/>
            <a:ext cx="4841915" cy="1635672"/>
          </a:xfrm>
          <a:prstGeom prst="rect">
            <a:avLst/>
          </a:prstGeom>
        </p:spPr>
      </p:pic>
      <p:pic>
        <p:nvPicPr>
          <p:cNvPr id="5" name="Picture 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EC08207A-279A-064A-56C3-C6E53EF3F66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8910"/>
          <a:stretch>
            <a:fillRect/>
          </a:stretch>
        </p:blipFill>
        <p:spPr>
          <a:xfrm>
            <a:off x="1522624" y="5195479"/>
            <a:ext cx="12552605" cy="7926542"/>
          </a:xfrm>
          <a:prstGeom prst="rect">
            <a:avLst/>
          </a:prstGeom>
        </p:spPr>
      </p:pic>
      <p:pic>
        <p:nvPicPr>
          <p:cNvPr id="7" name="Picture 6" descr="A graph with numbers and a bar&#10;&#10;AI-generated content may be incorrect.">
            <a:extLst>
              <a:ext uri="{FF2B5EF4-FFF2-40B4-BE49-F238E27FC236}">
                <a16:creationId xmlns:a16="http://schemas.microsoft.com/office/drawing/2014/main" id="{3C552FCA-742D-ED25-B5D4-56980FEE5F1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7000" b="3598"/>
          <a:stretch>
            <a:fillRect/>
          </a:stretch>
        </p:blipFill>
        <p:spPr>
          <a:xfrm>
            <a:off x="12959251" y="14626039"/>
            <a:ext cx="12885249" cy="3909353"/>
          </a:xfrm>
          <a:prstGeom prst="rect">
            <a:avLst/>
          </a:prstGeom>
        </p:spPr>
      </p:pic>
      <p:pic>
        <p:nvPicPr>
          <p:cNvPr id="10" name="Picture 9" descr="A graph of sales&#10;&#10;AI-generated content may be incorrect.">
            <a:extLst>
              <a:ext uri="{FF2B5EF4-FFF2-40B4-BE49-F238E27FC236}">
                <a16:creationId xmlns:a16="http://schemas.microsoft.com/office/drawing/2014/main" id="{7048070E-08C6-6246-156E-C58F9BA79B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20539"/>
          <a:stretch>
            <a:fillRect/>
          </a:stretch>
        </p:blipFill>
        <p:spPr>
          <a:xfrm>
            <a:off x="14390128" y="5300794"/>
            <a:ext cx="11441672" cy="8151064"/>
          </a:xfrm>
          <a:prstGeom prst="rect">
            <a:avLst/>
          </a:prstGeom>
        </p:spPr>
      </p:pic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FA8A9A1D-167F-8B47-02FA-F0DFD08FD0E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3087"/>
          <a:stretch>
            <a:fillRect/>
          </a:stretch>
        </p:blipFill>
        <p:spPr>
          <a:xfrm>
            <a:off x="1522624" y="13171989"/>
            <a:ext cx="10886339" cy="5922625"/>
          </a:xfrm>
          <a:prstGeom prst="rect">
            <a:avLst/>
          </a:prstGeom>
        </p:spPr>
      </p:pic>
      <p:pic>
        <p:nvPicPr>
          <p:cNvPr id="14" name="Picture 1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7AF474CA-CC6F-9BC7-85D0-E9D852A1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1045" r="47" b="75725"/>
          <a:stretch>
            <a:fillRect/>
          </a:stretch>
        </p:blipFill>
        <p:spPr>
          <a:xfrm>
            <a:off x="25799143" y="5187945"/>
            <a:ext cx="3634822" cy="2845711"/>
          </a:xfrm>
          <a:prstGeom prst="rect">
            <a:avLst/>
          </a:prstGeom>
        </p:spPr>
      </p:pic>
      <p:pic>
        <p:nvPicPr>
          <p:cNvPr id="16" name="Picture 15" descr="A screenshot of a graph&#10;&#10;AI-generated content may be incorrect.">
            <a:extLst>
              <a:ext uri="{FF2B5EF4-FFF2-40B4-BE49-F238E27FC236}">
                <a16:creationId xmlns:a16="http://schemas.microsoft.com/office/drawing/2014/main" id="{9E25116D-B03F-BD29-9952-6BA8AFFE67A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6531" t="5926" r="-609" b="80405"/>
          <a:stretch>
            <a:fillRect/>
          </a:stretch>
        </p:blipFill>
        <p:spPr>
          <a:xfrm>
            <a:off x="25799143" y="17322823"/>
            <a:ext cx="3761391" cy="1782482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5943B39-59F8-5F9B-BF71-6A6602AFB837}"/>
              </a:ext>
            </a:extLst>
          </p:cNvPr>
          <p:cNvSpPr txBox="1"/>
          <p:nvPr/>
        </p:nvSpPr>
        <p:spPr>
          <a:xfrm>
            <a:off x="26146699" y="8174112"/>
            <a:ext cx="3287266" cy="609397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Customer acquisition peaks mid-year across all stores.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London – Leadenhall Street shows the strongest growth and retention.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Birmingham lags in repeat purchase despite acquisition spikes.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47C57B-C652-8481-EC3B-86930A7E87F4}"/>
              </a:ext>
            </a:extLst>
          </p:cNvPr>
          <p:cNvSpPr txBox="1"/>
          <p:nvPr/>
        </p:nvSpPr>
        <p:spPr>
          <a:xfrm>
            <a:off x="26146699" y="14591477"/>
            <a:ext cx="3202549" cy="17556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Total Revenue: £1,291,690.23</a:t>
            </a:r>
          </a:p>
        </p:txBody>
      </p:sp>
    </p:spTree>
    <p:extLst>
      <p:ext uri="{BB962C8B-B14F-4D97-AF65-F5344CB8AC3E}">
        <p14:creationId xmlns:p14="http://schemas.microsoft.com/office/powerpoint/2010/main" val="3205164449"/>
      </p:ext>
    </p:extLst>
  </p:cSld>
  <p:clrMapOvr>
    <a:masterClrMapping/>
  </p:clrMapOvr>
</p:sld>
</file>

<file path=ppt/theme/theme1.xml><?xml version="1.0" encoding="utf-8"?>
<a:theme xmlns:a="http://schemas.openxmlformats.org/drawingml/2006/main" name="DarkBlock_Header White_Title">
  <a:themeElements>
    <a:clrScheme name="Uni of Nottingham">
      <a:dk1>
        <a:srgbClr val="0C1C2A"/>
      </a:dk1>
      <a:lt1>
        <a:srgbClr val="FFFEFE"/>
      </a:lt1>
      <a:dk2>
        <a:srgbClr val="0C1C2A"/>
      </a:dk2>
      <a:lt2>
        <a:srgbClr val="FFFEFE"/>
      </a:lt2>
      <a:accent1>
        <a:srgbClr val="0095AE"/>
      </a:accent1>
      <a:accent2>
        <a:srgbClr val="3AB0A2"/>
      </a:accent2>
      <a:accent3>
        <a:srgbClr val="84BE41"/>
      </a:accent3>
      <a:accent4>
        <a:srgbClr val="69337C"/>
      </a:accent4>
      <a:accent5>
        <a:srgbClr val="DC386B"/>
      </a:accent5>
      <a:accent6>
        <a:srgbClr val="F6F2E4"/>
      </a:accent6>
      <a:hlink>
        <a:srgbClr val="FFFEFE"/>
      </a:hlink>
      <a:folHlink>
        <a:srgbClr val="F6F2E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70282-Master-A3L_Landscape-Generic-template_2023-CMG-DEC22" id="{5BFF6991-9F6A-904C-B32B-D043E67C3253}" vid="{D7D4C5B0-FE6E-9241-9F7C-99A3C303C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391EDCFC911F45A9DD8B1389DBAE73" ma:contentTypeVersion="21" ma:contentTypeDescription="Create a new document." ma:contentTypeScope="" ma:versionID="18cf16ec0aa6da56be582e2a7172ba75">
  <xsd:schema xmlns:xsd="http://www.w3.org/2001/XMLSchema" xmlns:xs="http://www.w3.org/2001/XMLSchema" xmlns:p="http://schemas.microsoft.com/office/2006/metadata/properties" xmlns:ns2="16640679-8aa6-4262-947d-54cfc3df5a39" xmlns:ns3="c9a8d30e-3eb0-4167-b686-5fd4d1de55fa" targetNamespace="http://schemas.microsoft.com/office/2006/metadata/properties" ma:root="true" ma:fieldsID="d124782be059d696050be41b9b0f868d" ns2:_="" ns3:_="">
    <xsd:import namespace="16640679-8aa6-4262-947d-54cfc3df5a39"/>
    <xsd:import namespace="c9a8d30e-3eb0-4167-b686-5fd4d1de55f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640679-8aa6-4262-947d-54cfc3df5a3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76624216-d583-4636-a04d-17921d6eaf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a8d30e-3eb0-4167-b686-5fd4d1de55fa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14155df0-2a5e-4291-af6d-612008b03141}" ma:internalName="TaxCatchAll" ma:showField="CatchAllData" ma:web="c9a8d30e-3eb0-4167-b686-5fd4d1de55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9a8d30e-3eb0-4167-b686-5fd4d1de55fa" xsi:nil="true"/>
    <lcf76f155ced4ddcb4097134ff3c332f xmlns="16640679-8aa6-4262-947d-54cfc3df5a39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096FF4C-C34B-41BA-9222-FDC71AC8A4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6640679-8aa6-4262-947d-54cfc3df5a39"/>
    <ds:schemaRef ds:uri="c9a8d30e-3eb0-4167-b686-5fd4d1de55f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BD079B0-8D2A-4AD4-A728-A81FC7253C39}">
  <ds:schemaRefs>
    <ds:schemaRef ds:uri="http://purl.org/dc/elements/1.1/"/>
    <ds:schemaRef ds:uri="http://schemas.microsoft.com/office/2006/documentManagement/types"/>
    <ds:schemaRef ds:uri="http://www.w3.org/XML/1998/namespace"/>
    <ds:schemaRef ds:uri="http://schemas.microsoft.com/office/2006/metadata/properties"/>
    <ds:schemaRef ds:uri="16640679-8aa6-4262-947d-54cfc3df5a39"/>
    <ds:schemaRef ds:uri="http://schemas.microsoft.com/office/infopath/2007/PartnerControls"/>
    <ds:schemaRef ds:uri="http://schemas.openxmlformats.org/package/2006/metadata/core-properties"/>
    <ds:schemaRef ds:uri="c9a8d30e-3eb0-4167-b686-5fd4d1de55fa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2E96AF2-9AD3-44AA-AEF2-0679C0F6A27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DarkBlock_Header White_Title</Template>
  <TotalTime>335</TotalTime>
  <Words>50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DarkBlock_Header White_Title</vt:lpstr>
      <vt:lpstr>FoodCorp Store Performance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header Min 66pt max 88pt</dc:title>
  <dc:creator>Nicola Tolliday (staff)</dc:creator>
  <cp:lastModifiedBy>Shreyash Chetan Meshram</cp:lastModifiedBy>
  <cp:revision>22</cp:revision>
  <dcterms:created xsi:type="dcterms:W3CDTF">2023-02-23T10:03:41Z</dcterms:created>
  <dcterms:modified xsi:type="dcterms:W3CDTF">2026-01-07T13:55:06Z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0x01010024391EDCFC911F45A9DD8B1389DBAE73</vt:lpwstr>
  </property>
  <property fmtid="{D5CDD505-2E9C-101B-9397-08002B2CF9AE}" pid="3" name="MediaServiceImageTags">
    <vt:lpwstr/>
  </property>
</Properties>
</file>