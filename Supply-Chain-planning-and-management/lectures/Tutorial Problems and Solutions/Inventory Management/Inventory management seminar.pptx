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notesSlides/notesSlide2.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756" r:id="rId2"/>
    <p:sldId id="744" r:id="rId3"/>
    <p:sldId id="754" r:id="rId4"/>
    <p:sldId id="745" r:id="rId5"/>
    <p:sldId id="767" r:id="rId6"/>
    <p:sldId id="773" r:id="rId7"/>
    <p:sldId id="774" r:id="rId8"/>
    <p:sldId id="772" r:id="rId9"/>
    <p:sldId id="768" r:id="rId10"/>
    <p:sldId id="528" r:id="rId11"/>
    <p:sldId id="771" r:id="rId12"/>
    <p:sldId id="732" r:id="rId13"/>
    <p:sldId id="738" r:id="rId14"/>
    <p:sldId id="775" r:id="rId15"/>
    <p:sldId id="759" r:id="rId16"/>
    <p:sldId id="749" r:id="rId17"/>
    <p:sldId id="734" r:id="rId18"/>
    <p:sldId id="735" r:id="rId19"/>
    <p:sldId id="760" r:id="rId20"/>
    <p:sldId id="740" r:id="rId21"/>
    <p:sldId id="739" r:id="rId22"/>
    <p:sldId id="761" r:id="rId23"/>
    <p:sldId id="751" r:id="rId24"/>
    <p:sldId id="741" r:id="rId25"/>
    <p:sldId id="777" r:id="rId26"/>
    <p:sldId id="776" r:id="rId27"/>
    <p:sldId id="763" r:id="rId28"/>
    <p:sldId id="7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435CB-FEF0-7448-A9CD-21AE4680A3DB}" v="416" dt="2025-11-13T22:03:53.6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53"/>
    <p:restoredTop sz="94627"/>
  </p:normalViewPr>
  <p:slideViewPr>
    <p:cSldViewPr snapToGrid="0">
      <p:cViewPr varScale="1">
        <p:scale>
          <a:sx n="103" d="100"/>
          <a:sy n="103" d="100"/>
        </p:scale>
        <p:origin x="11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 Yazdani (staff)" userId="a8e01562-f8b0-488b-a4e4-01814e0a9c4d" providerId="ADAL" clId="{7ADC5C8B-9F74-5B89-B78E-6554C017459A}"/>
    <pc:docChg chg="undo custSel addSld delSld modSld sldOrd">
      <pc:chgData name="Nahid Yazdani (staff)" userId="a8e01562-f8b0-488b-a4e4-01814e0a9c4d" providerId="ADAL" clId="{7ADC5C8B-9F74-5B89-B78E-6554C017459A}" dt="2025-11-13T22:14:36.341" v="1517" actId="20577"/>
      <pc:docMkLst>
        <pc:docMk/>
      </pc:docMkLst>
      <pc:sldChg chg="add modAnim">
        <pc:chgData name="Nahid Yazdani (staff)" userId="a8e01562-f8b0-488b-a4e4-01814e0a9c4d" providerId="ADAL" clId="{7ADC5C8B-9F74-5B89-B78E-6554C017459A}" dt="2025-11-13T21:29:53.844" v="1241"/>
        <pc:sldMkLst>
          <pc:docMk/>
          <pc:sldMk cId="2229932218" sldId="528"/>
        </pc:sldMkLst>
      </pc:sldChg>
      <pc:sldChg chg="add del">
        <pc:chgData name="Nahid Yazdani (staff)" userId="a8e01562-f8b0-488b-a4e4-01814e0a9c4d" providerId="ADAL" clId="{7ADC5C8B-9F74-5B89-B78E-6554C017459A}" dt="2025-11-13T15:55:27.294" v="1003" actId="2696"/>
        <pc:sldMkLst>
          <pc:docMk/>
          <pc:sldMk cId="2970456959" sldId="528"/>
        </pc:sldMkLst>
      </pc:sldChg>
      <pc:sldChg chg="del">
        <pc:chgData name="Nahid Yazdani (staff)" userId="a8e01562-f8b0-488b-a4e4-01814e0a9c4d" providerId="ADAL" clId="{7ADC5C8B-9F74-5B89-B78E-6554C017459A}" dt="2025-11-13T14:55:55.964" v="395" actId="2696"/>
        <pc:sldMkLst>
          <pc:docMk/>
          <pc:sldMk cId="2476936092" sldId="712"/>
        </pc:sldMkLst>
      </pc:sldChg>
      <pc:sldChg chg="add del">
        <pc:chgData name="Nahid Yazdani (staff)" userId="a8e01562-f8b0-488b-a4e4-01814e0a9c4d" providerId="ADAL" clId="{7ADC5C8B-9F74-5B89-B78E-6554C017459A}" dt="2025-11-13T15:27:13.239" v="957" actId="2696"/>
        <pc:sldMkLst>
          <pc:docMk/>
          <pc:sldMk cId="577859475" sldId="722"/>
        </pc:sldMkLst>
      </pc:sldChg>
      <pc:sldChg chg="modSp mod">
        <pc:chgData name="Nahid Yazdani (staff)" userId="a8e01562-f8b0-488b-a4e4-01814e0a9c4d" providerId="ADAL" clId="{7ADC5C8B-9F74-5B89-B78E-6554C017459A}" dt="2025-11-13T15:33:46.253" v="998" actId="20577"/>
        <pc:sldMkLst>
          <pc:docMk/>
          <pc:sldMk cId="4184386801" sldId="732"/>
        </pc:sldMkLst>
        <pc:spChg chg="mod">
          <ac:chgData name="Nahid Yazdani (staff)" userId="a8e01562-f8b0-488b-a4e4-01814e0a9c4d" providerId="ADAL" clId="{7ADC5C8B-9F74-5B89-B78E-6554C017459A}" dt="2025-11-13T15:33:46.253" v="998" actId="20577"/>
          <ac:spMkLst>
            <pc:docMk/>
            <pc:sldMk cId="4184386801" sldId="732"/>
            <ac:spMk id="3" creationId="{DFF1CB80-F6A7-B5D2-EF02-A8F67AE1F5B6}"/>
          </ac:spMkLst>
        </pc:spChg>
      </pc:sldChg>
      <pc:sldChg chg="addSp modSp mod">
        <pc:chgData name="Nahid Yazdani (staff)" userId="a8e01562-f8b0-488b-a4e4-01814e0a9c4d" providerId="ADAL" clId="{7ADC5C8B-9F74-5B89-B78E-6554C017459A}" dt="2025-11-13T16:24:44.299" v="1018" actId="58"/>
        <pc:sldMkLst>
          <pc:docMk/>
          <pc:sldMk cId="2698911977" sldId="735"/>
        </pc:sldMkLst>
        <pc:spChg chg="add mod">
          <ac:chgData name="Nahid Yazdani (staff)" userId="a8e01562-f8b0-488b-a4e4-01814e0a9c4d" providerId="ADAL" clId="{7ADC5C8B-9F74-5B89-B78E-6554C017459A}" dt="2025-11-13T14:55:36.185" v="394" actId="208"/>
          <ac:spMkLst>
            <pc:docMk/>
            <pc:sldMk cId="2698911977" sldId="735"/>
            <ac:spMk id="4" creationId="{9BF56A53-E27A-E37E-FA6D-B6E8E5C45D28}"/>
          </ac:spMkLst>
        </pc:spChg>
        <pc:spChg chg="add mod">
          <ac:chgData name="Nahid Yazdani (staff)" userId="a8e01562-f8b0-488b-a4e4-01814e0a9c4d" providerId="ADAL" clId="{7ADC5C8B-9F74-5B89-B78E-6554C017459A}" dt="2025-11-13T16:24:44.299" v="1018" actId="58"/>
          <ac:spMkLst>
            <pc:docMk/>
            <pc:sldMk cId="2698911977" sldId="735"/>
            <ac:spMk id="6" creationId="{AD7FBF0B-2B0E-ABB9-DA2D-2E35026E0FF0}"/>
          </ac:spMkLst>
        </pc:spChg>
        <pc:grpChg chg="add mod">
          <ac:chgData name="Nahid Yazdani (staff)" userId="a8e01562-f8b0-488b-a4e4-01814e0a9c4d" providerId="ADAL" clId="{7ADC5C8B-9F74-5B89-B78E-6554C017459A}" dt="2025-11-13T14:55:32.700" v="393" actId="1076"/>
          <ac:grpSpMkLst>
            <pc:docMk/>
            <pc:sldMk cId="2698911977" sldId="735"/>
            <ac:grpSpMk id="7" creationId="{65ED4001-C38C-4BA8-11F4-15F51D3857A1}"/>
          </ac:grpSpMkLst>
        </pc:grpChg>
      </pc:sldChg>
      <pc:sldChg chg="addSp modSp mod">
        <pc:chgData name="Nahid Yazdani (staff)" userId="a8e01562-f8b0-488b-a4e4-01814e0a9c4d" providerId="ADAL" clId="{7ADC5C8B-9F74-5B89-B78E-6554C017459A}" dt="2025-11-13T16:28:51.158" v="1062" actId="120"/>
        <pc:sldMkLst>
          <pc:docMk/>
          <pc:sldMk cId="3369738812" sldId="738"/>
        </pc:sldMkLst>
        <pc:spChg chg="add mod">
          <ac:chgData name="Nahid Yazdani (staff)" userId="a8e01562-f8b0-488b-a4e4-01814e0a9c4d" providerId="ADAL" clId="{7ADC5C8B-9F74-5B89-B78E-6554C017459A}" dt="2025-11-13T16:28:51.158" v="1062" actId="120"/>
          <ac:spMkLst>
            <pc:docMk/>
            <pc:sldMk cId="3369738812" sldId="738"/>
            <ac:spMk id="2" creationId="{00182BD6-0DA2-D631-D97C-BCB30427D859}"/>
          </ac:spMkLst>
        </pc:spChg>
        <pc:spChg chg="add mod">
          <ac:chgData name="Nahid Yazdani (staff)" userId="a8e01562-f8b0-488b-a4e4-01814e0a9c4d" providerId="ADAL" clId="{7ADC5C8B-9F74-5B89-B78E-6554C017459A}" dt="2025-11-13T15:29:26.559" v="988" actId="20577"/>
          <ac:spMkLst>
            <pc:docMk/>
            <pc:sldMk cId="3369738812" sldId="738"/>
            <ac:spMk id="5" creationId="{BC87F422-D1D7-845B-5715-800974427F41}"/>
          </ac:spMkLst>
        </pc:spChg>
        <pc:spChg chg="add mod">
          <ac:chgData name="Nahid Yazdani (staff)" userId="a8e01562-f8b0-488b-a4e4-01814e0a9c4d" providerId="ADAL" clId="{7ADC5C8B-9F74-5B89-B78E-6554C017459A}" dt="2025-11-13T16:27:55.540" v="1029" actId="20577"/>
          <ac:spMkLst>
            <pc:docMk/>
            <pc:sldMk cId="3369738812" sldId="738"/>
            <ac:spMk id="7" creationId="{03544C98-FBC0-EB15-2BD4-AF5F083A2C77}"/>
          </ac:spMkLst>
        </pc:spChg>
      </pc:sldChg>
      <pc:sldChg chg="addSp delSp modSp mod">
        <pc:chgData name="Nahid Yazdani (staff)" userId="a8e01562-f8b0-488b-a4e4-01814e0a9c4d" providerId="ADAL" clId="{7ADC5C8B-9F74-5B89-B78E-6554C017459A}" dt="2025-11-13T16:41:57.320" v="1080"/>
        <pc:sldMkLst>
          <pc:docMk/>
          <pc:sldMk cId="1492243643" sldId="739"/>
        </pc:sldMkLst>
        <pc:spChg chg="add del mod">
          <ac:chgData name="Nahid Yazdani (staff)" userId="a8e01562-f8b0-488b-a4e4-01814e0a9c4d" providerId="ADAL" clId="{7ADC5C8B-9F74-5B89-B78E-6554C017459A}" dt="2025-11-13T16:41:56.916" v="1079" actId="478"/>
          <ac:spMkLst>
            <pc:docMk/>
            <pc:sldMk cId="1492243643" sldId="739"/>
            <ac:spMk id="2" creationId="{7237AD0C-72BD-D69C-B631-15F01B569E31}"/>
          </ac:spMkLst>
        </pc:spChg>
        <pc:spChg chg="add mod">
          <ac:chgData name="Nahid Yazdani (staff)" userId="a8e01562-f8b0-488b-a4e4-01814e0a9c4d" providerId="ADAL" clId="{7ADC5C8B-9F74-5B89-B78E-6554C017459A}" dt="2025-11-13T16:41:57.320" v="1080"/>
          <ac:spMkLst>
            <pc:docMk/>
            <pc:sldMk cId="1492243643" sldId="739"/>
            <ac:spMk id="4" creationId="{E5008CFC-6C57-4FEE-FDEB-B35F60351694}"/>
          </ac:spMkLst>
        </pc:spChg>
      </pc:sldChg>
      <pc:sldChg chg="modSp">
        <pc:chgData name="Nahid Yazdani (staff)" userId="a8e01562-f8b0-488b-a4e4-01814e0a9c4d" providerId="ADAL" clId="{7ADC5C8B-9F74-5B89-B78E-6554C017459A}" dt="2025-11-13T16:36:45.069" v="1078" actId="20577"/>
        <pc:sldMkLst>
          <pc:docMk/>
          <pc:sldMk cId="1912658111" sldId="740"/>
        </pc:sldMkLst>
        <pc:spChg chg="mod">
          <ac:chgData name="Nahid Yazdani (staff)" userId="a8e01562-f8b0-488b-a4e4-01814e0a9c4d" providerId="ADAL" clId="{7ADC5C8B-9F74-5B89-B78E-6554C017459A}" dt="2025-11-13T16:36:45.069" v="1078" actId="20577"/>
          <ac:spMkLst>
            <pc:docMk/>
            <pc:sldMk cId="1912658111" sldId="740"/>
            <ac:spMk id="6" creationId="{39656836-60BF-3BF2-D90A-769A26CF1AC7}"/>
          </ac:spMkLst>
        </pc:spChg>
      </pc:sldChg>
      <pc:sldChg chg="addSp delSp modSp mod">
        <pc:chgData name="Nahid Yazdani (staff)" userId="a8e01562-f8b0-488b-a4e4-01814e0a9c4d" providerId="ADAL" clId="{7ADC5C8B-9F74-5B89-B78E-6554C017459A}" dt="2025-11-13T22:00:53.729" v="1407" actId="1076"/>
        <pc:sldMkLst>
          <pc:docMk/>
          <pc:sldMk cId="1045478787" sldId="741"/>
        </pc:sldMkLst>
        <pc:spChg chg="add del mod">
          <ac:chgData name="Nahid Yazdani (staff)" userId="a8e01562-f8b0-488b-a4e4-01814e0a9c4d" providerId="ADAL" clId="{7ADC5C8B-9F74-5B89-B78E-6554C017459A}" dt="2025-11-13T16:54:24.941" v="1169"/>
          <ac:spMkLst>
            <pc:docMk/>
            <pc:sldMk cId="1045478787" sldId="741"/>
            <ac:spMk id="2" creationId="{0F1B097B-20C8-2E95-24DF-35C25716D637}"/>
          </ac:spMkLst>
        </pc:spChg>
        <pc:spChg chg="add del mod">
          <ac:chgData name="Nahid Yazdani (staff)" userId="a8e01562-f8b0-488b-a4e4-01814e0a9c4d" providerId="ADAL" clId="{7ADC5C8B-9F74-5B89-B78E-6554C017459A}" dt="2025-11-13T16:54:24.876" v="1167" actId="21"/>
          <ac:spMkLst>
            <pc:docMk/>
            <pc:sldMk cId="1045478787" sldId="741"/>
            <ac:spMk id="5" creationId="{BA0D5B3D-EB01-867A-7155-7FE007011B87}"/>
          </ac:spMkLst>
        </pc:spChg>
        <pc:spChg chg="add mod">
          <ac:chgData name="Nahid Yazdani (staff)" userId="a8e01562-f8b0-488b-a4e4-01814e0a9c4d" providerId="ADAL" clId="{7ADC5C8B-9F74-5B89-B78E-6554C017459A}" dt="2025-11-13T16:58:49.458" v="1237" actId="20577"/>
          <ac:spMkLst>
            <pc:docMk/>
            <pc:sldMk cId="1045478787" sldId="741"/>
            <ac:spMk id="7" creationId="{10ABBDD3-0FCF-659D-8522-E2A77D063A9B}"/>
          </ac:spMkLst>
        </pc:spChg>
        <pc:spChg chg="add mod">
          <ac:chgData name="Nahid Yazdani (staff)" userId="a8e01562-f8b0-488b-a4e4-01814e0a9c4d" providerId="ADAL" clId="{7ADC5C8B-9F74-5B89-B78E-6554C017459A}" dt="2025-11-13T22:00:53.729" v="1407" actId="1076"/>
          <ac:spMkLst>
            <pc:docMk/>
            <pc:sldMk cId="1045478787" sldId="741"/>
            <ac:spMk id="8" creationId="{4DA22A88-C868-5FE1-DF12-6BCC7AD55AC5}"/>
          </ac:spMkLst>
        </pc:spChg>
        <pc:spChg chg="add mod">
          <ac:chgData name="Nahid Yazdani (staff)" userId="a8e01562-f8b0-488b-a4e4-01814e0a9c4d" providerId="ADAL" clId="{7ADC5C8B-9F74-5B89-B78E-6554C017459A}" dt="2025-11-13T16:58:53.060" v="1238" actId="1076"/>
          <ac:spMkLst>
            <pc:docMk/>
            <pc:sldMk cId="1045478787" sldId="741"/>
            <ac:spMk id="9" creationId="{70ACF8BC-9691-2C36-D0B6-02CBC7514983}"/>
          </ac:spMkLst>
        </pc:spChg>
        <pc:picChg chg="mod">
          <ac:chgData name="Nahid Yazdani (staff)" userId="a8e01562-f8b0-488b-a4e4-01814e0a9c4d" providerId="ADAL" clId="{7ADC5C8B-9F74-5B89-B78E-6554C017459A}" dt="2025-11-13T16:56:33.377" v="1185" actId="1076"/>
          <ac:picMkLst>
            <pc:docMk/>
            <pc:sldMk cId="1045478787" sldId="741"/>
            <ac:picMk id="6" creationId="{91AC5944-4AB3-DA87-B42A-9B34A35B8C11}"/>
          </ac:picMkLst>
        </pc:picChg>
      </pc:sldChg>
      <pc:sldChg chg="addSp delSp modSp del mod">
        <pc:chgData name="Nahid Yazdani (staff)" userId="a8e01562-f8b0-488b-a4e4-01814e0a9c4d" providerId="ADAL" clId="{7ADC5C8B-9F74-5B89-B78E-6554C017459A}" dt="2025-11-13T21:58:55.643" v="1308" actId="2696"/>
        <pc:sldMkLst>
          <pc:docMk/>
          <pc:sldMk cId="1242984158" sldId="742"/>
        </pc:sldMkLst>
        <pc:spChg chg="add del mod">
          <ac:chgData name="Nahid Yazdani (staff)" userId="a8e01562-f8b0-488b-a4e4-01814e0a9c4d" providerId="ADAL" clId="{7ADC5C8B-9F74-5B89-B78E-6554C017459A}" dt="2025-11-13T21:52:13.272" v="1251" actId="478"/>
          <ac:spMkLst>
            <pc:docMk/>
            <pc:sldMk cId="1242984158" sldId="742"/>
            <ac:spMk id="2" creationId="{CB616527-066F-83B4-8F1B-2F4ECC77E44A}"/>
          </ac:spMkLst>
        </pc:spChg>
        <pc:spChg chg="mod">
          <ac:chgData name="Nahid Yazdani (staff)" userId="a8e01562-f8b0-488b-a4e4-01814e0a9c4d" providerId="ADAL" clId="{7ADC5C8B-9F74-5B89-B78E-6554C017459A}" dt="2025-11-13T21:52:13.896" v="1252"/>
          <ac:spMkLst>
            <pc:docMk/>
            <pc:sldMk cId="1242984158" sldId="742"/>
            <ac:spMk id="5" creationId="{A2F3F8E2-2A30-42B0-6D4B-94613772C7B0}"/>
          </ac:spMkLst>
        </pc:spChg>
        <pc:spChg chg="mod">
          <ac:chgData name="Nahid Yazdani (staff)" userId="a8e01562-f8b0-488b-a4e4-01814e0a9c4d" providerId="ADAL" clId="{7ADC5C8B-9F74-5B89-B78E-6554C017459A}" dt="2025-11-13T21:52:13.896" v="1252"/>
          <ac:spMkLst>
            <pc:docMk/>
            <pc:sldMk cId="1242984158" sldId="742"/>
            <ac:spMk id="6" creationId="{E081DBB6-7005-6AC4-D5F4-32DF1DE4C59F}"/>
          </ac:spMkLst>
        </pc:spChg>
        <pc:spChg chg="add mod">
          <ac:chgData name="Nahid Yazdani (staff)" userId="a8e01562-f8b0-488b-a4e4-01814e0a9c4d" providerId="ADAL" clId="{7ADC5C8B-9F74-5B89-B78E-6554C017459A}" dt="2025-11-13T21:56:37.084" v="1262" actId="1035"/>
          <ac:spMkLst>
            <pc:docMk/>
            <pc:sldMk cId="1242984158" sldId="742"/>
            <ac:spMk id="8" creationId="{6148098C-7C7D-CF18-55BA-C36694304311}"/>
          </ac:spMkLst>
        </pc:spChg>
        <pc:spChg chg="add mod">
          <ac:chgData name="Nahid Yazdani (staff)" userId="a8e01562-f8b0-488b-a4e4-01814e0a9c4d" providerId="ADAL" clId="{7ADC5C8B-9F74-5B89-B78E-6554C017459A}" dt="2025-11-13T21:57:24.477" v="1266" actId="208"/>
          <ac:spMkLst>
            <pc:docMk/>
            <pc:sldMk cId="1242984158" sldId="742"/>
            <ac:spMk id="10" creationId="{6EDDB926-E6C2-79E5-1C9F-E5DCB1F926F8}"/>
          </ac:spMkLst>
        </pc:spChg>
        <pc:grpChg chg="add mod">
          <ac:chgData name="Nahid Yazdani (staff)" userId="a8e01562-f8b0-488b-a4e4-01814e0a9c4d" providerId="ADAL" clId="{7ADC5C8B-9F74-5B89-B78E-6554C017459A}" dt="2025-11-13T21:52:13.896" v="1252"/>
          <ac:grpSpMkLst>
            <pc:docMk/>
            <pc:sldMk cId="1242984158" sldId="742"/>
            <ac:grpSpMk id="4" creationId="{F190AB2C-4B6C-38CE-75E6-C40589E4D097}"/>
          </ac:grpSpMkLst>
        </pc:grpChg>
      </pc:sldChg>
      <pc:sldChg chg="addSp modSp mod">
        <pc:chgData name="Nahid Yazdani (staff)" userId="a8e01562-f8b0-488b-a4e4-01814e0a9c4d" providerId="ADAL" clId="{7ADC5C8B-9F74-5B89-B78E-6554C017459A}" dt="2025-11-13T16:29:16.894" v="1065" actId="20577"/>
        <pc:sldMkLst>
          <pc:docMk/>
          <pc:sldMk cId="2284775685" sldId="749"/>
        </pc:sldMkLst>
        <pc:spChg chg="add mod">
          <ac:chgData name="Nahid Yazdani (staff)" userId="a8e01562-f8b0-488b-a4e4-01814e0a9c4d" providerId="ADAL" clId="{7ADC5C8B-9F74-5B89-B78E-6554C017459A}" dt="2025-11-13T16:29:16.894" v="1065" actId="20577"/>
          <ac:spMkLst>
            <pc:docMk/>
            <pc:sldMk cId="2284775685" sldId="749"/>
            <ac:spMk id="4" creationId="{24EE3E0C-59B0-76A9-059F-B8FA260FD9A5}"/>
          </ac:spMkLst>
        </pc:spChg>
      </pc:sldChg>
      <pc:sldChg chg="addSp modSp mod">
        <pc:chgData name="Nahid Yazdani (staff)" userId="a8e01562-f8b0-488b-a4e4-01814e0a9c4d" providerId="ADAL" clId="{7ADC5C8B-9F74-5B89-B78E-6554C017459A}" dt="2025-11-13T22:14:36.341" v="1517" actId="20577"/>
        <pc:sldMkLst>
          <pc:docMk/>
          <pc:sldMk cId="3976365451" sldId="751"/>
        </pc:sldMkLst>
        <pc:spChg chg="mod">
          <ac:chgData name="Nahid Yazdani (staff)" userId="a8e01562-f8b0-488b-a4e4-01814e0a9c4d" providerId="ADAL" clId="{7ADC5C8B-9F74-5B89-B78E-6554C017459A}" dt="2025-11-13T22:14:36.341" v="1517" actId="20577"/>
          <ac:spMkLst>
            <pc:docMk/>
            <pc:sldMk cId="3976365451" sldId="751"/>
            <ac:spMk id="3" creationId="{156243F0-A104-5109-AA75-84E55783703E}"/>
          </ac:spMkLst>
        </pc:spChg>
        <pc:spChg chg="mod">
          <ac:chgData name="Nahid Yazdani (staff)" userId="a8e01562-f8b0-488b-a4e4-01814e0a9c4d" providerId="ADAL" clId="{7ADC5C8B-9F74-5B89-B78E-6554C017459A}" dt="2025-11-13T15:32:25.510" v="991"/>
          <ac:spMkLst>
            <pc:docMk/>
            <pc:sldMk cId="3976365451" sldId="751"/>
            <ac:spMk id="4" creationId="{EC860D63-51F5-15E2-C323-E97B4D97D6EE}"/>
          </ac:spMkLst>
        </pc:spChg>
        <pc:spChg chg="mod">
          <ac:chgData name="Nahid Yazdani (staff)" userId="a8e01562-f8b0-488b-a4e4-01814e0a9c4d" providerId="ADAL" clId="{7ADC5C8B-9F74-5B89-B78E-6554C017459A}" dt="2025-11-13T15:32:25.510" v="991"/>
          <ac:spMkLst>
            <pc:docMk/>
            <pc:sldMk cId="3976365451" sldId="751"/>
            <ac:spMk id="5" creationId="{8C5D9DF5-FB53-55F4-6BA0-BC0FAD41D1A8}"/>
          </ac:spMkLst>
        </pc:spChg>
        <pc:spChg chg="add mod">
          <ac:chgData name="Nahid Yazdani (staff)" userId="a8e01562-f8b0-488b-a4e4-01814e0a9c4d" providerId="ADAL" clId="{7ADC5C8B-9F74-5B89-B78E-6554C017459A}" dt="2025-11-13T22:04:50.326" v="1516" actId="1038"/>
          <ac:spMkLst>
            <pc:docMk/>
            <pc:sldMk cId="3976365451" sldId="751"/>
            <ac:spMk id="7" creationId="{06D08D10-666B-51D6-572D-D64B23819FC1}"/>
          </ac:spMkLst>
        </pc:spChg>
        <pc:spChg chg="add mod">
          <ac:chgData name="Nahid Yazdani (staff)" userId="a8e01562-f8b0-488b-a4e4-01814e0a9c4d" providerId="ADAL" clId="{7ADC5C8B-9F74-5B89-B78E-6554C017459A}" dt="2025-11-13T22:03:36.175" v="1499" actId="1076"/>
          <ac:spMkLst>
            <pc:docMk/>
            <pc:sldMk cId="3976365451" sldId="751"/>
            <ac:spMk id="8" creationId="{7464D6E0-9C1E-A03A-E41F-F53AAC509112}"/>
          </ac:spMkLst>
        </pc:spChg>
        <pc:spChg chg="add mod">
          <ac:chgData name="Nahid Yazdani (staff)" userId="a8e01562-f8b0-488b-a4e4-01814e0a9c4d" providerId="ADAL" clId="{7ADC5C8B-9F74-5B89-B78E-6554C017459A}" dt="2025-11-13T22:04:10.013" v="1504" actId="1076"/>
          <ac:spMkLst>
            <pc:docMk/>
            <pc:sldMk cId="3976365451" sldId="751"/>
            <ac:spMk id="10" creationId="{6BC2376A-FF4A-BD37-DA3D-A80E0942F4A0}"/>
          </ac:spMkLst>
        </pc:spChg>
        <pc:grpChg chg="add mod">
          <ac:chgData name="Nahid Yazdani (staff)" userId="a8e01562-f8b0-488b-a4e4-01814e0a9c4d" providerId="ADAL" clId="{7ADC5C8B-9F74-5B89-B78E-6554C017459A}" dt="2025-11-13T22:04:38.842" v="1508" actId="1037"/>
          <ac:grpSpMkLst>
            <pc:docMk/>
            <pc:sldMk cId="3976365451" sldId="751"/>
            <ac:grpSpMk id="2" creationId="{D8FD0C0F-66EE-DA76-FA66-BD0F5A63FE51}"/>
          </ac:grpSpMkLst>
        </pc:grpChg>
      </pc:sldChg>
      <pc:sldChg chg="addSp modSp mod modAnim">
        <pc:chgData name="Nahid Yazdani (staff)" userId="a8e01562-f8b0-488b-a4e4-01814e0a9c4d" providerId="ADAL" clId="{7ADC5C8B-9F74-5B89-B78E-6554C017459A}" dt="2025-11-13T21:22:05.472" v="1239"/>
        <pc:sldMkLst>
          <pc:docMk/>
          <pc:sldMk cId="4195977776" sldId="754"/>
        </pc:sldMkLst>
        <pc:spChg chg="add mod">
          <ac:chgData name="Nahid Yazdani (staff)" userId="a8e01562-f8b0-488b-a4e4-01814e0a9c4d" providerId="ADAL" clId="{7ADC5C8B-9F74-5B89-B78E-6554C017459A}" dt="2025-11-13T12:58:34.928" v="216" actId="1076"/>
          <ac:spMkLst>
            <pc:docMk/>
            <pc:sldMk cId="4195977776" sldId="754"/>
            <ac:spMk id="3" creationId="{B54102AB-E6D2-0E2A-203B-EA9F698DF240}"/>
          </ac:spMkLst>
        </pc:spChg>
        <pc:spChg chg="add mod">
          <ac:chgData name="Nahid Yazdani (staff)" userId="a8e01562-f8b0-488b-a4e4-01814e0a9c4d" providerId="ADAL" clId="{7ADC5C8B-9F74-5B89-B78E-6554C017459A}" dt="2025-11-13T12:58:39.297" v="217" actId="1076"/>
          <ac:spMkLst>
            <pc:docMk/>
            <pc:sldMk cId="4195977776" sldId="754"/>
            <ac:spMk id="6" creationId="{2F2BAC43-5891-7609-423C-182EF5B7F935}"/>
          </ac:spMkLst>
        </pc:spChg>
        <pc:spChg chg="add mod">
          <ac:chgData name="Nahid Yazdani (staff)" userId="a8e01562-f8b0-488b-a4e4-01814e0a9c4d" providerId="ADAL" clId="{7ADC5C8B-9F74-5B89-B78E-6554C017459A}" dt="2025-11-13T14:41:09.291" v="312" actId="14100"/>
          <ac:spMkLst>
            <pc:docMk/>
            <pc:sldMk cId="4195977776" sldId="754"/>
            <ac:spMk id="8" creationId="{BCB98B02-3CDB-00D9-12CC-C90CF5D7A6F3}"/>
          </ac:spMkLst>
        </pc:spChg>
        <pc:picChg chg="add mod">
          <ac:chgData name="Nahid Yazdani (staff)" userId="a8e01562-f8b0-488b-a4e4-01814e0a9c4d" providerId="ADAL" clId="{7ADC5C8B-9F74-5B89-B78E-6554C017459A}" dt="2025-11-13T14:40:41.492" v="300" actId="1076"/>
          <ac:picMkLst>
            <pc:docMk/>
            <pc:sldMk cId="4195977776" sldId="754"/>
            <ac:picMk id="7" creationId="{F9B5E975-6A0C-E598-59F6-18AADFEE2A3E}"/>
          </ac:picMkLst>
        </pc:picChg>
      </pc:sldChg>
      <pc:sldChg chg="addSp delSp modSp mod">
        <pc:chgData name="Nahid Yazdani (staff)" userId="a8e01562-f8b0-488b-a4e4-01814e0a9c4d" providerId="ADAL" clId="{7ADC5C8B-9F74-5B89-B78E-6554C017459A}" dt="2025-11-13T14:41:49.654" v="314" actId="14100"/>
        <pc:sldMkLst>
          <pc:docMk/>
          <pc:sldMk cId="831474247" sldId="767"/>
        </pc:sldMkLst>
        <pc:spChg chg="add mod">
          <ac:chgData name="Nahid Yazdani (staff)" userId="a8e01562-f8b0-488b-a4e4-01814e0a9c4d" providerId="ADAL" clId="{7ADC5C8B-9F74-5B89-B78E-6554C017459A}" dt="2025-11-13T14:38:20.987" v="287" actId="164"/>
          <ac:spMkLst>
            <pc:docMk/>
            <pc:sldMk cId="831474247" sldId="767"/>
            <ac:spMk id="3" creationId="{B9E7CE65-D681-C714-DF64-E603F9AB66EF}"/>
          </ac:spMkLst>
        </pc:spChg>
        <pc:spChg chg="add mod">
          <ac:chgData name="Nahid Yazdani (staff)" userId="a8e01562-f8b0-488b-a4e4-01814e0a9c4d" providerId="ADAL" clId="{7ADC5C8B-9F74-5B89-B78E-6554C017459A}" dt="2025-11-13T14:38:20.987" v="287" actId="164"/>
          <ac:spMkLst>
            <pc:docMk/>
            <pc:sldMk cId="831474247" sldId="767"/>
            <ac:spMk id="5" creationId="{8DE99CC6-59BB-87F7-89EE-D1A5055BFB99}"/>
          </ac:spMkLst>
        </pc:spChg>
        <pc:spChg chg="add del mod">
          <ac:chgData name="Nahid Yazdani (staff)" userId="a8e01562-f8b0-488b-a4e4-01814e0a9c4d" providerId="ADAL" clId="{7ADC5C8B-9F74-5B89-B78E-6554C017459A}" dt="2025-11-13T13:01:13.236" v="233" actId="478"/>
          <ac:spMkLst>
            <pc:docMk/>
            <pc:sldMk cId="831474247" sldId="767"/>
            <ac:spMk id="6" creationId="{BAB79FBC-2DCE-16F2-8A99-7AA5D698CEEC}"/>
          </ac:spMkLst>
        </pc:spChg>
        <pc:spChg chg="add mod">
          <ac:chgData name="Nahid Yazdani (staff)" userId="a8e01562-f8b0-488b-a4e4-01814e0a9c4d" providerId="ADAL" clId="{7ADC5C8B-9F74-5B89-B78E-6554C017459A}" dt="2025-11-13T14:38:20.987" v="287" actId="164"/>
          <ac:spMkLst>
            <pc:docMk/>
            <pc:sldMk cId="831474247" sldId="767"/>
            <ac:spMk id="8" creationId="{1D20D793-1B1A-45C7-FBB2-381BC0F1CEA5}"/>
          </ac:spMkLst>
        </pc:spChg>
        <pc:spChg chg="add del mod">
          <ac:chgData name="Nahid Yazdani (staff)" userId="a8e01562-f8b0-488b-a4e4-01814e0a9c4d" providerId="ADAL" clId="{7ADC5C8B-9F74-5B89-B78E-6554C017459A}" dt="2025-11-13T14:33:54.801" v="264" actId="21"/>
          <ac:spMkLst>
            <pc:docMk/>
            <pc:sldMk cId="831474247" sldId="767"/>
            <ac:spMk id="12" creationId="{B6AF6BB4-C556-BABD-06AE-B44D2C1A3AC3}"/>
          </ac:spMkLst>
        </pc:spChg>
        <pc:spChg chg="add mod">
          <ac:chgData name="Nahid Yazdani (staff)" userId="a8e01562-f8b0-488b-a4e4-01814e0a9c4d" providerId="ADAL" clId="{7ADC5C8B-9F74-5B89-B78E-6554C017459A}" dt="2025-11-13T14:38:20.987" v="287" actId="164"/>
          <ac:spMkLst>
            <pc:docMk/>
            <pc:sldMk cId="831474247" sldId="767"/>
            <ac:spMk id="13" creationId="{F42C4673-2DD3-C5C5-F8DC-D22FE5A03399}"/>
          </ac:spMkLst>
        </pc:spChg>
        <pc:spChg chg="add mod">
          <ac:chgData name="Nahid Yazdani (staff)" userId="a8e01562-f8b0-488b-a4e4-01814e0a9c4d" providerId="ADAL" clId="{7ADC5C8B-9F74-5B89-B78E-6554C017459A}" dt="2025-11-13T14:38:20.987" v="287" actId="164"/>
          <ac:spMkLst>
            <pc:docMk/>
            <pc:sldMk cId="831474247" sldId="767"/>
            <ac:spMk id="14" creationId="{48AFF4BE-CFE9-0100-67DD-1A9E09D5AE7D}"/>
          </ac:spMkLst>
        </pc:spChg>
        <pc:spChg chg="add del mod">
          <ac:chgData name="Nahid Yazdani (staff)" userId="a8e01562-f8b0-488b-a4e4-01814e0a9c4d" providerId="ADAL" clId="{7ADC5C8B-9F74-5B89-B78E-6554C017459A}" dt="2025-11-13T14:38:40.556" v="291" actId="21"/>
          <ac:spMkLst>
            <pc:docMk/>
            <pc:sldMk cId="831474247" sldId="767"/>
            <ac:spMk id="15" creationId="{0CC414EB-CC59-013C-D387-4B8872A6FA59}"/>
          </ac:spMkLst>
        </pc:spChg>
        <pc:grpChg chg="add mod">
          <ac:chgData name="Nahid Yazdani (staff)" userId="a8e01562-f8b0-488b-a4e4-01814e0a9c4d" providerId="ADAL" clId="{7ADC5C8B-9F74-5B89-B78E-6554C017459A}" dt="2025-11-13T14:38:20.987" v="287" actId="164"/>
          <ac:grpSpMkLst>
            <pc:docMk/>
            <pc:sldMk cId="831474247" sldId="767"/>
            <ac:grpSpMk id="16" creationId="{686174B5-BE8D-1007-1A49-444BA861ACD2}"/>
          </ac:grpSpMkLst>
        </pc:grpChg>
        <pc:picChg chg="add mod">
          <ac:chgData name="Nahid Yazdani (staff)" userId="a8e01562-f8b0-488b-a4e4-01814e0a9c4d" providerId="ADAL" clId="{7ADC5C8B-9F74-5B89-B78E-6554C017459A}" dt="2025-11-13T14:41:49.654" v="314" actId="14100"/>
          <ac:picMkLst>
            <pc:docMk/>
            <pc:sldMk cId="831474247" sldId="767"/>
            <ac:picMk id="17" creationId="{34F3EB26-FDE8-327D-7402-D639947BC892}"/>
          </ac:picMkLst>
        </pc:picChg>
        <pc:cxnChg chg="add mod">
          <ac:chgData name="Nahid Yazdani (staff)" userId="a8e01562-f8b0-488b-a4e4-01814e0a9c4d" providerId="ADAL" clId="{7ADC5C8B-9F74-5B89-B78E-6554C017459A}" dt="2025-11-13T14:38:20.987" v="287" actId="164"/>
          <ac:cxnSpMkLst>
            <pc:docMk/>
            <pc:sldMk cId="831474247" sldId="767"/>
            <ac:cxnSpMk id="10" creationId="{FDA98517-F2D2-3A3C-274D-C084CF05A69C}"/>
          </ac:cxnSpMkLst>
        </pc:cxnChg>
      </pc:sldChg>
      <pc:sldChg chg="delSp modSp del mod">
        <pc:chgData name="Nahid Yazdani (staff)" userId="a8e01562-f8b0-488b-a4e4-01814e0a9c4d" providerId="ADAL" clId="{7ADC5C8B-9F74-5B89-B78E-6554C017459A}" dt="2025-11-13T15:23:46.647" v="938" actId="2696"/>
        <pc:sldMkLst>
          <pc:docMk/>
          <pc:sldMk cId="679632619" sldId="770"/>
        </pc:sldMkLst>
        <pc:spChg chg="mod">
          <ac:chgData name="Nahid Yazdani (staff)" userId="a8e01562-f8b0-488b-a4e4-01814e0a9c4d" providerId="ADAL" clId="{7ADC5C8B-9F74-5B89-B78E-6554C017459A}" dt="2025-11-13T15:16:46.316" v="723" actId="21"/>
          <ac:spMkLst>
            <pc:docMk/>
            <pc:sldMk cId="679632619" sldId="770"/>
            <ac:spMk id="2" creationId="{BE1B5D55-F373-438B-7CCF-49C79DB678C1}"/>
          </ac:spMkLst>
        </pc:spChg>
        <pc:graphicFrameChg chg="del">
          <ac:chgData name="Nahid Yazdani (staff)" userId="a8e01562-f8b0-488b-a4e4-01814e0a9c4d" providerId="ADAL" clId="{7ADC5C8B-9F74-5B89-B78E-6554C017459A}" dt="2025-11-13T15:16:16.821" v="673" actId="478"/>
          <ac:graphicFrameMkLst>
            <pc:docMk/>
            <pc:sldMk cId="679632619" sldId="770"/>
            <ac:graphicFrameMk id="3" creationId="{FCD49A32-DFD9-6550-804D-2D83EFB514EC}"/>
          </ac:graphicFrameMkLst>
        </pc:graphicFrameChg>
      </pc:sldChg>
      <pc:sldChg chg="addSp delSp modSp add del mod modNotesTx">
        <pc:chgData name="Nahid Yazdani (staff)" userId="a8e01562-f8b0-488b-a4e4-01814e0a9c4d" providerId="ADAL" clId="{7ADC5C8B-9F74-5B89-B78E-6554C017459A}" dt="2025-11-13T15:33:37.233" v="997" actId="1076"/>
        <pc:sldMkLst>
          <pc:docMk/>
          <pc:sldMk cId="597039081" sldId="771"/>
        </pc:sldMkLst>
        <pc:spChg chg="mod">
          <ac:chgData name="Nahid Yazdani (staff)" userId="a8e01562-f8b0-488b-a4e4-01814e0a9c4d" providerId="ADAL" clId="{7ADC5C8B-9F74-5B89-B78E-6554C017459A}" dt="2025-11-13T15:33:34.965" v="996" actId="1076"/>
          <ac:spMkLst>
            <pc:docMk/>
            <pc:sldMk cId="597039081" sldId="771"/>
            <ac:spMk id="2" creationId="{28B4CCB4-2639-E105-8180-7953CBDF3A83}"/>
          </ac:spMkLst>
        </pc:spChg>
        <pc:spChg chg="del">
          <ac:chgData name="Nahid Yazdani (staff)" userId="a8e01562-f8b0-488b-a4e4-01814e0a9c4d" providerId="ADAL" clId="{7ADC5C8B-9F74-5B89-B78E-6554C017459A}" dt="2025-11-13T15:16:40.811" v="722" actId="478"/>
          <ac:spMkLst>
            <pc:docMk/>
            <pc:sldMk cId="597039081" sldId="771"/>
            <ac:spMk id="3" creationId="{240147BC-5B82-974F-44BE-4A4DB551CD0D}"/>
          </ac:spMkLst>
        </pc:spChg>
        <pc:spChg chg="del">
          <ac:chgData name="Nahid Yazdani (staff)" userId="a8e01562-f8b0-488b-a4e4-01814e0a9c4d" providerId="ADAL" clId="{7ADC5C8B-9F74-5B89-B78E-6554C017459A}" dt="2025-11-13T15:18:15.931" v="754" actId="478"/>
          <ac:spMkLst>
            <pc:docMk/>
            <pc:sldMk cId="597039081" sldId="771"/>
            <ac:spMk id="6" creationId="{7EEAD54C-EBB3-4F53-2BBE-178759BDC503}"/>
          </ac:spMkLst>
        </pc:spChg>
        <pc:spChg chg="add del mod">
          <ac:chgData name="Nahid Yazdani (staff)" userId="a8e01562-f8b0-488b-a4e4-01814e0a9c4d" providerId="ADAL" clId="{7ADC5C8B-9F74-5B89-B78E-6554C017459A}" dt="2025-11-13T15:22:13.030" v="907" actId="478"/>
          <ac:spMkLst>
            <pc:docMk/>
            <pc:sldMk cId="597039081" sldId="771"/>
            <ac:spMk id="8" creationId="{78991965-5784-5208-9E7E-3A762B522287}"/>
          </ac:spMkLst>
        </pc:spChg>
        <pc:spChg chg="add del mod">
          <ac:chgData name="Nahid Yazdani (staff)" userId="a8e01562-f8b0-488b-a4e4-01814e0a9c4d" providerId="ADAL" clId="{7ADC5C8B-9F74-5B89-B78E-6554C017459A}" dt="2025-11-13T15:22:29.592" v="923" actId="478"/>
          <ac:spMkLst>
            <pc:docMk/>
            <pc:sldMk cId="597039081" sldId="771"/>
            <ac:spMk id="10" creationId="{7F5F0E37-C166-CE43-0ED3-6DE79A497AC2}"/>
          </ac:spMkLst>
        </pc:spChg>
        <pc:spChg chg="add mod">
          <ac:chgData name="Nahid Yazdani (staff)" userId="a8e01562-f8b0-488b-a4e4-01814e0a9c4d" providerId="ADAL" clId="{7ADC5C8B-9F74-5B89-B78E-6554C017459A}" dt="2025-11-13T15:23:32.030" v="937" actId="14100"/>
          <ac:spMkLst>
            <pc:docMk/>
            <pc:sldMk cId="597039081" sldId="771"/>
            <ac:spMk id="12" creationId="{D818536F-49DC-BEA4-015B-4AE9BCF5D32B}"/>
          </ac:spMkLst>
        </pc:spChg>
        <pc:picChg chg="add mod">
          <ac:chgData name="Nahid Yazdani (staff)" userId="a8e01562-f8b0-488b-a4e4-01814e0a9c4d" providerId="ADAL" clId="{7ADC5C8B-9F74-5B89-B78E-6554C017459A}" dt="2025-11-13T15:33:37.233" v="997" actId="1076"/>
          <ac:picMkLst>
            <pc:docMk/>
            <pc:sldMk cId="597039081" sldId="771"/>
            <ac:picMk id="14" creationId="{645C9F22-8A8C-FC25-27F0-5C556DFE081F}"/>
          </ac:picMkLst>
        </pc:picChg>
      </pc:sldChg>
      <pc:sldChg chg="addSp modSp mod">
        <pc:chgData name="Nahid Yazdani (staff)" userId="a8e01562-f8b0-488b-a4e4-01814e0a9c4d" providerId="ADAL" clId="{7ADC5C8B-9F74-5B89-B78E-6554C017459A}" dt="2025-11-13T15:27:48.283" v="959" actId="13926"/>
        <pc:sldMkLst>
          <pc:docMk/>
          <pc:sldMk cId="1741773000" sldId="772"/>
        </pc:sldMkLst>
        <pc:spChg chg="mod">
          <ac:chgData name="Nahid Yazdani (staff)" userId="a8e01562-f8b0-488b-a4e4-01814e0a9c4d" providerId="ADAL" clId="{7ADC5C8B-9F74-5B89-B78E-6554C017459A}" dt="2025-11-13T14:38:24.821" v="288"/>
          <ac:spMkLst>
            <pc:docMk/>
            <pc:sldMk cId="1741773000" sldId="772"/>
            <ac:spMk id="3" creationId="{6B130465-3500-2D52-F96D-53A882917A5B}"/>
          </ac:spMkLst>
        </pc:spChg>
        <pc:spChg chg="mod">
          <ac:chgData name="Nahid Yazdani (staff)" userId="a8e01562-f8b0-488b-a4e4-01814e0a9c4d" providerId="ADAL" clId="{7ADC5C8B-9F74-5B89-B78E-6554C017459A}" dt="2025-11-13T15:27:48.283" v="959" actId="13926"/>
          <ac:spMkLst>
            <pc:docMk/>
            <pc:sldMk cId="1741773000" sldId="772"/>
            <ac:spMk id="4" creationId="{96CEA41A-4833-BB44-E3F7-2E51FC4E81AF}"/>
          </ac:spMkLst>
        </pc:spChg>
        <pc:spChg chg="mod">
          <ac:chgData name="Nahid Yazdani (staff)" userId="a8e01562-f8b0-488b-a4e4-01814e0a9c4d" providerId="ADAL" clId="{7ADC5C8B-9F74-5B89-B78E-6554C017459A}" dt="2025-11-13T14:38:24.821" v="288"/>
          <ac:spMkLst>
            <pc:docMk/>
            <pc:sldMk cId="1741773000" sldId="772"/>
            <ac:spMk id="5" creationId="{B3288E3D-185D-B56B-E69C-E7BA7AFC46E5}"/>
          </ac:spMkLst>
        </pc:spChg>
        <pc:spChg chg="mod">
          <ac:chgData name="Nahid Yazdani (staff)" userId="a8e01562-f8b0-488b-a4e4-01814e0a9c4d" providerId="ADAL" clId="{7ADC5C8B-9F74-5B89-B78E-6554C017459A}" dt="2025-11-13T14:38:24.821" v="288"/>
          <ac:spMkLst>
            <pc:docMk/>
            <pc:sldMk cId="1741773000" sldId="772"/>
            <ac:spMk id="6" creationId="{65F820BD-9E93-2618-7AB5-3C417B3307B9}"/>
          </ac:spMkLst>
        </pc:spChg>
        <pc:spChg chg="mod">
          <ac:chgData name="Nahid Yazdani (staff)" userId="a8e01562-f8b0-488b-a4e4-01814e0a9c4d" providerId="ADAL" clId="{7ADC5C8B-9F74-5B89-B78E-6554C017459A}" dt="2025-11-13T14:38:24.821" v="288"/>
          <ac:spMkLst>
            <pc:docMk/>
            <pc:sldMk cId="1741773000" sldId="772"/>
            <ac:spMk id="8" creationId="{5A9531C3-C36D-62F5-0C63-7BFAFE31D7EF}"/>
          </ac:spMkLst>
        </pc:spChg>
        <pc:spChg chg="mod">
          <ac:chgData name="Nahid Yazdani (staff)" userId="a8e01562-f8b0-488b-a4e4-01814e0a9c4d" providerId="ADAL" clId="{7ADC5C8B-9F74-5B89-B78E-6554C017459A}" dt="2025-11-13T14:38:24.821" v="288"/>
          <ac:spMkLst>
            <pc:docMk/>
            <pc:sldMk cId="1741773000" sldId="772"/>
            <ac:spMk id="9" creationId="{9C652780-F179-05A1-EC8B-1B40C6CF8700}"/>
          </ac:spMkLst>
        </pc:spChg>
        <pc:grpChg chg="add mod">
          <ac:chgData name="Nahid Yazdani (staff)" userId="a8e01562-f8b0-488b-a4e4-01814e0a9c4d" providerId="ADAL" clId="{7ADC5C8B-9F74-5B89-B78E-6554C017459A}" dt="2025-11-13T14:38:24.821" v="288"/>
          <ac:grpSpMkLst>
            <pc:docMk/>
            <pc:sldMk cId="1741773000" sldId="772"/>
            <ac:grpSpMk id="2" creationId="{50617C8E-318F-6003-F220-05632A2419A0}"/>
          </ac:grpSpMkLst>
        </pc:grpChg>
        <pc:cxnChg chg="mod">
          <ac:chgData name="Nahid Yazdani (staff)" userId="a8e01562-f8b0-488b-a4e4-01814e0a9c4d" providerId="ADAL" clId="{7ADC5C8B-9F74-5B89-B78E-6554C017459A}" dt="2025-11-13T14:38:24.821" v="288"/>
          <ac:cxnSpMkLst>
            <pc:docMk/>
            <pc:sldMk cId="1741773000" sldId="772"/>
            <ac:cxnSpMk id="7" creationId="{B5E69CD0-7635-270A-62ED-BF89D3996401}"/>
          </ac:cxnSpMkLst>
        </pc:cxnChg>
      </pc:sldChg>
      <pc:sldChg chg="addSp modSp mod ord">
        <pc:chgData name="Nahid Yazdani (staff)" userId="a8e01562-f8b0-488b-a4e4-01814e0a9c4d" providerId="ADAL" clId="{7ADC5C8B-9F74-5B89-B78E-6554C017459A}" dt="2025-11-13T14:39:24.710" v="296" actId="13926"/>
        <pc:sldMkLst>
          <pc:docMk/>
          <pc:sldMk cId="2650533026" sldId="773"/>
        </pc:sldMkLst>
        <pc:spChg chg="mod">
          <ac:chgData name="Nahid Yazdani (staff)" userId="a8e01562-f8b0-488b-a4e4-01814e0a9c4d" providerId="ADAL" clId="{7ADC5C8B-9F74-5B89-B78E-6554C017459A}" dt="2025-11-13T14:38:27.415" v="289"/>
          <ac:spMkLst>
            <pc:docMk/>
            <pc:sldMk cId="2650533026" sldId="773"/>
            <ac:spMk id="3" creationId="{3A720E5F-76DA-61BB-9FED-9C9A4619C67F}"/>
          </ac:spMkLst>
        </pc:spChg>
        <pc:spChg chg="mod">
          <ac:chgData name="Nahid Yazdani (staff)" userId="a8e01562-f8b0-488b-a4e4-01814e0a9c4d" providerId="ADAL" clId="{7ADC5C8B-9F74-5B89-B78E-6554C017459A}" dt="2025-11-13T14:39:24.710" v="296" actId="13926"/>
          <ac:spMkLst>
            <pc:docMk/>
            <pc:sldMk cId="2650533026" sldId="773"/>
            <ac:spMk id="4" creationId="{8657E2E0-8E3C-1977-0708-00E74532734A}"/>
          </ac:spMkLst>
        </pc:spChg>
        <pc:spChg chg="mod">
          <ac:chgData name="Nahid Yazdani (staff)" userId="a8e01562-f8b0-488b-a4e4-01814e0a9c4d" providerId="ADAL" clId="{7ADC5C8B-9F74-5B89-B78E-6554C017459A}" dt="2025-11-13T14:38:27.415" v="289"/>
          <ac:spMkLst>
            <pc:docMk/>
            <pc:sldMk cId="2650533026" sldId="773"/>
            <ac:spMk id="5" creationId="{4B4DC2CC-E8E2-151B-4C11-92B2AC7026DB}"/>
          </ac:spMkLst>
        </pc:spChg>
        <pc:spChg chg="mod">
          <ac:chgData name="Nahid Yazdani (staff)" userId="a8e01562-f8b0-488b-a4e4-01814e0a9c4d" providerId="ADAL" clId="{7ADC5C8B-9F74-5B89-B78E-6554C017459A}" dt="2025-11-13T14:38:27.415" v="289"/>
          <ac:spMkLst>
            <pc:docMk/>
            <pc:sldMk cId="2650533026" sldId="773"/>
            <ac:spMk id="6" creationId="{F240E962-7791-D2F5-E765-3012D912A379}"/>
          </ac:spMkLst>
        </pc:spChg>
        <pc:spChg chg="mod">
          <ac:chgData name="Nahid Yazdani (staff)" userId="a8e01562-f8b0-488b-a4e4-01814e0a9c4d" providerId="ADAL" clId="{7ADC5C8B-9F74-5B89-B78E-6554C017459A}" dt="2025-11-13T14:38:27.415" v="289"/>
          <ac:spMkLst>
            <pc:docMk/>
            <pc:sldMk cId="2650533026" sldId="773"/>
            <ac:spMk id="8" creationId="{92B0FE78-A1BD-0A4E-4E9A-F0EA08A9909B}"/>
          </ac:spMkLst>
        </pc:spChg>
        <pc:spChg chg="mod">
          <ac:chgData name="Nahid Yazdani (staff)" userId="a8e01562-f8b0-488b-a4e4-01814e0a9c4d" providerId="ADAL" clId="{7ADC5C8B-9F74-5B89-B78E-6554C017459A}" dt="2025-11-13T14:38:27.415" v="289"/>
          <ac:spMkLst>
            <pc:docMk/>
            <pc:sldMk cId="2650533026" sldId="773"/>
            <ac:spMk id="9" creationId="{9696211E-AAA5-6DD9-6787-5E4010D7C438}"/>
          </ac:spMkLst>
        </pc:spChg>
        <pc:grpChg chg="add mod">
          <ac:chgData name="Nahid Yazdani (staff)" userId="a8e01562-f8b0-488b-a4e4-01814e0a9c4d" providerId="ADAL" clId="{7ADC5C8B-9F74-5B89-B78E-6554C017459A}" dt="2025-11-13T14:38:27.415" v="289"/>
          <ac:grpSpMkLst>
            <pc:docMk/>
            <pc:sldMk cId="2650533026" sldId="773"/>
            <ac:grpSpMk id="2" creationId="{FDA057E9-9F52-917C-F6CB-8200AD5EE1CE}"/>
          </ac:grpSpMkLst>
        </pc:grpChg>
        <pc:cxnChg chg="mod">
          <ac:chgData name="Nahid Yazdani (staff)" userId="a8e01562-f8b0-488b-a4e4-01814e0a9c4d" providerId="ADAL" clId="{7ADC5C8B-9F74-5B89-B78E-6554C017459A}" dt="2025-11-13T14:38:27.415" v="289"/>
          <ac:cxnSpMkLst>
            <pc:docMk/>
            <pc:sldMk cId="2650533026" sldId="773"/>
            <ac:cxnSpMk id="7" creationId="{912DA965-55A5-1EC5-FBB6-FBC4D337CC9A}"/>
          </ac:cxnSpMkLst>
        </pc:cxnChg>
      </pc:sldChg>
      <pc:sldChg chg="modSp add mod">
        <pc:chgData name="Nahid Yazdani (staff)" userId="a8e01562-f8b0-488b-a4e4-01814e0a9c4d" providerId="ADAL" clId="{7ADC5C8B-9F74-5B89-B78E-6554C017459A}" dt="2025-11-13T15:27:37.088" v="958" actId="13926"/>
        <pc:sldMkLst>
          <pc:docMk/>
          <pc:sldMk cId="2602807615" sldId="774"/>
        </pc:sldMkLst>
        <pc:spChg chg="mod">
          <ac:chgData name="Nahid Yazdani (staff)" userId="a8e01562-f8b0-488b-a4e4-01814e0a9c4d" providerId="ADAL" clId="{7ADC5C8B-9F74-5B89-B78E-6554C017459A}" dt="2025-11-13T15:27:37.088" v="958" actId="13926"/>
          <ac:spMkLst>
            <pc:docMk/>
            <pc:sldMk cId="2602807615" sldId="774"/>
            <ac:spMk id="4" creationId="{4345DD64-2156-B517-2499-0A93FE2AD6A0}"/>
          </ac:spMkLst>
        </pc:spChg>
      </pc:sldChg>
      <pc:sldChg chg="addSp delSp modSp new del mod">
        <pc:chgData name="Nahid Yazdani (staff)" userId="a8e01562-f8b0-488b-a4e4-01814e0a9c4d" providerId="ADAL" clId="{7ADC5C8B-9F74-5B89-B78E-6554C017459A}" dt="2025-11-13T14:37:44.823" v="271" actId="2696"/>
        <pc:sldMkLst>
          <pc:docMk/>
          <pc:sldMk cId="4013416466" sldId="774"/>
        </pc:sldMkLst>
        <pc:spChg chg="del mod">
          <ac:chgData name="Nahid Yazdani (staff)" userId="a8e01562-f8b0-488b-a4e4-01814e0a9c4d" providerId="ADAL" clId="{7ADC5C8B-9F74-5B89-B78E-6554C017459A}" dt="2025-11-13T12:53:51.161" v="149" actId="478"/>
          <ac:spMkLst>
            <pc:docMk/>
            <pc:sldMk cId="4013416466" sldId="774"/>
            <ac:spMk id="3" creationId="{4D1920C3-7764-FEFE-A039-CA084F393023}"/>
          </ac:spMkLst>
        </pc:spChg>
        <pc:spChg chg="del mod">
          <ac:chgData name="Nahid Yazdani (staff)" userId="a8e01562-f8b0-488b-a4e4-01814e0a9c4d" providerId="ADAL" clId="{7ADC5C8B-9F74-5B89-B78E-6554C017459A}" dt="2025-11-13T12:53:49.735" v="148" actId="478"/>
          <ac:spMkLst>
            <pc:docMk/>
            <pc:sldMk cId="4013416466" sldId="774"/>
            <ac:spMk id="4" creationId="{0F512660-BA75-07D8-9C8E-7F77E9A83290}"/>
          </ac:spMkLst>
        </pc:spChg>
        <pc:spChg chg="add del">
          <ac:chgData name="Nahid Yazdani (staff)" userId="a8e01562-f8b0-488b-a4e4-01814e0a9c4d" providerId="ADAL" clId="{7ADC5C8B-9F74-5B89-B78E-6554C017459A}" dt="2025-11-13T12:51:15.051" v="31"/>
          <ac:spMkLst>
            <pc:docMk/>
            <pc:sldMk cId="4013416466" sldId="774"/>
            <ac:spMk id="5" creationId="{96AF7184-689A-213E-0F76-180B895ECD34}"/>
          </ac:spMkLst>
        </pc:spChg>
        <pc:spChg chg="add mod">
          <ac:chgData name="Nahid Yazdani (staff)" userId="a8e01562-f8b0-488b-a4e4-01814e0a9c4d" providerId="ADAL" clId="{7ADC5C8B-9F74-5B89-B78E-6554C017459A}" dt="2025-11-13T12:50:57.387" v="24"/>
          <ac:spMkLst>
            <pc:docMk/>
            <pc:sldMk cId="4013416466" sldId="774"/>
            <ac:spMk id="7" creationId="{D3AC2F61-EFF5-C602-A690-C84B6AB9D33B}"/>
          </ac:spMkLst>
        </pc:spChg>
        <pc:spChg chg="add mod">
          <ac:chgData name="Nahid Yazdani (staff)" userId="a8e01562-f8b0-488b-a4e4-01814e0a9c4d" providerId="ADAL" clId="{7ADC5C8B-9F74-5B89-B78E-6554C017459A}" dt="2025-11-13T12:50:58.805" v="26"/>
          <ac:spMkLst>
            <pc:docMk/>
            <pc:sldMk cId="4013416466" sldId="774"/>
            <ac:spMk id="8" creationId="{3C47AB91-E418-6302-6C2C-0F743D4EF34F}"/>
          </ac:spMkLst>
        </pc:spChg>
        <pc:spChg chg="add mod">
          <ac:chgData name="Nahid Yazdani (staff)" userId="a8e01562-f8b0-488b-a4e4-01814e0a9c4d" providerId="ADAL" clId="{7ADC5C8B-9F74-5B89-B78E-6554C017459A}" dt="2025-11-13T12:51:08.211" v="28"/>
          <ac:spMkLst>
            <pc:docMk/>
            <pc:sldMk cId="4013416466" sldId="774"/>
            <ac:spMk id="9" creationId="{103E5886-5900-00FE-EDA6-62F0B3516FE0}"/>
          </ac:spMkLst>
        </pc:spChg>
        <pc:spChg chg="add mod">
          <ac:chgData name="Nahid Yazdani (staff)" userId="a8e01562-f8b0-488b-a4e4-01814e0a9c4d" providerId="ADAL" clId="{7ADC5C8B-9F74-5B89-B78E-6554C017459A}" dt="2025-11-13T12:51:10.052" v="30"/>
          <ac:spMkLst>
            <pc:docMk/>
            <pc:sldMk cId="4013416466" sldId="774"/>
            <ac:spMk id="10" creationId="{133F251C-5594-3085-F5C4-FB2745E9E992}"/>
          </ac:spMkLst>
        </pc:spChg>
        <pc:spChg chg="add mod">
          <ac:chgData name="Nahid Yazdani (staff)" userId="a8e01562-f8b0-488b-a4e4-01814e0a9c4d" providerId="ADAL" clId="{7ADC5C8B-9F74-5B89-B78E-6554C017459A}" dt="2025-11-13T12:56:55.697" v="209" actId="5793"/>
          <ac:spMkLst>
            <pc:docMk/>
            <pc:sldMk cId="4013416466" sldId="774"/>
            <ac:spMk id="11" creationId="{61F7EBC4-4E70-A203-1EE9-06C94D9FCACC}"/>
          </ac:spMkLst>
        </pc:spChg>
        <pc:spChg chg="add mod">
          <ac:chgData name="Nahid Yazdani (staff)" userId="a8e01562-f8b0-488b-a4e4-01814e0a9c4d" providerId="ADAL" clId="{7ADC5C8B-9F74-5B89-B78E-6554C017459A}" dt="2025-11-13T12:56:46.590" v="208" actId="20577"/>
          <ac:spMkLst>
            <pc:docMk/>
            <pc:sldMk cId="4013416466" sldId="774"/>
            <ac:spMk id="13" creationId="{FF2D82A9-32CC-79FB-1EA1-9C0165A892B3}"/>
          </ac:spMkLst>
        </pc:spChg>
        <pc:spChg chg="add mod">
          <ac:chgData name="Nahid Yazdani (staff)" userId="a8e01562-f8b0-488b-a4e4-01814e0a9c4d" providerId="ADAL" clId="{7ADC5C8B-9F74-5B89-B78E-6554C017459A}" dt="2025-11-13T12:53:51.161" v="149" actId="478"/>
          <ac:spMkLst>
            <pc:docMk/>
            <pc:sldMk cId="4013416466" sldId="774"/>
            <ac:spMk id="15" creationId="{0D0E531C-0C3A-08F7-FEE6-FA440FE9CFBF}"/>
          </ac:spMkLst>
        </pc:spChg>
        <pc:spChg chg="add mod">
          <ac:chgData name="Nahid Yazdani (staff)" userId="a8e01562-f8b0-488b-a4e4-01814e0a9c4d" providerId="ADAL" clId="{7ADC5C8B-9F74-5B89-B78E-6554C017459A}" dt="2025-11-13T12:54:10.010" v="151" actId="14100"/>
          <ac:spMkLst>
            <pc:docMk/>
            <pc:sldMk cId="4013416466" sldId="774"/>
            <ac:spMk id="16" creationId="{D2739895-ACD2-36C2-C652-66CED9D48408}"/>
          </ac:spMkLst>
        </pc:spChg>
      </pc:sldChg>
      <pc:sldChg chg="new del">
        <pc:chgData name="Nahid Yazdani (staff)" userId="a8e01562-f8b0-488b-a4e4-01814e0a9c4d" providerId="ADAL" clId="{7ADC5C8B-9F74-5B89-B78E-6554C017459A}" dt="2025-11-13T21:36:03.026" v="1247" actId="680"/>
        <pc:sldMkLst>
          <pc:docMk/>
          <pc:sldMk cId="507419892" sldId="775"/>
        </pc:sldMkLst>
      </pc:sldChg>
      <pc:sldChg chg="add">
        <pc:chgData name="Nahid Yazdani (staff)" userId="a8e01562-f8b0-488b-a4e4-01814e0a9c4d" providerId="ADAL" clId="{7ADC5C8B-9F74-5B89-B78E-6554C017459A}" dt="2025-11-13T21:36:14.503" v="1248"/>
        <pc:sldMkLst>
          <pc:docMk/>
          <pc:sldMk cId="542287811" sldId="775"/>
        </pc:sldMkLst>
      </pc:sldChg>
      <pc:sldChg chg="new del">
        <pc:chgData name="Nahid Yazdani (staff)" userId="a8e01562-f8b0-488b-a4e4-01814e0a9c4d" providerId="ADAL" clId="{7ADC5C8B-9F74-5B89-B78E-6554C017459A}" dt="2025-11-13T15:44:05.147" v="1002" actId="2696"/>
        <pc:sldMkLst>
          <pc:docMk/>
          <pc:sldMk cId="1135975598" sldId="775"/>
        </pc:sldMkLst>
      </pc:sldChg>
      <pc:sldChg chg="addSp delSp modSp new del mod">
        <pc:chgData name="Nahid Yazdani (staff)" userId="a8e01562-f8b0-488b-a4e4-01814e0a9c4d" providerId="ADAL" clId="{7ADC5C8B-9F74-5B89-B78E-6554C017459A}" dt="2025-11-13T12:57:05.212" v="210" actId="2696"/>
        <pc:sldMkLst>
          <pc:docMk/>
          <pc:sldMk cId="3754979926" sldId="775"/>
        </pc:sldMkLst>
        <pc:spChg chg="add del">
          <ac:chgData name="Nahid Yazdani (staff)" userId="a8e01562-f8b0-488b-a4e4-01814e0a9c4d" providerId="ADAL" clId="{7ADC5C8B-9F74-5B89-B78E-6554C017459A}" dt="2025-11-13T12:17:47.469" v="4"/>
          <ac:spMkLst>
            <pc:docMk/>
            <pc:sldMk cId="3754979926" sldId="775"/>
            <ac:spMk id="3" creationId="{CDC97176-DB9B-028B-F6C0-77F55973189D}"/>
          </ac:spMkLst>
        </pc:spChg>
        <pc:spChg chg="add mod">
          <ac:chgData name="Nahid Yazdani (staff)" userId="a8e01562-f8b0-488b-a4e4-01814e0a9c4d" providerId="ADAL" clId="{7ADC5C8B-9F74-5B89-B78E-6554C017459A}" dt="2025-11-13T12:17:47.469" v="4"/>
          <ac:spMkLst>
            <pc:docMk/>
            <pc:sldMk cId="3754979926" sldId="775"/>
            <ac:spMk id="5" creationId="{6388D548-69C2-6735-F62A-A69AABE87D83}"/>
          </ac:spMkLst>
        </pc:spChg>
        <pc:spChg chg="add mod">
          <ac:chgData name="Nahid Yazdani (staff)" userId="a8e01562-f8b0-488b-a4e4-01814e0a9c4d" providerId="ADAL" clId="{7ADC5C8B-9F74-5B89-B78E-6554C017459A}" dt="2025-11-13T12:18:03.731" v="6" actId="1076"/>
          <ac:spMkLst>
            <pc:docMk/>
            <pc:sldMk cId="3754979926" sldId="775"/>
            <ac:spMk id="6" creationId="{89ED01FF-9D39-2A8F-2D75-664832388AA0}"/>
          </ac:spMkLst>
        </pc:spChg>
      </pc:sldChg>
      <pc:sldChg chg="modSp add mod">
        <pc:chgData name="Nahid Yazdani (staff)" userId="a8e01562-f8b0-488b-a4e4-01814e0a9c4d" providerId="ADAL" clId="{7ADC5C8B-9F74-5B89-B78E-6554C017459A}" dt="2025-11-13T21:58:34.641" v="1306" actId="1035"/>
        <pc:sldMkLst>
          <pc:docMk/>
          <pc:sldMk cId="765654164" sldId="776"/>
        </pc:sldMkLst>
        <pc:spChg chg="mod">
          <ac:chgData name="Nahid Yazdani (staff)" userId="a8e01562-f8b0-488b-a4e4-01814e0a9c4d" providerId="ADAL" clId="{7ADC5C8B-9F74-5B89-B78E-6554C017459A}" dt="2025-11-13T21:58:34.641" v="1306" actId="1035"/>
          <ac:spMkLst>
            <pc:docMk/>
            <pc:sldMk cId="765654164" sldId="776"/>
            <ac:spMk id="8" creationId="{044336E4-C150-413D-E31D-E69E1201FA9D}"/>
          </ac:spMkLst>
        </pc:spChg>
        <pc:spChg chg="mod">
          <ac:chgData name="Nahid Yazdani (staff)" userId="a8e01562-f8b0-488b-a4e4-01814e0a9c4d" providerId="ADAL" clId="{7ADC5C8B-9F74-5B89-B78E-6554C017459A}" dt="2025-11-13T21:58:19.400" v="1268" actId="1076"/>
          <ac:spMkLst>
            <pc:docMk/>
            <pc:sldMk cId="765654164" sldId="776"/>
            <ac:spMk id="10" creationId="{3F28AA4B-A411-3184-D4E2-19DF1C095B04}"/>
          </ac:spMkLst>
        </pc:spChg>
        <pc:grpChg chg="mod">
          <ac:chgData name="Nahid Yazdani (staff)" userId="a8e01562-f8b0-488b-a4e4-01814e0a9c4d" providerId="ADAL" clId="{7ADC5C8B-9F74-5B89-B78E-6554C017459A}" dt="2025-11-13T21:58:25.317" v="1270" actId="1076"/>
          <ac:grpSpMkLst>
            <pc:docMk/>
            <pc:sldMk cId="765654164" sldId="776"/>
            <ac:grpSpMk id="4" creationId="{E325D85A-3DEF-4877-A4D5-60B0294C9EFC}"/>
          </ac:grpSpMkLst>
        </pc:grpChg>
      </pc:sldChg>
      <pc:sldChg chg="new del">
        <pc:chgData name="Nahid Yazdani (staff)" userId="a8e01562-f8b0-488b-a4e4-01814e0a9c4d" providerId="ADAL" clId="{7ADC5C8B-9F74-5B89-B78E-6554C017459A}" dt="2025-11-13T15:42:28.110" v="1000" actId="2696"/>
        <pc:sldMkLst>
          <pc:docMk/>
          <pc:sldMk cId="1728694375" sldId="776"/>
        </pc:sldMkLst>
      </pc:sldChg>
      <pc:sldChg chg="add del">
        <pc:chgData name="Nahid Yazdani (staff)" userId="a8e01562-f8b0-488b-a4e4-01814e0a9c4d" providerId="ADAL" clId="{7ADC5C8B-9F74-5B89-B78E-6554C017459A}" dt="2025-11-13T21:23:11.767" v="1240" actId="2696"/>
        <pc:sldMkLst>
          <pc:docMk/>
          <pc:sldMk cId="1785341899" sldId="776"/>
        </pc:sldMkLst>
      </pc:sldChg>
      <pc:sldChg chg="new add del">
        <pc:chgData name="Nahid Yazdani (staff)" userId="a8e01562-f8b0-488b-a4e4-01814e0a9c4d" providerId="ADAL" clId="{7ADC5C8B-9F74-5B89-B78E-6554C017459A}" dt="2025-11-13T21:36:01.922" v="1246" actId="680"/>
        <pc:sldMkLst>
          <pc:docMk/>
          <pc:sldMk cId="2752602734" sldId="776"/>
        </pc:sldMkLst>
      </pc:sldChg>
      <pc:sldChg chg="add">
        <pc:chgData name="Nahid Yazdani (staff)" userId="a8e01562-f8b0-488b-a4e4-01814e0a9c4d" providerId="ADAL" clId="{7ADC5C8B-9F74-5B89-B78E-6554C017459A}" dt="2025-11-13T21:58:53.972" v="1307"/>
        <pc:sldMkLst>
          <pc:docMk/>
          <pc:sldMk cId="756743713" sldId="777"/>
        </pc:sldMkLst>
      </pc:sldChg>
    </pc:docChg>
  </pc:docChgLst>
</pc:chgInfo>
</file>

<file path=ppt/ink/ink1.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07:30.891"/>
    </inkml:context>
    <inkml:brush xml:id="br0">
      <inkml:brushProperty name="width" value="0.05292" units="cm"/>
      <inkml:brushProperty name="height" value="0.05292" units="cm"/>
      <inkml:brushProperty name="color" value="#FF0000"/>
    </inkml:brush>
  </inkml:definitions>
  <inkml:trace contextRef="#ctx0" brushRef="#br0">3431 6582 0,'0'-3'0,"0"1"0,0 2 0,4 0 0,-2-2 16,-2 2-16,5 0 0,1 0 0,-3 0 16,-1 0-16,4 0 0,-6-2 15,7 2-15,-3 0 16,-1 0-16,-1 2 0,4-2 0,-1 0 0,1 0 0,-3 2 15,1-2-15,3 0 0,-3 0 0,5 2 16,-5-2-16,5 3 0,0-1 16,2 2-16,-4-4 0,6 5 0,-2-5 15,7 4-15,-3 0 16,5-1-16,-5 1 0,5-2 0,-2 0 0,-1-2 16,1 0-16,0 0 15,-1 0-15,1 0 0,0 0 0,1 0 0,-3 0 0,4-2 0,0 2 16,-7 0-16,9 0 0,-7 0 15,5 2-15,-2-2 0,4 3 0,0-1 16,0-2-16,2 0 0,3 2 0,-1-2 16,3 0-16,-5-2 0,0 2 15,0-2-15,1-1 0,-5 1 0,2 0 16,-5 2-16,3 0 0,-2 0 0,-1 0 0,-1 0 16,4 2-16,-7 0 0,9-2 31,-4 5-31,4-5 0,0 0 0,2 2 15,0-4-15,0 0 0,5-1 0,-5 1 16,1 0-16,-1 0 0,-2 0 0,0 2 16,-7 0-16,5 2 0,-4-2 15,3 2-15,-1 2 0,2-4 0,2 3 16,-2-3-16,6 2 0,-1 0 0,-6-2 16,10 0-16,-7 0 0,2-4 0,1 1 15,-3-1-15,-2 0 0,-1 4 0,1 0 16,-4 0-16,4 0 0,-7 0 15,2 4-15,3-2 0,-3 3 0,5-1 16,-4 0-16,3 1 0,1-5 0,0-2 16,0-1-16,-2 1 0,1 0 0,3 2 15,-4-2-15,2 0 0,0-1 0,-5 1 16,1 0-16,-1 4 0,-6-2 16,6 2-16,-4-2 0,-2 3 0,7-3 15,-5 0-15,-3 2 0,3-2 0,0 2 16,1-2-16,-4 0 0,6 2 15,-3 0-15,2-2 0,0 0 0,0 0 0,3 0 16,-1 0-16,1 0 0,1-2 0,-1 0 16,1 0-16,-1 0 15,-1 2-15,3 0 0,-3-3 0,-2 1 0,1 2 16,1 0-16,-6 0 0,6 2 0,-4-2 16,3 3-16,-3-3 0,0 0 15,2 2-15,-2 0 0,2-2 0,0 0 0,1 2 16,-1 0-16,-2-2 15,2 0-15,0 0 0,3 3 0,-3-3 16,5 0-16,-3 0 0,3-3 16,-1 1-16,-3 0 0,3 0 0,1 0 0,-5-1 0,3 1 15,1 0-15,-6 2 16,7 0-16,-1 0 0,-3 0 0,3 2 0,1-2 16,4 5-16,-2-5 0,2 2 0,2 0 15,0-2-15,1 0 0,1-2 16,1 0-16,-1 2 0,-2-3 0,1 1 0,-3 0 15,0 2-15,-3-2 16,1 4-16,2 0 0,-2 0 0,2 1 0,3-1 16,-1 0-16,2 0 0,-2 0 0,5-4 15,-5 0-15,5 2 0,0 0 0,-3 0 16,-2-2-16,3 2 0,-3 0 0,0 2 16,1-2-16,1 2 0,1 3 0,-1-3 15,3 0-15,-5-2 0,5 0 16,-3 0-16,-4 0 0,2-4 0,-2 1 15,0-1-15,-2 2 0,-4 0 16,4-1-16,-5 1 0,5 4 0,-2 1 0,4-1 16,-3 2-16,3-4 0,3 5 0,-5-3 15,6 0-15,-6-2 0,6 0 0,-1-2 16,-6 0-16,1 2 0,0 0 16,-2 0-16,-1 0 0,-1 0 0,-1 4 15,1-4 1,-5 0-16,2 2 0,-2 0 0,-2-2 0,2 3 0,-2-3 0,-3 0 15,3 0 1,-2 0-16,1 0 0,-3 0 0,2 2 0,-5-2 0,4 2 16,-1-2-16,-1 0 15,3 0-15,-5 0 0,0 0 0,5 0 16,-5 0-16,0 0 0,0 0 0,3-2 0,-3 2 0,0 2 16,0-2-16,-2 2 15,3 0-15,1-2 0,-4-2 0,0 2 0,0 0 16,0-2-16,2 2 0,-4-4 0,2 4 15,0-3-15,0 1 0,0 0 16,-4 0-16,1 0 0,-1-1 0,2 1 16,-3 2-16,1-4 0,2 4 0,-3-5 15</inkml:trace>
  <inkml:trace contextRef="#ctx0" brushRef="#br0" timeOffset="2541.56">3395 7490 0,'0'-4'0,"0"4"0,0-3 0,0 1 16,0 0-16,0 0 0,-2-3 0,2 3 0,-2 2 0,2-2 16,-2 0-16,2-1 15,0 1-15,0 0 0,0 0 0,-2 2 0,2-2 16,-5-1-1,5 3-15,0 0 0,0-2 0,-2 2 16,2 0-16,0-2 0,0 0 0,2 2 16,-2 0-16,5 0 0,-3 2 0,0-2 15,2 2-15,5-2 0,0 0 16,2 0-16,2 0 0,-2 2 0,0-2 16,3 3-16,-1-1 0,2-2 0,3 2 15,-5 0-15,7-2 0,-7 2 0,5-2 16,6 0-16,3 3 0,-1-3 15,-4 0-15,5-3 0,-1 3 0,-2-2 0,5 2 16,-3 0-16,-1 0 0,-1 0 16,0 0-16,-2 0 0,2 2 0,-4 1 15,2-3-15,3 4 0,-1-2 0,0 3 16,0-1-16,3-4 0,4 2 0,-3-2 16,3 3-16,-2-3 0,0 0 0,-5 0 15,2-3-15,-4 1 0,0 0 0,0 0 16,-4-3-16,2 3 0,-5 0 15,5 2-15,-4-2 0,3-1 0,-1 1 16,2 2-16,0-2 0,4 0 0,0 2 16,-2-2-16,3 2 15,-1-3-15,-7 3 0,3 0 0,0 0 0,2 0 16,-4 0-16,2 0 0,-5-2 0,5 2 16,-2-2-16,1 2 0,1-4 0,0 4 15,-2-5-15,4 5 0,-7-2 0,5 0 16,-2 0-16,-1-1 0,5 1 0,-6 2 15,6-4-15,0 4 0,-7-2 16,5-1-16,-2 3 0,0-2 0,-3 0 16,5 2-16,-3 2 0,1-2 0,0 0 15,2 2-15,2-2 0,-5 0 0,3 0 16,2-2-16,-4-2 0,2-1 0,-1 1 16,1 0-16,-4-1 0,-1 5 15,-2 0-15,-2-2 0,5 0 0,-1 2 16,-1 0-16,-1-3 0,-2 3 0,4-2 15,-4 2-15,2-2 0,5 2 0,-7-2 16,2 2-16,-2-2 0,0 2 0,-4-3 16,2 1-16,-5 2 0,3 0 0,2 0 15,-7 0-15,2 0 0,3 0 16,-5 0-16,3 0 0,-1 2 0,0 1 16,3 1-16,-3-2 0</inkml:trace>
  <inkml:trace contextRef="#ctx0" brushRef="#br0" timeOffset="15410.16">2273 8242 0,'0'0'0,"0"0"0,0 0 0,0 0 15,0 0-15,0 0 0,0 0 16,0 0-16,0 0 0,0 0 0,0 0 15,0 0-15,0-2 0,0-1 0,2 3 16,-2-4-16,0 2 0,3-3 0,-3 5 16,0-4-16,4 4 0,-4-2 15,0 0-15,0 2 0,0 0 0,0-3 16,0 1-16,0 2 0,0 0 0,0 0 16,0 0-16,0 0 0,0 0 0,0 0 15,0 0-15,-4 0 0,1 0 0,1-2 16,-7 0-16,7-1 0,-9 3 15,7-2-15,-5 0 0,-2 0 0,0 0 16,-2 2-16,2 0 0,-3-3 0,3 3 16,-2 0-16,-4 0 0,1 0 0,3 3 15,-7-1-15,5 0 0,-7 0 16,-1 0-16,6 3 0,-3-3 16,-2 0-16,0 3 0,0-3 0,-2 2 15,-1-1-15,-1-1 0,-1 2 0,-6-2 16,-2 3-16,0-3 0,0 0 0,-1-2 0,5 5 15,5-3-15,-1 0 0,3 0 16,0 0-16,-5-2 0,5 3 0,-2-1 16,1 0-16,1 2 0,-5-4 0,5 3 15,-2-1-15,1 0 0,3 0 0,0 0 16,5 3-16,-3-3 0,0 0 0,5 3 16,1-3-16,-3 0 0,1 0 0,-4 1 15,3-1-15,-5 0 0,-5 0 16,-4 0-16,7 3 0,-2-5 15,1 4-15,3-2 0,0-2 0,7 0 0,-3 0 16,5 3-16,0-3 16,2 0-16,0 0 0,-2 2 0,2-2 0,-1 0 15,4 0-15,3 0 0,-6 0 0,9 0 16,-7 2-16,7-2 0,-5 2 0,3-2 16,4 0-16,4 2 0,3-2 0,-7 0 15,-7 0-15,3 0 16,4 0-16,4 0 0,1 0 0,-12 0 0,5 0 15,2 0-15,-2 3 0,2-3 0,0 0 16,0 0-16,0 0 16,0 0-16,0 0 0,0-3 0,0 3 0,0 0 0,0 0 15,0 0 1,0 0-16,0 0 0,0 0 0,-5 0 0,1 0 16,2 3-16</inkml:trace>
  <inkml:trace contextRef="#ctx0" brushRef="#br0" timeOffset="18125.56">8008 8264 0,'0'0'0,"-4"-2"0,4 2 0,-5-3 0,3-1 0,-5 0 0,1-1 15,-1 1-15,3-1 0,-5-1 0,0-1 16,3 1-16,-3-1 0,0 0 0,0 1 15,-2-3-15,2 2 16,-2 3-16,-4-3 0,6 1 0,-6 1 0,1 1 16,-1-1-16,-1 3 0,1-2 15,2 2-15,-3-1 0,5 3 0,-2 3 0,2-3 16,-2 2-16,2-2 0,0 2 0,0-2 16,0 0-16,0 2 0,2-2 0,-2-2 15,2 2-15,-2 0 0,2-2 0,0 2 16,-2 0-16,5 0 0,-1-2 15,3 2-15,-1 0 0,3-3 0,0 3 16,0-2-16,6 2 0,-2 2 0,3-2 16,-10 0-16,3 0 0,0 0 0,0-2 15,-1 2-15,3 0 16,-2 0-16,2 0 0,2 0 0,1 2 0,1 1 16,3-1-16,4 0 15,0 0-15,4-2 0,3 2 0,2-2 0,2 0 0,0 0 16,0 0-1,2-2-15,0 2 0,3 0 0,-1 2 0,7-2 0,0 0 16,0 3-16,-2-3 0,0 0 0,-4 0 16,4-3-16,-7 3 15,0 0-15,0 0 0,1 3 16,-3-3-16,-3 2 0,1 0 0,-2 0 0,0 3 0,-3-1 0,0 3 16,-4-3-16,3 0 0,-3 1 15,-2-3 1,-1 2-16,-3-1 0,-1-3 0,-10 0 0,3 0 0,8 0 15,-3 2 1,0 0-16,-2-2 0,0 0 0,-2-2 16,0 0-16,0-1 0,-1 1 0,-3 0 0,-3 0 15,-2-3-15,0 5 0,-5-2 0,-1 0 0,-1 2 16,-4 2-16,0 0 0,-2 3 0,0-1 0,-5 1 31,5-1-31,-16 3 0,2-3 0,3 3 16,0-3-16,2 1 0,2-1 15,-2 0-15,2 1 0,2-1 0,-2 1 16,5-1-16,2-2 0,2 3 0,0-1 16,2-4-16,2 4 0,3-4 0</inkml:trace>
  <inkml:trace contextRef="#ctx0" brushRef="#br0" timeOffset="24270.15">4747 9937 0,'-4'0'0,"4"3"0,-3-3 0,-3 0 0,1 0 0,-1 0 16,1 0-16,3-3 0,2 3 0,-4 0 15,2 0-15,2 0 0,-3 0 0,3 0 16,-2 0-16,4 0 0,-2 0 0,3 0 15,-3 0-15,6 0 0,-6-2 0,5 2 16,1-2-16,-1 2 0,3-2 16,-1 2-16,2-3 15,0 3-15,4 0 0,0 0 0,3 3 0,-1-3 0,5 2 16,0-2-16,0 0 0,8 2 0,1 0 16,-3-2-16,-1 3 0,-1-1 0,-2 0 15,0 0-15,2-2 16,-2 2-16,3 1 0,-1-1 0,0 0 0,5 0 15,6-2-15,5 2 0,-5 1 0,0-3 16,0 0-16,-4 0 16,-2 0-16,-3 0 0,-1 0 0,-1 0 0,-2 0 15,2 0-15,3 0 0,4 0 16,2-3-16,2 1 0,0 0 0,1-2 0,-8-1 16,5 1-16,-2-1 0,-7 1 15,1-1-15,-1 3 16,-2-2-16,2-1 0,3 3 0,3 0 0,1 0 0,2 0 0,1 2 15,-1 2-15,-5 0 16,3-2-16,-4 4 0,3-1 0,-5 1 0,1-2 16,1 0-1,6 3-15,2-3 0,9 0 16,-4-2-16,2 0 0,-7 0 0,-4-2 0,-3 0 16,-1 0-16,-1-1 0,3 1 0,-5 0 15,7-2-15,2-1 0,5 1 0,1-1 0,-3 3 16,-5-2-1,-3-1-15,-1 1 0,-1 2 0,-4-3 0,0 5 0,2-2 0,-1 0 16,3 2 0,5 0-16,2-2 0,2 4 0,5 0 15,-5 3-15,-2-3 0,0 0 0,-8-2 16,3 2-16,1-2 0,2 0 0,2-2 0,9 2 0,0 0 0,0 0 31,-1-2-31,-1 0 0,-9-1 16,0-1-16,-7 0 0,3 1 0,-3 1 15,0-2-15,3 2 0,1-1 0,3-1 16,-2 4-16,-1-4 0,1 1 0,-5 3 16,1 0-16,-3 0 0,-3 3 15,-1-6-15,-3 3 0,-1 0 0,1 0 16,-4 0-16,2 0 0,-2 0 0,5-2 16,-1 2-16,1 0 0,1 0 0,-3 2 15,1-2-15,0 0 0,3 3 0,-7-3 16,5 0-16,-8 0 0,3 0 15,-4 0-15,0 0 0,-5 0 0,-9 0 16,3 2-16,2-2 0,-1 0 0,3 0 16,-2-2-16,2 2 0,-2 0 0,2 0 15,0 0-15,2 0 0,0-3 0,3 1 16,-1 0-16</inkml:trace>
  <inkml:trace contextRef="#ctx0" brushRef="#br0" timeOffset="29382.19">10328 7439 0,'0'0'0,"0"0"0,0 0 0,0 0 0,0 2 0,0-2 0,0 3 15,0-3-15,0-3 0,-3 3 0,3-2 16,3 2-16,-3 0 0,2-2 16,0 0-16,2 0 0,1 2 0,-1-3 15,5 1-15,0 0 0,2 0 0,0 0 16,2-1-16,3-1 16,-1 0-16,0 1 0,10-1 0,-5 0 0,4 1 0,-2 1 15,0 0-15,2 0 0,3-3 16,1 3-16,1 0 0,2 0 0,2 2 15,2-3-15,5 1 0,0-2 0,-3 2 16,-2-1-16,-2 1 0,-2 0 0,4 2 16,3-2-16,2 2 0,-1-2 0,-3-1 31,-3 1-31,4 0 0,1-2 16,1-1-16,-1 5 0,-3 0 0,5 2 15,-1 1-15,1-3 0,4 0 0,0 0 16,-4 0-16,-5 0 0,-2 0 0,-4 0 15,6 2-15,1 0 0,3 5 0,3-5 16,-2 0-16,0-2 0,-1-4 16,-3 1-16,-3 1 0,0-2 0,-5 4 15,5 2-15,0 0 0,3-2 0,1 5 16,-1-3-16,-1-4 0,0 2 0,-2-5 16,-4 5-16,2-4 0,-3 4 0,3 0 15,2 2-15,3 2 0,3 1 16,-1 1-16,-1-6 0,-1 3 0,-1-1 15,-4-4-15,0 4 0,-3-2 0,1 0 16,0 2-16,-3-2 0,5 2 0,0 0 16,0-2-16,-1 0 0,1 0 15,-2-4-15,0 2 0,-1-3 0,1 3 16,-5 0-16,3-2 0,-3 4 0,0 0 16,5 2-16,-3 0 0,1 0 0,-1-2 15,-2 2-15,1 1 0,-5-3 16,-1 0-16,-1 0 0,-5 2 15,1-2-15,-3 2 0,-3-2 0,1 0 0,0 0 16,-2 0-16,-1 0 0,1 0 16,-3 0-16,1 2 0,1 0 0,-1-2 0,-1 3 15,-2-3-15,3 0 0,-1 0 0,-2 2 16,1-2-16,-1 0 16,-2 0-16,2 0 0,-2 0 0,-7 0 0,1 0 15,12 0-15,-3 0 0,-1 0 0,2 0 16,-4 0-16,0 0 0,0 0 15,0 0-15,0 0 0,0 0 0,0 2 0,0-4 16,0 2-16,0 0 0,0 2 0,0 0 16,0 0-16,0 1 0,0 1 15,-4-2-15,-1 3 0,-1-5 0,-1 0 16</inkml:trace>
  <inkml:trace contextRef="#ctx0" brushRef="#br0" timeOffset="36108.75">4610 11639 0,'3'-2'0,"-3"2"0,2-2 15,-2 2-15,2 0 0,2 0 0,-1 0 16,-3 0-16,0 0 0,0-2 0,0 2 15,2-2-15,-2 2 0,2 0 16,0 0-16,3-3 0,-5 1 0,2 0 16,2 2-16,1-4 0,-3 4 0,0-3 15,5 1-15,-5 2 0,0 0 0,2-2 16,1 0-16,-1 2 0,3 0 16,-3 0-16,3 2 0,-3-2 0,5 0 15,-2 0-15,2 0 0,-1 2 0,3-2 16,0 0-16,3 0 0,-3 0 0,0 0 15,2 0-15,2 0 0,-1 0 0,3 0 16,5 0-16,-4-4 0,6 4 0,-4-2 16,4-1-16,-2 3 0,0 0 15,-2 0-15,0 0 0,2 0 16,0 3-16,0-1 0,3 0 0,-3 0 16,-3 0-16,10 1 0,-2 1 0,3-2 15,-1 0-15,2-2 0,-5 0 0,1-2 0,2 2 16,-5 0-16,-4 0 0,6 0 15,-8 0-15,2-2 0,-5 2 16,7-2-16,-2 2 0,4-2 0,-2 4 16,2-2-16,1 2 0,-1 0 0,2-2 15,5 2-15,-6 1 0,1-3 0,0 0 0,-1 0 16,-5 2-16,2-2 16,0-2-16,2 2 0,0 0 0,-2 0 15,2 0-15,3 0 0,4-3 0,-5 1 0,3-2 16,0-1-16,-1 1 0,1 2 0,-5-3 15,0 1-15,-2 4 0,3-4 0,-1 4 16,0 0-16,5 0 16,0 0-16,1-5 0,6 3 0,-1 0 0,5-5 15,-12 3-15,1 2 0,-3-1 16,1-1-16,-3 2 0,0-1 0,1 1 0,3 0 16,-1 0-16,4 0 0,-3-1 15,3 3-15,-2-2 0,-3 0 0,1 2 16,-10 0-16,5 0 0,-2 0 0,-2 0 15,6 0-15,-4 0 0,4 0 0,0-2 16,3 0-16,-1-1 0,3 1 0,2 0 16,-5 0-16,3 2 0,-2-2 0,-1-1 15,-2 3-15,0 0 0,1 0 16,-3 0-16,-2 0 0,-1 0 0,6 3 16,-5-1-16,4 0 0,2 0 0,1-2 15,1 2-15,-1 1 0,2-3 0,-1 0 16,1-3-16,-3 3 0,-1 0 15,-1-2-15,0 4 0,0-2 0,1 0 16,1 3-16,3-3 0,-1 0 0,3 2 16,2 0-16,-4 0 0,2-2 0,0 0 15,-3 0-15,-1 0 0,-3 0 16,0 0-16,1 2 0,1 1 0,1-3 16,3 2-16,1 0 0,2-2 0,0-2 15,3 0-15,-1 2 0,-6-3 0,-5 1 16,0 2-16,0 0 0,-4 0 0,4 0 15,1 0-15,-1 2 0,2 1 16,5-1-16,2 0 0,0 0 0,-2-2 16,-2 0-16,2-2 0,-7 0 0,3 0 15,-8-1-15,3 1 16,-2 2-16,0-2 0,0 0 0,4 2 0,-2-2 16,3-1-16,1 3 0,0 0 0,-1 0 15,-1 0-15,-4 0 0,0 0 16,-1-2-16,1 2 0,-6 0 0,1 0 0,-4 0 15,2 2-15,-2-2 0,-2 0 0,2 0 16,-2 0-16,2 0 0,-2-2 16,-3 2-16,1 2 0,-3-2 0,-1 0 15,1 0-15,-4 0 0,2 0 0,0 0 16,-10 0-16,3 0 0,10 0 0,-5 0 16,2 0-1,0 0-15,0 0 0,0 0 16,1 0-16,-1 0 0,-2 0 0,2 0 0,-2 0 0,2 0 15,0-2-15,3 0 0,-1-7 0,1 0 0,4 1 16,-3-1-16</inkml:trace>
  <inkml:trace contextRef="#ctx0" brushRef="#br0" timeOffset="37200.55">10974 11580 0,'0'2'0,"0"0"0,0-2 0,0 3 0,0 1 15,0-4-15,2 2 0,-2 3 16,2-5-16,2 0 0,3 0 16,-3 0-16,7 0 0,-2 0 0,2-3 15,3 1-15,-1 0 0,2 2 0,1 0 16,-1 0-16,5-2 0,-5 2 0,5-2 0,4 2 16,1 0-16,-3 0 0,2 0 15,-2 0-15,2 0 0,1 2 0,1 0 0,3-2 16,2 2-16,2 0 0,11 1 0,0-3 15,2 0-15,-2 0 16,-4-3-16,-3 1 0,-1 4 0,3 1 0,1-1 16,4 0-16,-2-2 15,4 2-15,-2 0 0,-2 3 0,-2-3 0,-5-2 16,3 4-16,-1 1 0,3-1 0,2 3 16,0-1-16,2-3 0,-2-3 0,0-3 15,-5 1-15,-2 0 0,-2 2 0,3 0 16,3 0-16,1 0 0,2-2 0,0 2 15,-2-2-15,-3-1 0,1 3 16,-3 3-16,2-1 16,3-2-16,0 2 0,2 0 0,-1 5 0,-1-1 0,-2 1 15,-3-7-15,0 2 0,-6 1 0,-1 1 16,1 3-16,-5-5 16,-2 2-16,-2-2 0,2 3 0,5-3 0,1 2 0,8 3 15,-3 0-15,0-3 0,-2-2 16,-7 0-16,0-2 0,-4 0 0,-4 3 15,-1-3-15,-2 0 0,-2 0 0,2 2 16,-2-2 0,1 0-16,-1 0 0,0 0 0,-5 2 0,3-2 0,-2 2 0,-3 0 15,-2-2 1,0 0-16,-2 0 0,-6 0 0,1 0 0,1 0 0,8 0 16,-4-2-16,-4-2 0,2-1 15,-5-1-15,-4-1 16,-2 1-16,0-3 0,-1 4 0</inkml:trace>
  <inkml:trace contextRef="#ctx0" brushRef="#br0" timeOffset="39393.03">5190 12431 0,'2'-2'0,"-2"4"0,0-2 0,3 0 0,1 2 15,-4 0-15,2 1 0,3-1 0,-1 0 16,0 2-16,5 1 0,-2-1 0,4 1 16,0-3-16,2 0 0,-2 2 0,5-1 15,-3 1-15,2 1 0,7-1 0,0 0 16,0 3-16,-2-3 0,2 5 15,3-2-15,-1 2 0,5-1 0,-1 1 16,3 0-16,4 0 0,14 4 0,2-2 16,-5 0-16,-2-2 0,0 0 0,-9 0 15,1-3-15,1 1 0,9-3 0,5 1 16,2-3-16,-4 2 0,-3-2 0,-4 3 16,2-1-16,-2 1 0,6-1 15,5 1-15,11 1 0,-4-1 0,-7-1 16,-1-2-16,-5 3 0,1-1 0,5 0 15,2 1-15,5-5 0,-5 0 0,-7 0 16,-10-2-16,-1 4 0,5-2 16,9-5-16,6 1 0,3-5 0,-5 0 15,-9-2-15,-4 3 0,0-4 0,2 4 16,5 1-16,-3-2 0,-2 0 0,-2 3 16,-5 1-16,-6 1 0,-4-3 0,-3-1 15,0 3-15,-2-4 0,5 1 16,-5-1-16,2 0 0,-2 0 0,2-2 15,-4 0-15,2 2 0,-6-2 0,-5 7 16,-2-3-16,-5 3 0,3-1 0,-3 1 16,0-1-16,-1 3 0,-1-2 0,2-5 15,3-4-15,-3-3 0,3-8 16,-5 0-16,-2-9 0,-2-2 0,-5-1 16,3-1-16,-9-1 0,2 3 0,0 2 15,0 4 1,0 3-16,2 4 0,0 0 0,0 2 0,-2 2 0,2 3 15,-2 2-15,-2-1 0,0 1 0,-5 0 16,3-3-16,-3 3 0,-2 0 0,-2-2 16,-2-1-16,0 1 0,-1-3 0,-3 0 15,-5 1-15,-7-5 16,-6 4-16,6 3 0,-2-1 0,7 1 0,2-1 16,2 1-16,2-1 0,-2 3 15,0 2-15,3 2 0,-5-2 0,2 3 16,-7-1-16,-1 2 0,-1 1 0,-2-1 0,-4 2 15,6 1-15,5-3 0,-3 3 16,-1 0-16,-16 4 0,-3-5 0,5 3 16,-2-2-16,11 1 0,2 1 15,-2 4-15,0 1 0,-5-1 0,-6 2 0,2-2 16,1 1-16,3-1 0,7 0 0,0 5 16,3 1-16,-10 6 0,-8-3 0,4 2 15,0-4-15,7 4 0,8-2 16,-6 2-1,2-2-15,-6 3 0,-3-3 0,2 4 0,3-6 0,0 4 0,4-4 16,7-3-16,-3 3 0,3-2 0,-3-3 16,3 5-16,-2 0 0,1 0 0,3 0 15,2-1 1,3 3-16,3 0 0,1 0 0,0 3 16,4-1-16,0 2 0,3 3 15,-5 0-15,0 2 0,0 4 0,4-2 0,-4 0 0,2 2 0,5-2 16,1 0-16,5-6 0,3-3 15,4 2-15,-1-4 0,6 3 0,-1 1 32,2 0-32,1 1 0,1-3 0,-1 0 15,4 3-15,2 1 0,6 12 0,3 0 16,2 4-16,2-2 0,1 0 0,-1-5 16,0 0-16,0-4 0,3-2 0,1 0 15,8-4-15,-1-1 0,5-2 16,2-4-16,-5 0 0,1-2 0,-5-3 15,0 0-15,-7-1 0,-2 1 0,1-4 16,-1 0-16,-2 0 0,0 0 0,5 0 16,-5 2-16,4 0 0,-2 1 0,3 1 15,-7-2-15,-3 3 0,-4-1 16,-4 0-16,2 1 0</inkml:trace>
  <inkml:trace contextRef="#ctx0" brushRef="#br0" timeOffset="50172.87">23453 3717 0,'0'0'0,"-4"-4"0,1 4 0,-1-4 0,0-1 0,-1 1 0,1 2 15,-1-3-15,3 1 0,-2 2 0,4-1 16,-2 3-16,-1-2 0,3 2 16,-2 0-16,2 0 0,0 0 0,2 2 15,-2 1-15,5 3 0,1-1 0,3 1 16,0 1 0,4 2-16,1-1 0,3 3 0,3-2 0,4 0 0,9 2 0,3-2 15,-1 2-15,0-7 0,0 3 16,3-3-16,-3 3 0,5-3 0,13 5 15,-2-7-15,1 1 0,-1-1 0,9-2 16,-10 0-16,-5 4 0,-4-2 0,-1 7 16,4-4-1,5 4-15,-1-7 0,3-2 0,0 2 0,-5 0 0,0 3 16,3-3-16,4 0 0,4 0 0,3-6 16,-1-3-16,-6 1 15,-2 1-15,-5 3 0,7 2 16,4-7-16,3 3 0,-1-3 0,-4 1 15,-6 3-15,-5 3 0,2 0 0,5 3 0,0-6 0,4 1 16,-7 2 0,-1 0-16,-8 2 0,1 7 0,4-2 0,7 4 0,2-2 0,2 0 31,0-9-31,-2 2 0,-5 2 0,-1 1 0,3 8 0,3-7 0,0-1 16,2-3-16,-4-4 0,-5 2 0,-1-5 15,-10 5-15,0 5 0,-2-5 0,2 0 16,1 0-16,-8 0 0,1 0 15,-3-5 1,-1 1-16,-3 2 0,-5 2 0,1-5 16,-7 3-16,0 2 0,-2-2 15,2 0-15,0 2 0,0 0 0,-2 0 16,0 0-16,-1 0 0,1 2 0,0 0 16,2 0-16,-2-2 0,2-2 0,2 0 15,0 0-15</inkml:trace>
  <inkml:trace contextRef="#ctx0" brushRef="#br0" timeOffset="51285.95">28372 4370 0,'0'-2'0,"2"2"0,-2 0 0,0 0 0,3-2 16,1 2-16,0-3 0,5 3 0,0 0 15,0 3-15,4-3 0,-2 0 0,5 2 16,1-2-16,1 0 0,2 2 0,2 2 15,9-4-15,2 3 0,0-1 0,2 0 16,0 0-16,3 3 0,-3-3 16,11 0-16,-2 5 0,-2-7 0,0 0 15,2 0-15,3 2 0,6-2 0,-3 2 16,-3-2-16,-3 7 0,-7-7 0,5 0 16,0 2-16,4-2 0,5 0 15,-3 2-15,-3-2 0,-4 2 0,-1 1 16,0-3-16,2 4 0,6-4 0,5 0 15,0 2-15,0 0 0,-5 1 16,-1 1-16,-3-8 0,-2 4 0,2-3 16,2 3-16,3-2 0,-3 0 0,0 2 0,-4-2 15,-2 0-15,-5 2 0,-2-5 32,7 5-32,2-2 0,4 2 0,3 0 15,-3-2-15,-4 2 0,-5 0 0,-1 0 16,-1 0-16,9 0 0,2 2 0,5 0 15,2 0-15,0 1 0,-9-1 0,0 0 16,0 0-16,2-2 0,3 2 0,4-2 16,-3 0-16,3 3 0,-4-3 0,-5-3 15,-4 3-15,-1-2 0,10 2 16,-1-2-16,3 2 0,0 0 0,-3 2 16,-6-2-16,2 2 0,0 1 0,5-3 15,2 4-15,8 3 0,1-3 0,-7 3 16,-7-1-16,-2 1 0,0-1 15,7 3-15,2-2 0,2 0 0,-2-1 16,-5 1-16,-6 2 0,-4-5 0,-5 0 16,0 1-16,-2-1 0,0 3 0,-3-7 15,-4 2-15,-4 0 0,-4 0 0,-7-2 16,-3 0-16,1 0 0,-5-2 0,2 0 16,-1 0-16</inkml:trace>
  <inkml:trace contextRef="#ctx0" brushRef="#br0" timeOffset="52155.4">18534 5197 0,'0'-2'0,"4"2"0,-4 0 0,3 0 16,1-3-16,0 1 0,1 2 15,-1 0-15,5 0 0,2 0 0,0 0 16,2 0-16,3 2 0,-1 1 0,5-3 16,-2 0-16,2 2 0,6-2 0,1 0 15,-1 0-15,5 0 0,-2 0 16,1 2-16,3 0 0,3 0 0,1 5 15,5-3-15,-2 3 0,-5 0 0,-4 2 16,0-3-16,-3 1 0,1 2 0,2-5 16,4 5-16,3-3 0,1 1 0,6-3 15,-6-1-15,-6-3 0,-2 0 16,0 0-16,0-3 0,2 1 0,4-2 16,1-3-16,4 3 0,2-1 0,-7 1 15,-1 0-15,-8 4 0,-3 0 0,-3 0 16,-5 0-16,-3 0 0,-3 2 0,2 0 15,-4 0-15,2 0 0,0 3 0,2-1 16,-2-2-16,2 3 0,3-1 16,-3 1-16,4-1 0,1-2 0,0 3 15,2-3-15,-3-4 0,1 2 0,-3-5 16,1 5-16</inkml:trace>
</inkml:ink>
</file>

<file path=ppt/ink/ink2.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08:53.46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C00000"/>
    </inkml:brush>
  </inkml:definitions>
  <inkml:trace contextRef="#ctx0" brushRef="#br0">26811 3986 0,'-2'0'0,"2"0"0,2 0 0,-2 3 0,0-3 0,0 0 16,0 0-16,0 0 0,0 0 0,0 0 15,0 0-15,0 0 0,2 0 16,-2 0-16,0 0 0,0 0 0,-2 0 15,2 0-15,0 0 0,0 0 0,0 0 16,0 0-16,0 0 0,0 2 0,0 0 16,0 2-16,2 5 0,1 0 0,-1 0 15,0 4-15,0-2 0,0 5 16,1-3-16,1 2 0,0-2 0,1 1 16,-1-1-16,-2-2 0,3 0 0,-1-2 15,-2 2-15,3-5 0,-5 1 0,4-3 16,-4-1-16,2 1 0,1-4 0,-3 4 15,0-4-15,0 0 0,0 3 16,0-3-16,2-3 0,0-1 0,-2-3 16,4-1-16,-1-3 0,1-3 0,0-1 15,1 0-15,-1-1 0,1-2 0,-1-4 16,3-4-16,2-9 0,-3-5 0,3 2 16,-2 1-16,1 0 0,1 1 15,2 1-15,0-7 0,7-6 16,4 1-16,2 8 0,5-6 0,0 6 0,10-14 15,1 4-15,0 3 0,-10 6 0,1-4 16,-4 2-16,1 3 0,1 1 0,-2 1 16,-3-5-16,2 4 0,1 1 0,-1-3 15,-2 0-15,-1 3 0,-4 2 0,-1 4 16,0 2-16,-5 5 0,0-7 16,-2 7-16,2-3 0,-4-1 0,2 1 15,0 1-15,2 2 0,1-1 0,-1 3 16,5 0-16,-3 0 15,0 2-15,3 3 0,0 3 0,-1-3 0,3 6 16,-4-2-16,-3 4 16,-4 2-16,-1-2 0,-1 0 0,0 5 0,-1-3 0,-1 1 15,-1 6-15,1-7 0,-5 7 0,2-4 16,0 4-16,-2-2 0,0-5 0,0 5 16,-9 11-1,11-9-15,1-7 0,-3 5 0,0 0 0,0-3 0,0-1 16,0-8-16,-3 3 15,3-2-15</inkml:trace>
  <inkml:trace contextRef="#ctx0" brushRef="#br0" timeOffset="7320.06">27012 4410 0,'0'0'0,"0"0"0,-2 0 16,2 0-16,0 0 0,0 0 0,0 0 0,0 0 15,0 0-15,0 0 0,0 0 16,0 0-16,0 0 16,2 0-16,0 0 0,2 0 15,1-5-15,1 5 0,3-4 0,0 4 0,4-2 0,0 2 0,1-7 16,1 7-16,3-4 0,6 1 16,0-1-16,1 4 15,1-2-15,0 2 0,-1 0 0,3 2 0,3-2 0,2 0 16,3 2-16,10 0 0,0 1 0,-6-3 31,2 2-31,-7 0 0,-6-2 0,-5 0 16,-2 0-16,0 0 0,-2 0 15,0 0-15,0 0 0,-3-2 0,3 0 16,-4-1-16,1 1 0,-1-2 0,-3 2 16,0-1-16,-2 3 0,0-4 0,-2 2 15,-2 2-15,-3-2 0,0 2 0,1 0 16,-3-3-16,2 3 0,-4 0 15,5 0-15,-14 3 0,7-1 0,0-2 16,2 0-16,-3 2 0,3-2 0,7 0 16,-5 4-16,0-4 0,1 3 0,-3-1 15,-3 0-15,-1 0 0,2 3 0,-3-5 16</inkml:trace>
  <inkml:trace contextRef="#ctx0" brushRef="#br0" timeOffset="23937.92">1180 14116 0,'0'0'0,"0"0"0,0 0 0,0-3 0,0 3 16,0 3-16,0-3 0,2 2 0,4 0 15,-3 2-15,-1 1 0,7-1 16,-5 3-16,5 2 0,0-1 0,2 3 16,-5 3-16,5 1 0,0 1 0,3 10 15,-1 0-15,-2 3 0,0 0 0,0-3 32,0 3-32,0 2 0,0 0 0,0 0 15,2 6-15,0 5 0,1 2 0,-3 0 0,0 2 0,-2 3 0,-5-7 16,5-5-1,-5-4-15,3 0 0,2 3 0,-9 3 16,0 5-16,-5 3 0,3-3 0,0-2 0,2 0 0,0-3 16,2-1-16,7-1 15,-5-4-15,5 7 0,-5 2 0,3 0 0,-2 2 0,1 0 16,-1-4-16,1 2 0,-1-3 0,3-1 16,1-1-16,-7-1 15,1 3-15,3 1 16,-1-5-16,3 0 0,-3 1 0,4-5 15,0-3-15,-3-6 0,3 0 16,-7 0-16,7 0 0,-7-2 0,5-2 16,-5 2-16,0 0 0,-2-1 0,0 1 15,2 0-15,-2 0 0,0-2 0,0 2 16,0-3-16,0 1 0,0-5 0,3 2 16,1-1-16,-2-3 0,0 2 15,1-2-15,1-2 0,-2 2 0,-2-2 16,5-1-16,-5 3 0,6 0 0,-4 3 15,-2-3-15,3 2 0,-3 0 16,2 0-16,2 1 0,-2-1 0,-2 0 16,0-2-16,3 2 0,-1-4 0,-2 0 15,4-2-15,-1-1 0,-3-1 0,2-1 16,0-4-16,5 2 0,-5 0 0,0-2 16,5 0-16,-5 0 0,2-2 0,3 0 15,-3 2-15,3-2 0,-3 0 16,5 2-16,-5 0 0,3-3 0,4 3 15,-4 0-15,2 0 0,2 0 0,0 0 16,0 0-16,2 0 0,2 0 0,3-2 16,-5 2-16,3 0 0,3-2 0,-3 2 15,4-2-15,-5 2 0,5-2 0,2-1 16,2 3-16,3 0 0,4 0 16,-3-2-16,16 2 0,-4-4 0,2 4 15,2-5-15,-6 3 0,-3 0 16,0 2-16,3 0 0,8-2 0,5 0 15,4 2-15,0-3 0,-9 1 0,-4-2 0,2 4 16,0 0-16,5 0 0,10 2 16,1-4-16,-5 2 0,-4 0 0,-5 2 15,2 0-15,1 0 0,8 1 0,5 1 16,2-4-16,-9 2 0,-2 3 0,-2-1 16,4 0-16,4 1 0,5-3 15,0 0-15,-6-2 0,-6 2 0,4 1 16,1-1-16,9-2 0,0 2 0,0-2 15,-6 2-15,-1 0 0,1 3 0,-1-1 16,14-2-16,-11-2 0,2 3 0,-7 1 16,-2 1-16,11-3 0,5-2 0,-3 4 15,-8-4-15,-1 0 0,1 2 16,4 1-16,13-1 0,-9 0 0,-8-2 16,-3 2-16,5 3 15,2-5-15,11 0 0,-9 2 0,-2 0 0,-7 0 0,3 3 16,4-3-16,2 0 15,5 2-15,-12-4 0,1 0 0,-1 0 0,3 3 0,4-1 16,2-2-16,-6 0 16,-2 0-16,-1 0 0,3 0 0,2 4 0,6-4 15,-10 0-15,2 0 0,-3 0 16,3 5-16,2-1 0,4-4 0,-6 2 0,-3 0 16,1 3-16,2-1 0,4 1 0,2-8 15,-6-1-15,0 0 0,-5 4 16,-2 0-16,5-3 15,1 1-15,1-2 0,-2 2 0,-5-1 0,-2 3 0,2 3 16,4-1-16,3-2 0,0-5 0,-3 1 16,-3 0-16,-6-1 0,3 3 0,9 2 15,-5-4-15,3-5 0,-1 4 16,-10 3-16,4 0 0,2-2 0,7-1 16,-3 1-16,1 2 0,-7-3 0,-3 1 15,1 4-15,4-3 0,5 6 0,-1-8 16,1 1-16,-5-3 0,-7 5 0,3 0 15,4 4-15,7-2 0,2 2 0,0-4 16,-11 0-16,-3 2 0,1 0 16,2 2-16,9 0 0,-3 0 0,-4 1 31,-2-1-31,-6 2 0,3 1 0,3 1 16,5 3-16,-1-4 0,2-1 0,-3 0 15,-6 1-15,1 1 0,2 1 0,4 0 16,-4-3-16,-2-2 0,-3 0 15,-4-2-15,-2 3 0,-2-1 0,-5 0 16,-2 2-16,0-4 0,-6 0 0,-3-4 16,-2 0-16,-6-5 0,-1 0 0,-6 0 15,-2 0-15,1-2 0</inkml:trace>
  <inkml:trace contextRef="#ctx0" brushRef="#br0" timeOffset="24646.44">1074 14193 0,'2'0'0,"0"0"0,-2 0 0,9 0 0,-7 0 0,5 0 0,-5-3 16,2 3-16,3 0 0,-3-2 0,5 2 15,-2-2-15,-3 0 0,1 2 0,1-2 16,-3-1-16,3 3 0,-1-2 0</inkml:trace>
  <inkml:trace contextRef="#ctx0" brushRef="#br0" timeOffset="25125.34">1508 14510 0,'0'0'0,"2"0"0,-2 0 0,3-4 0,3 2 0,-4-1 0,-2 1 16,0 0-16,3 0 0,-1 2 0,-2-2 15,0-1-15,0 3 0,0 0 16,0 0-16,0 3 0,0-3 0,0 2 16,-2-2-16,-1 2 0,3 0 0,-2 0 15,0 3-15,-5-1 0,5 1 0,-4-1 16,1 0-16,5 1 0</inkml:trace>
  <inkml:trace contextRef="#ctx0" brushRef="#br0" timeOffset="26094.41">1486 14620 0,'0'0'0,"0"3"0,0-3 0,-2 0 0,2 2 0,0-2 0,0 0 0,0 0 16,0 0-16,0 0 0,0 0 0,0-2 16,0-1-16,-2-1 0,-3 0 15,3-3-15,0-2 0,0 3 0,-3-3 16,1 0-16,2 0 0,-3-2 0,1 0 16,4-2-16,-5 2 0,-1-2 0,4-1 31,-1-1-31,-3-5 0,4 0 0,2 3 15,-7-3-15,5 0 0,0-4 0,2 2 16,-5 0-16,1-3 0,1 1 16,-1 0-16,-3 0 0,5-5 0,-4 5 15,1-3-15,-4 1 0,5-5 0,-7-2 16,0 4-16,2-4 0,3-2 0,-3-3 16,-2-4-16,6-6 0,1 2 15,2 4-15,2 4 0,2 5 0,-2 2 16,4 0-16,-2-2 0,-2 0 0,3-2 15,-3 0-15,9 2 0,-5-3 0,5 8 16,0-3-16,-3 4 0,3-1 0,-5 1 16,3-1-16,-5-1 0,5-4 15,-5 0-15,-4 0 0,2-3 0,-7 3 16,5 0-16,-5 2 0,3 3 0,4 1 16,-7 3-16,7-2 0,0-1 0,-2 3 15,2-3-15,2 1 0,-2-3 0,7 1 16,-7 1-16,0 5 0,0 0 0,0 2 15,0 3-15,-2 1 0,-3 3 16,1 2-16,4 2 0,-4-2 0,-1 2 16,1 0-16,2 3 0,-3-1 0,1 1 15,4 1-15,0-1 0,-2 1 0,2 1 16,-5 1-16,3-1 0,0 2 0,2-3 16,-3 3-16,3-2 0,0 4 15,-2 0-15,2-2 0,-4 2 16,4-3-16,0 3 0,-2 0 0,2 0 15,-3-2-15,3 2 0,0-2 0,0 2 0,-2 0 16,2 0-16,-4 0 0,4-4 0,0 4 16,-2 0-16,-1 0 0,3 0 15,0 0-15,0 0 0,0 2 0,-2 0 16,-2 2-16,2 1 0,-1 1 0,-1-1 16,-3 1-16,5 1 0,-7 4 0,5-2 15,-3 0-15,1 2 0,-3 0 16,2 2-16,3 0 0,-7-2 0,6 5 15,-3-5-15,-1 2 0,4-2 0,-3 0 16,3-2-16,-1 0 0,6-1 0,-3-3 16,-3-1-16,6 1 0,-2-5 0,2 2 15,-3-4-15,6 0 0,-3-3 0,2-2 16,-2-4-16,6 3 0,-3-6 16,3 1-16,-1-2 0,6-3 0,-7 3 15,5-5-15,2 0 0,-2 0 0,4-2 16,0 2-16,-2 3 15,0 6-15,5 0 0,-5 4 0,2 0 0,9 7 0,0 3 16,0 1-16,2 0 16,1 5-16,-1 2 0,0-2 15,-2 4-15,0 3 0,-4-3 0,-1 2 0,-3-1 16,1 1-16,-6-4 0,2 4 0,-7-3 0,1 1 16,-5-2-16,-5 0 0,5 0 0,-2 0 15</inkml:trace>
  <inkml:trace contextRef="#ctx0" brushRef="#br0" timeOffset="28498.03">11368 16417 0,'0'0'0,"0"-2"0,-2 0 0,0 0 0,0-5 15,-1 3-15,1 2 0,-2-3 0,2 1 16,-1 2-16,1-3 0,0 3 16,2 0-16,-2 0 0,0-1 0,2 1 15,-3 2-15,3 0 0,0 2 0,3 1 16,1-1-16,0 0 0,1 5 0,4-3 15,-1 5-15,1-5 0,5 7 0,-1-4 16,2 2-16,1-1 0,6 1 0,4 7 16,3-7-16,-3 2 0,1 0 15,-1-3-15,-2 1 0,-4-4 0,2 1 16,-4-1-16,2-1 0,-5-2 0,1 0 16,-3-2-16,-2 0 0,0 0 15,0-2-15,-4 2 0,-1-2 0,-1 2 16,-3 0-16,-2 2 0,-2 0 15,2 3-15,-7-1 0,0 3 0,3 2 0,-5 0 16,0 2-16,-2 0 0,0 2 0,-11 7 16,7-3-16,-3-1 0,-11 8 0,3-4 15,2 4-15,-3-4 0,5 0 16,0 0-16,2-3 0,3 1 0,1-3 16,5 1-16,0-1 0,2 1 0,1-1 15,1-2-15,0 3 0,1-1 0,-3-2 16,2 1-16,1-1 0,-1-2 0</inkml:trace>
  <inkml:trace contextRef="#ctx0" brushRef="#br0" timeOffset="30472.15">1182 13445 0,'2'0'0,"2"0"0,-4 0 0,3-4 0,-1 4 0,0-5 0,2 1 0,-1 0 15,-3-1-15,-3 1 0,3 2 0,0-3 16,-4 1-16,2-1 0,0 3 0,2-2 16,0 2-16,-3-1 15,-1-1-15,2 2 0,2 0 0,2-3 16,-2 1-16,4-1 0,-1 1 0,-1 2 0,0-3 16,5 1-16,-5 2 0,2-1 0,3 1 15,-7 0-15,4 0 0,1 2 0,-3-2 16,2-1-16,1 3 0,-1 0 0,-2 0 15,1 0-15,3 0 0,-4 3 16,5-1-16,-5-2 0,3 4 0,1-2 31,-1 3-31,3 1 0,1 1 0,-2 0 16,4 2-16,0-3 0,0 3 0,2 2 16,0 0-16,5 4 0,-3-1 0,3-3 15,-2 4-15,-1-2 0,3-2 0,-3 3 16,0-3-16,3 0 0,-5 0 15,3 0-15,1 2 0,-3-2 0,6 4 16,-5-1-16,-2 1 0,7-4 0,-7 2 16,5 1-16,0-3 0,4 0 0,-5-3 15,5 6-15,0-3 0,3-3 0,-3 3 16,2-2-16,-4 2 0,-3 0 16,5 0-16,0 0 0,-6 3 0,4-1 15,-5 0-15,3 0 0,-5 5 0,0-3 16,0 1-16,5 1 0,-2 1 0,-3 0 15,7-1-15,-7 1 0,9-3 0,-7 1 16,1-1-16,1 3 0,1 0 0,0-3 16,4 0-16,0-6 0,2 5 15,-6-1-15,2 2 0,-3 1 0,3-1 16,2 5-16,-2-2 0,-5 1 0,5 3 16,-2-2-16,2 2 0,4 3 0,-2-1 15,2 0-15,0-2 0,1 0 16,-3-2-16,4-2 0,-2-3 0,-1 5 15,-1-5-15,0 3 0,0-3 16,-7 1-16,7-1 0,-6 1 0,8-1 0,5 1 16,-3 1-16,11-1 0,8-1 0,-6 1 15,-1-1-15,-3 3 0,-4-3 16,-5 5-16,-1-2 0,-3 1 0,2 1 16,5-4-16,-3-3 0,-4 2 0,7-4 15,2 3-15,4-1 0,-2 0 0,-7 5 16,1-3-16,-3 1 0,5 1 0,-9 1 15,6 2-15,1 2 0,-1 0 16,5-2-16,-2-1 0,1 1 0,-1 0 16,2-2-16,-9-3 0,4 1 0,1-3 15,2 2-15,-10 3 0,3-5 0,-4 3 16,-5-5-16,1 4 0,1-6 0,0 4 16,-1-2-16,10 0 0,-2-2 0,2 6 15,0-4-15,1 3 0,1 1 16,1-2-16,1 3 0,-3-3 15,-3 2-15,0-1 0,-5 1 0,3 1 16,-2-3-16,-1 0 0,-1 0 16,4 3-16,-3-3 0,1 0 0,4-2 0,-4-2 0,4 0 15,2 0-15,0-3 16,0 3-16,1-2 0,-1 1 0,5 1 16,-5 2-16,-2-2 0,0 4 0,-4-2 15,1 0-15,-1 3 0,0-1 0,4 2 16,2 1-16,2-1 0,5 5 0,-4-2 15,-1-3-15,1 3 0,1-3 0,-6 1 16,3-1-16,-1-2 0,-2 3 0,2-1 16,-6 3-16,0-3 0,-1 5 0,3-7 15,2 5-15,-4-3 0,2 1 0,2-1 16,2 3-16,0-3 0,0 5 16,-2-4-16,3 3 15,-3-1-15,0-3 0,0 5 16,-7-6-16,5 3 0,-5-4 0,1 3 15,2-1-15,-3-1 0,5-1 0,-7-2 16,9-2-16,-9-1 0,5 3 0,2-2 16,0 2-16,4-6 0,-2 1 0,-4 1 15,6 0-15,-4-1 0,2 1 0,0-3 0,-5 3 0,1-1 16,-2 1-16,-3 2 0,0-3 0,0 3 16,3-4-16,-5 1 0,4 1 0,1 0 15,1-3-15,-1 3 0,3-3 16,-1 0-16,0 1 0,4 1 0,-5-1 15,1-1-15,0-2 0,-5 3 0,5-3 16,-7 2-16,0 1 0,-3-3 0,3 0 16,-4 0-16,2 1 0,0-1 0,-3 0 15,3 0-15,-2 3 0,2-3 16,-5 2-16,5 1 0,-3-1 0,8 1 16,-1-3-16</inkml:trace>
  <inkml:trace contextRef="#ctx0" brushRef="#br0" timeOffset="32495.56">6286 16508 0,'0'0'0,"2"0"0,-2 0 0,0 0 0,0 0 15,0 2-15,-2-2 0,2 2 0,-2-2 16,2 0-16,0 0 0,2 0 16,-2 0-16,2 2 0,-2-2 0,0 0 15,5 0-15,-5-2 0,0 2 0,0 0 16,0 0-16,0 0 0,0-2 0,0 2 16,0 0-16,0 0 0,0-2 0,0 2 15,0 0-15,0 0 0,0 0 0,0 0 16,0 0-16,0 0 0,0-2 15,0 2-15,0-3 0,0 1 0,-5-2 16,5 2-16,0-3 0,-2 3 0,2-2 16,-2-1-16,2-1 0,-2 3 0,2-1 15,0-1-15,0 1 0,0 0 0,0-1 16,0 1-16,0-1 0,0 1 0,0 0 16,0-1-16,0 1 0,-3-3 15,3 3-15,0-1 0,0-1 0,0-1 16,0 1-16,-4-3 0,2 0 0,0 0 15,-1 0-15,3-2 0,-6 0 0,1 0 16,5-2-16,-6-2 0,4-5 16,-3 2-16,5-2 0,-6 3 0,3-3 0,1-2 15,-2 2-15,2-2 0,-1 0 32,-3 0-32,4-3 0,-1 1 0,-1-2 15,4-1-15,-7 1 0,3-7 0,-1-3 16,1 3-16,2-4 0,-7 2 0,5-1 15,-3 3-15,3 0 0,-5 2 16,2 3-16,1-1 0,-1 0 0,3-2 0,4-2 16,-3 0-16,3-2 0,0-2 15,-6 1-15,6 3 0,-5 2 0,1 0 16,-1 5-16,3-3 0,0 5 0,-2-5 16,1 1-16,1-3 0,0-4 0,2-1 15,-7-3-15,3 6 0,-3-1 16,1 6-16,1 1 0,-1 1 0,1 2 15,1 2-15,2-5 0,-3 1 0,3-7 16,0 0-16,0-7 0,-1 2 0,3 1 16,-6 4-16,6 4 0,-2 1 0,-1 3 15,3-1-15,-4-1 0,4-1 0,-2-3 16,0-2-16,-1-3 0,-1 6 0,0-3 16,1 4-16,1 2 0,2 1 15,-4 4-15,2 0 0,-1 2 0,1 2 16,2 1-16,-4-1 0,-1-4 0,5 0 15,-2-4-15,2-1 0,0 1 0,-4-1 16,4 3-16,0-3 0,0 5 16,0-2-16,0 6 0,0 3 0,0 0 15,4 1-15,-4 3 0,0 0 0,2-2 16,1 4-16,-1-4 0,-2 2 0,4 0 16,-4 0-16,2 2 0,-2 0 0,3 1 15,-1-3-15,-2-1 0,0-1 0,0 2 16,-2-2-16,-1 2 0,3-2 15,-2-5-15,-2 3 0,-1-1 0,3 1 16,-2-1-16,-1 3 0,1 0 0,0-3 16,-3 8-16,7-3 0,-7 2 0,3 4 15,-3 1-15,5 2 0,0 0 0,0 10 16,2-3-16,0-7 0,-5-1 16,3 3-16,4 7 0,-2-9 0,5 2 15,-5 0-15,2 2 0,2 0 0,3 0 16,-5 1-16,7-3 0,-5 4 0,5 0 15,2 3-15,2 2 0,-2 0 0,5 2 16,1 0-16,-3 4 0,3 1 0,1 1 16,6 10-16,1-1 0,-3 3 15,0-3-15,-3 1 0,4 1 0,-1-1 16,4 2-16,-2-3 0,7 11 0,4 1 16,3 2-16,8 6 0,-2-2 0,-4-4 15,-5-3-15,-4-1 0,-2-8 16,-1 3-16,-3-2 0,-1-3 0,5 3 15,1 2-15,6 6 0,1-2 0,1 5 16,1-7-16,-1 0 0,2-2 0,-5-2 16,-4-5-16,2-4 0,-2 4 0,8 0 15,1-2-15,2 3 0,2 1 0,-4-2 16,-1 1-16,-8-1 0,-2-2 16,0 2-16,-5 0 0,11 1 0,-6-1 15,6-4-15,3-3 0,1-3 0,-1-1 16,-3 0-16,0 3 0,-2 1 0,-4-1 15,2 1-15,0 3 0,6 0 0,3 4 16,4 3-16,-2-1 0,0 1 16,-2-3-16,-5 2 0,-4-1 0,2-1 15,-2 2-15,8-1 0,-3-1 0,5-7 16,4 3-16,-1 0 0,-5 2 0,3 2 31,-7-2-31,-6 3 0,4-1 0,-2 2 16,7-3-16,-1 3 0,3-2 15,-1 0-15,-3-4 0,-1-2 0,-6 0 16,-1-3-16,1 5 0,-3-2 0,3 1 16,-2-3-16,1 4 0,5-1 0,3 4 15,-1 1-15,2 2 0,-6-2 0,-2-4 16,-3 0-16,-4 0 0,5 2 16,-3-2-16,0-2 0,1 4 0,-1-5 15,2 3-15,3-2 0,0-3 0,2-4 16,-3 5-16,-1-3 0,1 2 0,-3 1 15,-3-3-15,-5 2 0,3 1 0,0-1 16,0 1-16,2-1 0,0 1 16,0-1-16,4 0 0,1 3 0,-1-3 15,3 1-15,-3-3 0,-1 0 0,1-2 16,-4-2-16,-2 0 0,0 0 0,0-3 16,-5 1-16,3 0 0,-3-1 0,1 3 15,-1-2-15,1 2 0,-3-3 0,2 1 16,3-1-16,-3 3 15,1-2-15,-1 2 0,1-1 0,1-1 0,-1 2 16,3-2-16,-3 1 0,-3 1 0,3 0 16,-1-2-16,-2 1 0,-2-1 0,2 2 15,-1-3-15,-1 1 0,0 2 0,0-2 16,-3 1-16,3 1 0,-2-2 16,-2 2-16,4-3 0,-5 3 0,1-2 15,0 1-15,2-1 0,-5 0 0,5-1 16,0-1-16,2-1 15,0-2-15</inkml:trace>
  <inkml:trace contextRef="#ctx0" brushRef="#br0" timeOffset="36624.92">1495 13339 0,'0'-2'0,"0"0"0,0-2 0,-7 1 0,5 1 0,0-2 0,-5 2 0,3-3 0,2 1 16,-3 2-16,1-1 0,2-1 0,-5-3 15,5 3-15,0-1 0,-1 1 32,-3 0-32,4-1 0,2 3 0,0-2 15,0 1-15,0 1 0,0 0 0,2 0 16,4-3-16,-1 3 0,-3-2 0,7 2 16,2-1-16,-2 1 0,-1 0 0,1 2 15,2-2-15,0 0 0,0 2 0,0-3 16,-6 1-16,4 2 0,-5 0 15,3 0-15,-5 0 0,0 0 0,-2 0 16,-2 0-16,-3 0 0,-3 0 0,-6 0 16,-3 0-16,-1 5 0,-6-3 0,2 0 15,-5 2-15,3-1 0,-2-1 0,-5 4 16,0-1-16,4-1 0,5 1 16,0-3-16,7 2 0,-3 1 0,7-1 15,5-2-15,-3 0 0,7 1 16,-5-1-16,5-2 0,4 0 0,-4 2 0,0-2 15,2 0-15,-7 0 0,7 2 0,0-2 16,0 0-16,4 0 0,-1 0 16,-1 0-16,7-2 0,-5 0 0,5 2 15,2-2-15,0-1 0,4 3 0,-1 0 16,1 0-16,0 0 0,-4 0 0,3 0 16,-1 0-16,-2 0 0,-2 0 0,-3 0 15,1 3-15,-3-6 0,-4 6 16,0-3-16,-2 2 0,-2-2 0,-5 0 15,-4 2-15,2 0 0,-9 1 0,4-1 16,1 0-16,-5 2 0,5-1 0,-3-1 16,5 0-16,0 0 0,2 0 0,0 1 15,0-1-15,6 0 0,-4-2 0,7 0 16,-4 0-16,3 2 0,3-2 16,3 0-16,3 0 0,-4-2 0,9 2 15,-2-2-15,0 0 16,6-1-16,-1 1 0,-1-2 0,2 2 15,3-1-15,-3-1 0,5 2 0,-7-3 0,1 3 0,-1 0 16,-2 0-16,0-1 0,-2 3 16,-3 0-16,1 0 0,-5 0 0,0-2 15,-2 2-15,-2-2 0,0 2 0,-7 0 16,-2 0-16,-2 0 0,0 2 0,-1-2 16,-5 2-16,5-2 0,1 0 15,0 0-15,0 0 0,2 0 0,2 0 16,2 0-16,3 3 0,-1-1 0,-3 0 15,1 0-15</inkml:trace>
  <inkml:trace contextRef="#ctx0" brushRef="#br0" timeOffset="37407.07">664 13291 0,'0'0'0,"0"-5"0,0 5 0,0-2 0,0-4 0,0-1 0,0 0 15,0-1-15,0 1 0,-3 0 0,-3-4 16,1 3-16,-1-1 0,1-2 16,-6 2-16,0 0 0,3 0 0,-1 0 15,-7 1-15,1-1 0,2 0 0,-5 2 16,3 1-16,1 1 0,3 1 0,2 2 16,-4 0-16,0-1 0,0 3 0,0 0 15,-5 5-15,2-1 0,5 3 16,-4-1-16,-3 5 0,3-2 0,-3 4 15,1-2-15,-1 5 0,3-1 0,-1 3 16,7-3-16,-2 1 0,3-1 0,3 1 16,3-1-16,-3 1 0,5-3 0,5 2 15,-3 1-15,3-1 0,3-2 0,3 5 16,0-3-16,3 1 0,5-1 16,-1-2-16,2-1 0,0 1 0,-3-2 15,5-2-15,1-3 16,-1 1-16,0-3 0,-3-2 0,10 1 0,-5-3 0,1-3 15,-1-1-15,0-5 0,0 0 0,-4-2 16,-4 0-16,-1 3 0,-4-6 16,0 3-16,-2-4 0,0 4 0,-7-2 15,2 4-15,-4-7 0,-4-1 0,4 6 16,-7-3-16,1 1 0,-3 0 0,0-2 16,3 1-16,-6 1 0,4 0 15,-3 0-15,6 2 0,-4 0 0,1 0 16,3 4-16,-1-2 0,1 5 0,5-1 15,-6 1-15,3 2 0,1-1 0,2 3 16,0 3-16,0-1 0</inkml:trace>
  <inkml:trace contextRef="#ctx0" brushRef="#br0" timeOffset="37740.37">476 13313 0,'-2'0'0,"2"-2"0,-2 2 0,2 0 0,0 0 0,0 0 16,2 0-16,-2 2 0,2 0 0,0 3 16,7-3-16,-7 0 0,5 2 15,0 3-15,2 0 0,2 1 0,-3 1 16,6 0-16,-3 4 0,2-2 0,7 9 15,-5-2 1,5-1-16,-5 1 0,1-2 16,1-1-16,-3 0 0,-1-4 0,-2 0 15,0 0-15,0-2 0,0 0 0,-4-2 16,-1-1-16,5 1 0,-2-3 16,-4 3-16,3-3 0,-3 3 0,1 0 15,-1 1-15,-5 1 0,6 0 0,-1 0 16,-3 4-16,5 0 0,-5 3 0</inkml:trace>
  <inkml:trace contextRef="#ctx0" brushRef="#br0" timeOffset="39161.31">6174 16949 0,'0'0'0,"2"0"0,-2 0 0,2-2 0,0-1 0,0 3 0,3 0 0,-3-2 0,-2 0 15,4 0-15,-4-3 0,0 5 0,0-2 16,0 0-16,0 0 0,0 0 0,0 2 15,0-3-15,0 1 0,-2 2 16,0-2-16,2 0 0,-2-1 0,2 1 16,0 0-16,0 2 0,-5 0 0,5 0 15,-2-2-15,2 2 0,0 0 0,-2 0 16,4 2-16,-2-2 0,0 7 0,0-3 16,0 5-16,0 2 0,0 0 15,0 2-15,0 0 0,0 5 0,0 0 16,0-1-16,0 3 0,2 0 0,3 0 15,-5 6-15,2-1 0,2-3 0,1 0 16,1 0-16,-1-5 0,-1 3 0,-1 0 16,-1 0-16,2-5 0,-2 3 0,3-3 15,-5-1-15,4 1 0,-4-4 16,0 0-16,0-2 0,0 0 0,-4 0 16,4-3-16,0 1 0,0-1 0,0-8 15,0 0-15,-2 2 0,2 2 0,0-4 16,0 6-16,0 1 0,-3-5 15,1 2-15,2-4 0,-4 2 16,-1-5 0,3 1-16,0-3 0,-3 3 0,1 0 15,2-1-15</inkml:trace>
  <inkml:trace contextRef="#ctx0" brushRef="#br0" timeOffset="39564.22">5845 16949 0,'0'0'0,"4"-2"0,-1-1 0,1-1 0,-2 2 0,5-3 15,-3 3-15,3 0 0,0-2 0,1-1 16,-3 3-16,4 0 0,2-1 0,-5-1 16,3 4-16,2-2 0,0 0 15,0-1-15,2 1 0,3 0 0,4 0 16,-1 0-16,6 2 0,1-3 0,1 3 16,4 0-16,-3 0 0,1 0 0,0 0 15,1 0-15,1 0 0,9 0 0,2 0 16,-2 3-16,-5-1 0,0-2 15,0 0-15,-10 0 0,-3 0 0,-5 0 16,-3-2-16,-3 2 0,0 0 0,-3-3 16,1 3-16,0 0 0,2 0 0,-2 0 15,-2 0-15,6 3 0,-7-1 16</inkml:trace>
  <inkml:trace contextRef="#ctx0" brushRef="#br0" timeOffset="40420.31">3124 15161 0,'0'0'0,"0"0"0,5 2 0,-3-2 0,2 2 15,5-2-15,2-2 0,2 0 0,3 2 16,1 0-16,6-3 0,-1 1 0,8 0 16,6-5-16,-1 1 0,0 1 15,1-1-15,3-1 0,-4 1 0,3 1 16,10 1-16,8-1 0,-3 1 0,15-1 15,-9-1-15,-10 4 0,-5 2 0,2 2 16,-6 2-16,4-2 0,2 3 0,1-1 16,-1-1-16,-9-1 0,3-2 15,-7 2-15,-2 2 0,-7 1 0,5 1 16,2 1-16,-5 0 0,5-3 0,-2-2 16,2 0-16,-7-2 0,0 0 0,-2 0 15,3-2-15,-8 0 0,1 2 0,-5-2 16,0 0-16,-4 2 0,2 0 15,-6 0-15,-3 0 0,2 0 0,-8-3 16,-1-1-16,3 2 0,0-3 0,2-1 16</inkml:trace>
  <inkml:trace contextRef="#ctx0" brushRef="#br0" timeOffset="41184.32">3942 13917 0,'0'2'0,"0"-2"0,0 0 0,0 0 0,-2 0 0,2-2 15,-4 2-15,4-2 0,0 2 0,4 0 16,-4 0-16,2 0 0,-2 0 0,2 0 15,5 0-15,-5 0 0,3 4 16,1-2-16,1 3 0,2-1 0,0 5 16,2-2-16,0 2 0,0 4 0,2-2 15,0 2-15,3 7 0,3 0 0,-1 2 16,0 0-16,4 2 0,0 3 16,-5 1-16,5 3 0,1 13 0,-1 0 15,-7 0-15,0-2 0,1-4 0,-3-3 16,-2-4-16,-4-5 0,2 1 0,-1-3 15,-3-4-15,1 0 0,-3-3 0,1-3 16,0-3-16,-1 0 0,-3-3 0,0-1 16,0-2-16,-3-14 0,3 11 15,0-2-15,-4-2 0,2-5 0,0 0 16,-1-4-16,-3 0 0,4 0 0,-1 3 16,-3-3-16,1-3 0,3 1 0,-4 0 15,1 0-15,-1-1 0,1 1 16,-2 2-16,3-2 0,2 0 0,-3-1 15,1 3-15,2 0 0,-5 0 0,3 0 16,2 3-16,-5-3 0,5 2 0,-5 2 16,5-2-16,-2 5 0,4-3 0,-5 3 15,1 2-15,2-3 0,2 3 16,-3 0-16,-1 2 0,2 2 0,0 0 16,-1 5-16,-6-1 0,3 3 0,1 2 15,-3 0-15,1 3 0,-2-1 0,-2 2 16,2 1-16,-2-3 0,5 7 0,-5 0 15,0-3-15,0-1 0,2-1 16,2 0-16,-2-1 0,-2 1 0,3-2 16,1 3-16,-4-3 0,0 0 0,0-2 15,2 3-15,0-3 0,3-3 0</inkml:trace>
  <inkml:trace contextRef="#ctx0" brushRef="#br0" timeOffset="53124.82">1301 3651 0,'0'0'0,"0"2"0,0 3 0,4 1 0,-4 8 0,5 1 15,-5 5-15,2 6 0,-2-1 0,7 12 16,-5-2-16,0 1 0,0-3 15,-2 2-15,5-4 0,-5 2 0,0 0 16,0 2-16,0 9 0,2-4 0,-2-2 16,0-3-16,2-2 0,5-2 0,-3-9 15,-4 2-15,9-6 0,-7-1 16,-2-8-16,4 2 0,-4 0 0,7-4 16,-7 2-16,0-3 0,0-3 0,2 1 15,-4-13-15,2 5 0,0 6 16,0 0-16,-2-2 0,2 0 0,-5-2 15,5 0-15,0 0 0</inkml:trace>
  <inkml:trace contextRef="#ctx0" brushRef="#br0" timeOffset="53569.23">1671 3953 0,'2'-2'0,"-2"2"0,0 0 0,0 0 16,0 0-16,0-4 0,0 4 0,0 4 15,0-4-15,-2 0 0,-4 7 0,3-3 16,-5 1-16,1 3 0,-4-3 0,-2 1 16,-5 3-16,3-2 0,-5 2 0,-2 2 15,-2-7-15,-1 3 0,3-1 16,5 1-16,-3-5 0,7 0 0,-3 1 15,5 1-15,2-4 0,-2 2 0,9-2 16,0 0-16,-3 0 0,10 0 0,-5 0 16,2 0-16,0 0 0,9 0 0,-2 0 15,2 2-15,-2-2 0,9 3 16,-7-1-16,2 2 0,0-2 0,0 7 16,5-2-16,-5-1 0,0 3 0,-2 4 31,5-1-31,4-4 0,2 8 0,0-3 15,2 2-15,0-1 0,1-1 0,-1-2 16,0 4-16,5-6 0,-1 0 0,-3 0 16,-1 0-16,0-5 0,-2 3 15,0-3-15,-6 5 0,4-9 0,-3 4 16,3-4-16,-5-2 0,5 0 0</inkml:trace>
  <inkml:trace contextRef="#ctx0" brushRef="#br0" timeOffset="53761.26">2143 4247 0,'0'-3'0,"0"3"0,2 0 0,7 0 0,-4-2 15,6 0-15,2 0 0,0 0 0,5-1 16,-5 3-16,7-4 0,-5 4 0,-2-2 16,5 0-16,-5-1 0,1 3 0,-1-4 15,-2-1-15,0 1 16,-7 0-16,5-1 0,-5 3 0,1-7 0,-3 3 15,-4-1-15,-3-2 0,-1 5 0,-1-3 16</inkml:trace>
  <inkml:trace contextRef="#ctx0" brushRef="#br0" timeOffset="53951.04">2039 4026 0,'0'0'0,"0"0"0,0 0 0,7 0 0,-2 0 16,-1-2-16,7 2 0,4 0 0,-1-2 15,3 2-15,3 0 0,2 0 16,0-5-16,7 3 0,-3 0 0,1 0 16,-3-3-16,-6 5 0,2-2 0,-3 0 15,1 2-15,-3 0 0,5-5 0,-7 3 16,3-2-16</inkml:trace>
  <inkml:trace contextRef="#ctx0" brushRef="#br0" timeOffset="54235.23">2646 3664 0,'0'-2'0,"0"4"0,0-2 0,2 0 0,0 5 0,3-3 15,3 9-15,1-4 0,0 8 0,-2-2 16,4 5-16,-2 2 0,2 13 0,2-4 15,-4 1-15,-3-1 0,3 2 0,0-5 16,-7 3-16,7-5 0,-7 3 16,3-1-16,1-1 0,-6-1 0,2 0 15,1 0-15,-1-2 0,-2 0 0,4-2 16,-4-4-16,0-3 0,2 2 0,-2-6 16,5-2-16,1-3 0,-3 1 0,3 1 15</inkml:trace>
  <inkml:trace contextRef="#ctx0" brushRef="#br0" timeOffset="54568.66">2908 4039 0,'0'3'0,"0"1"0,0-4 0,0 0 0,0 4 0,2 3 0,5-3 0,-5 5 15,9 2-15,-4-4 0,4 4 16,4-2-16,1 2 0,-1-2 0,5-1 0,2 3 15,2-4-15,1-3 0,-3 1 0,-5-5 16,3 0-16,2 0 0,-4-9 0,-1 2 16,1-1-16,0-1 0,-3-2 15,-4 0-15,0-3 16,-2 1-16,-7 0 0,0-2 0,-6 1 0,2-3 0,-7 1 16,-2 3-16,0 2 0,0 4 15,-2-4-15,-1 5 0,-3-1 0,-1 3 31,-4 1-31,0 1 0,0 2 0,-2 5 16,-3-1-16,3 1 0,-11 6 0,6 0 16,9-3-16,0-3 0,5 6 0,-5 4 15,7 1-15,2 1 0,4-1 0,7 1 16,0-3-16,7 1 0,-7-4 0</inkml:trace>
  <inkml:trace contextRef="#ctx0" brushRef="#br0" timeOffset="54965.51">3731 4004 0,'0'-2'0,"-3"4"0,3-2 0,0 0 0,-6 2 15,4 3-15,-1-3 0,-3 2 16,1 1-16,-1 1 0,1 3 0,-1 0 15,1 2-15,3 0 0,2 2 0,0 0 16,2-2-16,7 3 0,-2-3 0,4 0 16,6 0-16,-3-5 0,8-1 0,2-1 15,-2-4-15,4 0 0,-3-2 16,1 0-16,-2-9 0,-7 4 0,5-2 16,-7 1-16,1-4 0,-3-5 0,-3 4 15,-3-3-15,-1 3 0,-4-5 0,0 3 16,-2 4-16,-2 0 0,1 0 0,-5 2 15,-3 2-15,0-1 0,-3 1 0,-3 5 16,-1 0-16,-4 4 0,-2 4 16,-1-1-16,1 4 0,-7 2 0,3 0 15,-12 6-15,5 3 0,4 0 0,0-2 16,5 1-16,3 3 0,8-10 0,-3 1 16</inkml:trace>
  <inkml:trace contextRef="#ctx0" brushRef="#br0" timeOffset="58587.26">1475 5062 0,'0'-2'0,"2"0"0,-2 0 0,0 0 0,0-1 0,-2 1 16,2 2-16,-2-2 0,2 2 15,0-2-15,0 2 0,-2 0 0,2 0 16,0 0-16,-5 0 0,5 0 0,-2 2 16,2 0-16,0 3 0,-2-1 0,2 5 15,0 4-15,0-4 0,0 4 0,0 0 16,2 5-16,-2 0 0,2 1 15,3 3 1,-3 7-16,-2 0 0,2-3 0,0 3 16,3-5-16,-3 0 0,-2 1 0,2-3 0,-4 0 0,0-2 0,-3-3 15,1 1-15,2-3 0,-7-1 0,0-1 32,2 0-32,-4-2 0,-4-2 0,-1 2 15,3-5-15,-2 3 0,-5-2 16,5 0-16,-3-3 0,5 0 0,-1-1 15,3-1-15,3 0 0,3-2 0,5-9 16,0 7-16,0-2 0,2 4 0,-6 0 16,4 2-16,0-2 0,0 0 0,0 2 15,4-2-15,-1 0 0,5 0 16,1 2-16,2-2 0,5 0 0,-1 0 16,5 0-16,2 0 0,2 0 0,1 0 15,-1-2-15,-2 2 0,13-4 0,0-1 16,-6 1-16,2-1 0,-7 3 0,0-2 15,-2-1-15,-2 3 0,-6 0 16,-3 2-16,-5-5 0,1 5 0,-7 0 16,0 0-16,-7 0 0,3 0 0,-5 3 15,0-1-15,3-2 0,-5 2 0,-1 0 16,1 3-16,3-5 0,1 4 0</inkml:trace>
  <inkml:trace contextRef="#ctx0" brushRef="#br0" timeOffset="58888.75">1248 5025 0,'2'-2'0,"-2"-1"0,0 3 0,2-2 0,5-2 0,4 2 0,-4-1 16,12 3-16,-3-4 0,6 0 0,11-3 15,2 3-15,-6-1 0,4 1 0,0-1 16,0 3-16,-6-4 0,6 3 0,-5-1 16,3 0-16,-4 1 0,4-1 15,-5 0-15,0-1 0,5 3 0,-9 2 16,-4-7-16,0 5 0,-3 0 0,-2-3 15</inkml:trace>
  <inkml:trace contextRef="#ctx0" brushRef="#br0" timeOffset="59192.44">2156 5517 0,'0'-3'0,"5"1"0,1 0 15,3-2-15,4 1 0,1-1 0,5 0 16,-3 1-16,4 1 15,-3 0-15,5 0 0,1-3 0,-8 1 16,5 2-16,-9-3 0,2 1 0,-2-1 0,-2 1 16,-5 2-16,1 0 0,1-5 15,-6 3 1,5-3-16,-5 0 0,0-4 0,0 3 16,4-3-16</inkml:trace>
  <inkml:trace contextRef="#ctx0" brushRef="#br0" timeOffset="59366.72">2039 5300 0,'3'0'0,"1"0"0,-4-2 0,5 0 15,-1 2-15,7-4 0,4 1 16,1 1-16,4 0 0,0-2 0,10-1 16,-1 1-16,2-1 0,0 1 0,-3-3 15,6 5-15,-6-2 0,3 2 16,-7 2-16</inkml:trace>
  <inkml:trace contextRef="#ctx0" brushRef="#br0" timeOffset="60067.22">3085 5314 0,'2'-2'0,"-2"2"0,2-5 0,2 1 0,-8-3 0,2-2 0,2 3 16,-2-3-16,-7 0 0,2 0 0,-8-2 15,-1 0-15,-4 2 0,3 0 0,-16 1 16,6-1-16,3 4 0,0 3 16,2 2-16,0 0 0,4 5 0,0 3 15,5 3-15,0 5 0,-2 4 0,8 2 16,0 2-16,3 0 0,-3 5 0,7-3 15,0 3-15,7-5 0,4 1 0,0-6 16,2-3-16,3-1 0,3-4 16,3 0-16,-2-6 0,9-1 0,-5-4 15,0-2-15,1-2 0,1-3 0,-2-4 16,-1 0-16,-4-5 0,3-1 0,-8-1 16,-3 5-16,2-5 0,-4-6 15,-3-2-15,1-1 0,-3 3 0,-1 0 16,-3 4-16,-3 2 0,3 3 0,-4 4 15,4 0 1,-2 4-16,-3 3 0,5-3 0,-4 5 16,4 0-16,-7 2 0,3 0 0,2 2 15,-7 0-15,4 2 0,-1-1 0</inkml:trace>
  <inkml:trace contextRef="#ctx0" brushRef="#br0" timeOffset="60289.91">3418 5327 0,'0'0'0,"4"0"0,-4 0 15,2 0-15,-2 0 0,0-2 0,0 2 16,0 0-16,0 0 0,0 2 0,2-2 15,-2 4-15,3-1 0,-1-1 0,-2 2 16,6 1-16,-6-3 0,5 2 0,-1-4 16,-2 2-16,3-4 0</inkml:trace>
  <inkml:trace contextRef="#ctx0" brushRef="#br0" timeOffset="60845.32">3801 5126 0,'0'-4'0,"0"2"0,-2-1 0,2 1 0,0-7 0,2 3 0,-2-1 0,0 3 16,5-3-16,-1-2 0,-2 3 0,5-1 15,-1 1-15,5-1 0,-2 5 16,0-5-16,2 3 0,5 1 0,-3 1 16,2 2-16,1 2 0,6 3 0,-2-1 15,-1 1-15,1 6 0,0 0 0,2 2 16,-9 0-16,1 0 0,-3 5 15,-3-5-15,-5 7 0,-3 0 0,-3 0 16,-5 4-16,-3 0 0,-3 3 0,-1-1 16,-5 3-16,0-3 0,3 1 0,-5-1 15,2-1-15,-2-1 0,2-2 0,-2-2 16,0-5-16,2 1 0,4-3 0,3-2 16,2-2-1,0-1-15,9-3 0,-5-1 0,7 1 0,7-3 0,-5-2 16,9 0-16,0 2 15,0-4-15,2 4 0,-2-2 0,14-2 0,-3 0 0,-9 0 16,5 2-16,1-3 0,8 1 0,2 0 16,-5 0-16,2-1 0,1 1 15,-3 0-15,3 2 0,-3-2 0,-4 0 16,2 2-16,-3-5 0,4 3 0,-12 4 16,4-2-16,0 5 0</inkml:trace>
  <inkml:trace contextRef="#ctx0" brushRef="#br0" timeOffset="61370.13">4665 5003 0,'0'0'0,"0"2"0,-2-4 0,0 2 0,0 0 16,2 0-16,-2-2 0,-5-1 0,-2 3 16,3 0-16,-5 0 0,-3-2 15,-1 2-15,-1 2 0,1-2 0,-3 3 16,1-1-16,4 0 0,-5 2 0,2-1 16,3 5-16,-4-1 0,3 2 0,6 0 15,-3-3-15,4 8 0,5-3 0,-5 0 16,5 2-16,0-4 0,-3 4 15,5 0-15,0 3 0,-2-3 0,2 0 16,2 2-16,3-4 0,-3 3 0,2-5 16,3-1-16,-3 3 0,5-4 0,2 0 15,0-3-15,0 0 0,2-1 0,-2 1 16,5-2-16,4 0 0,-5-2 0,12 3 16,-1-1-16,-6 4 0,2 1 15,-2 0-15,-3 4 0,1-2 0,-2 2 16,-5 0-16,0 2 0,-3 0 0,3 5 15,-8-3-15,-1 1 0,-2-1 16,-5 0-16,-1 3 0,-1-3 0,-4-1 0,-6 1 16,-1-4-16,-4 2 0,0-4 15,-2-2-15,-3 2 0,-2-5 0,3 0 16,-7-4-16,6 0 0,3 0 0,2-2 16,7 0-16,-3-2 0,5-3 0,2-2 15,6 5-15,-3-5 0,8-2 0,0-2 16,0 2-16</inkml:trace>
  <inkml:trace contextRef="#ctx0" brushRef="#br0" timeOffset="63821.48">8780 2765 0,'0'0'0,"4"0"0,-4 0 0,-4 0 0,4-5 0,0 3 0,-2 0 15,2 2-15,0-2 0,0 2 0,0 0 16,2 2-16,2 2 0,-4 3 16,0 2-16,2 4 0,3-2 0,-3 5 15,-2 3-15,4 6 0,-4 1 0,0 12 16,3 6-16,-6 0 0,3 2 0,0-6 15,-2-3-15,0 7 0,0-8 0,-3-5 16,3-12-16,2-1 0,-4 0 16,2-3-16,-3-6 0,5-2 0,-2 1 15,2-5-15,-2-3 0,2 0 0,0 0 16,0 2-16</inkml:trace>
  <inkml:trace contextRef="#ctx0" brushRef="#br0" timeOffset="64010.81">8908 2805 0,'0'-3'0,"2"-3"0,-2 6 0,0-7 0,2 5 0,0-7 0,-2 7 16,0 2-16,0-7 0,2 7 0,1 7 15,-3-3-15,2 7 0,-2 3 16,4 5-16,-4 3 0,0 3 0,0 3 16,0 14-16,0 0 0,0 0 0,-4-2 15,-1 2-15,1-5 0,-3-4 0,3 0 16,-5-2-16,0-2 0,1-5 0,-3-9 15,2-1-15,0-1 0,-2-2 16</inkml:trace>
  <inkml:trace contextRef="#ctx0" brushRef="#br0" timeOffset="64184.35">8733 3036 0,'0'-2'0,"3"2"0,-1 0 0,0 0 0,2 0 15,5 2-15,0 3 0,2 1 0,2-4 16,3 3-16,4-1 0,8 1 16,3 1-16,-4-4 0,1-2 0,-1 0 15,-1-2-15,-4-4 0,0 1 0</inkml:trace>
  <inkml:trace contextRef="#ctx0" brushRef="#br0" timeOffset="64643.95">9137 3043 0,'0'-2'0,"0"2"0,0 0 0,0 0 0,0 2 0,0 2 16,0 3-16,-4-1 0,4 5 0,4 0 15,-4-4-15,2 0 0,3 4 0,1-5 16,1 1-16,2 2 0,2-9 0,0 4 16,4-6-16,1 0 0,-1-3 15,3 1-15,-1-5 0,-1 5 0,4-14 16,-3 3-16,-1-1 0,-5-1 16,0-1-16,-3 2 0,-3-1 0,-3 4 0,0-5 15,-6 2-15,2 8 0,-1 1 16,-3-2-16,1 7 0,-1-5 0,-3 7 15,0 7-15,-2-5 0,2 7 0,-4 0 16,2 6-16,2-1 0,-2 3 0,2 3 16,3 0-16,-1 4 0,5-6 0,2 4 15,2 0-15,3-2 0,6 0 16,4-1-16,0 1 0,5-9 0,5 2 16,1-6-16,5 0 0,4-3 0,0 1 15,7-5-15,2-5 0,14-6 0,-1-4 16,-2-5-16,-6 0 0,6-20 0,-18 9 15,-10 1-15,-7 8 0,-5-1 0,-2-1 16,1 2-16,-6 2 0,-1 5 16,-3 8-16,-1 1 15,-3 3-15,0 3 0,-5 7 16,1 0-16,-3 6 0,3-2 0,-5 7 0,0-1 0,0 3 0,-2 4 16,0-2-16,0 3 15,-2-3-15,2 0 0,0 2 0,0-2 0,0-2 16,0-3-16,0 1 0,0 0 15,0-5-15,0-2 0,0 2 0,2-4 16,0-2-16</inkml:trace>
  <inkml:trace contextRef="#ctx0" brushRef="#br0" timeOffset="64786.11">9637 3047 0,'0'0'0,"3"-6"0,-1 1 0,0-2 0,0 1 0,3 6 0,-1-5 15,3 3-15,-1 4 0,3 3 0,2-1 31,0 5-31,0 2 0,0 5 0,5-1 0,1 11 0,-1-1 0,1-1 32,1-2-32,-3-4 0,1-5 0</inkml:trace>
  <inkml:trace contextRef="#ctx0" brushRef="#br0" timeOffset="65198.92">10081 3076 0,'0'-2'0,"2"-1"0,0-5 0,2 3 0,-1-1 16,1 1-16,0 1 0,-1 4 0,1 0 15,-2 4-15,3 1 0,-1 3 16,-2 3-16,3 3 0,-3 1 0,0 3 16,0-3-16,1 1 0,-1 1 0,0 1 15,0-1-15,-2-1 0,2 2 16,1-7-16,-3-5 0,2 3 0,-2-5 15,2 1-15,-2-1 0,4-4 0,-4 2 16,5-4-16,-1 2 0,3-4 0,-3-5 16,5 0-16,0-2 0,0-2 0,0-3 15,2 3-15,0-9 0,2-2 0,0-9 16,-2 6-16,2-3 0,-2 8 16,-2 4-16,0 0 0,-2 7 0,-1 5 15,1-1-15,-1 7 0,-1 2 0,1 3 16,3 6-16,-4 2 0,3 0 0,-1 14 15,2-3-15,0 7 0,0-7 0,-1 2 16,1 1-16,2-1 0,-2-1 0,0-1 16,2-2-16,-2-2 0,2-3 15,-2 5-15,-1-8 0,-1-1 0,2-4 16,0-3-16,-1-1 0,1-1 0</inkml:trace>
  <inkml:trace contextRef="#ctx0" brushRef="#br0" timeOffset="65580.28">10661 3069 0,'0'-4'0,"0"4"0,0 0 0,0 0 0,0 0 0,0 4 0,2-2 15,0 3-15,2 6 0,1-2 16,-1 4-16,3 0 0,-1 5 0,1-5 0,0 2 16,1 1-16,3 4 0,0-5 15,3 3-15,-3-5 0,2-2 16,0-2-16,0 4 0,1-11 0,-1 7 0,-2-7 15,4-2-15,-4 2 0,3-4 0,-1 2 16,-2-6-16,0-1 0,2-2 16,-2-2-16,0 0 0,-2 0 0,0 0 15,-3-4-15,3-10 0,-4-1 0,1-3 16,-4 3-16,1 2 0,1 2 0,-4 6 16,2 3-16,-2 2 0,0 2 0,-2 7 15,2-3-15,2 5 0,0 5 16,-2 1-16,3 5 15,1 3-15,0 3 0,1 1 0,-1 2 0,3 2 0,2 0 16,0 4-16,4-1 0,0-1 0,2-2 16,3 0-16,0 0 0,-1-4 15,3-3-15,-2-2 0,-1-2 0,-1-4 0,2 0 16,-5-5-16,0 0 0,0-2 16</inkml:trace>
  <inkml:trace contextRef="#ctx0" brushRef="#br0" timeOffset="65898.31">11439 2858 0,'0'2'0,"0"-2"0,0 0 0,2 0 0,-2 4 15,2-2-15,3 3 0,-3 6 0,2-5 16,1 12-16,-1-5 0,0 9 0,3 7 16,-5 2-16,5 4 0,-5-6 15,0 4-15,3-2 0,-3-5 0,0-2 16,3-2-16,-3 1 0,2-1 0,-2-7 15,1 0-15,-1-1 0,-2-3 0,0 0 16,-2-2-16,2-1 0</inkml:trace>
  <inkml:trace contextRef="#ctx0" brushRef="#br0" timeOffset="66056.58">11254 3113 0,'2'-2'0,"-2"0"0,0 2 0,4-2 0,1 2 15,1-3-15,3 3 0,2-4 16,0 4-16,5-2 0,1 4 0,5 2 16,0-4-16,9-4 0,0 2 0,-2-3 15,-3-3-15,-2 5 0</inkml:trace>
  <inkml:trace contextRef="#ctx0" brushRef="#br0" timeOffset="66375.44">11895 3082 0,'0'0'0,"-2"-4"0,2 4 0,-2-2 0,-3 0 0,-1-1 16,1 1-16,-3-2 0,-3 2 0,2 2 15,-7-3-15,1 3 0,2 3 0,-3-3 16,1 2-16,-1 4 0,3-3 0,-5 5 16,7-3-16,0 1 0,3-1 0,1 1 15,3-1-15,4 4 0,0-5 0,2 7 16,2-2-16,5 2 0,-2 0 0,6 0 15,-2-2-15,2 0 16,0 2-16,1-3 0,-1 4 0,0-8 0,-2 5 16,-2 0-16,-3-5 0,1 5 15,-5-5-15,0 3 0,-4-5 0,0 2 0,-5 3 16,1-7-16,-3 2 16,-2 3-16,2-1 0,-2-4 0,0 0 0,0 0 15,0 0-15,2 0 0,3-4 0,-1 1 16,3 1-16,1 2 0,3-2 0,3 2 15</inkml:trace>
  <inkml:trace contextRef="#ctx0" brushRef="#br0" timeOffset="69625.08">15158 3285 0,'0'0'0,"-2"2"0,2-2 0,0 0 15,0 0-15,2-2 0,1 0 0,1 0 0,0-7 16,1 2-16,1-4 0,1 3 0,2-8 15,0-2-15,2-1 0,0-10 0,0-4 16,0 2-16,0-6 0,0 1 0,-2 3 16,2-2-16,-2 4 0,-1 0 15,1 7-15,-2 4 0,-3 2 0,1 7 16,-1 3-16,-4 3 0,4 5 0,-1 0 16,-3 2-16,2 9 0,-2 3 0,2-3 15,0 6-15,0 5 0,-2 7 0,5-3 16,-3 8-16,2-6 0,-1 3 0,1-4 15,0-3-15,1 0 16,-1-6-16,1-1 0,-1 1 0,3-7 0,-1 2 16,3-8-16,-2 1 0,4-6 0,-2 0 15,2-9-15,2-4 0,-2 4 0,0-6 16,2-9-16,0-7 0,-2 2 16,0-4-16,-2-2 0,0 2 0,0 0 15,-2 4-15,-1 5 0,1 2 0,-5 2 16,2 7-16,-1 8 0,-1-4 0,-2 12 15,4 3-15,-2 1 0,3 10 0,-3-3 16,2 3-16,1 5 0,-1 7 0,5-2 16,-2 6-16,4 6 0,0-1 15,4-3-15,-2-6 0,3-5 0,-1 0 16,3-2-16,2-9 0,0-1 0,-1-1 16,3-9-16,-4 0 0,0-4 0,-1 0 15,-1-7-15,-1-2 0,-2-5 0,-1-1 16,3-5-16,-6-3 0,2 1 0,-2 0 15,-5 6-15,0 1 0,1 3 0,-3 10 16,-2-3-16,0 7 0,-4 0 16,1 9-16,-1-2 0,4 2 0,2 2 15,-2 2-15,2 4 0,3-3 0,1-1 16,-1 0-16,6 7 0,2-7 0,3 0 16,3-4-16,1 2 0,0-9 15,2 1-15,0-3 0,-2-3 0,2 1 16,-4-4-16,-3-3 0,-2 0 0,-4-6 15,-2-3-15,-5-4 0,-4-2 0,-5-3 16,-2-1-16,-4 1 0,-2 3 0,-3 4 31,-2 5-31,0 1 0,1 8 0,-4 3 16,4 6-16,-1 3 0,0 5 16,2 5-16,3 4 0,2-1 0,4 3 15,0 3-15,5 3 0,4-3 0,2-3 16,4-2-16,3-1 0,2 1 0,5-7 15,-5-2-15,4-4 0,3 0 0,4-3 16,2 1-16,3-5 0,-1-5 0,0-1 16,1-1-16,-3-4 0,0-2 15,5-12-15,-2-1 0,-5-3 0,-3-2 16,-1-4-16,-2 0 0,-1-7 0,-2 2 16,-2 5-16,2-14 0,-4 8 0,-4 5 15,-3 8-15,0 10 0,-2 3 0,2 6 16,-2 4-16,0 5 0,-2 0 15,2 11-15,-2 0 0,2 5 0,-2-3 16,2 2-16,-3 3 0,6 4 0,-1 2 16,-2 1-16,4 3 0,1 3 0,1 2 15,1-4-15,4 13 0,0-11 16,0-3-16,2-1 0,-2-7 0,-2-3 16,2-6-16,-2-2 0,0-4 0,2-1 15,-5-8-15,1-3 0,2 0 0,-3-4 16,-1-2-16,1-2 0,1-7 0,-3-3 15,3 1-15,-3-13 0,1-3 0,-1 2 16,1 3-16,-1 0 0,1 2 16,-1 4-16,-2 5 0,0 4 0,-2 5 15,5 4-15,-5 8 0,0 3 0,2 3 16,0-1-16,0 9 0,1 2 0,-1 7 16,0-2-16,0 6 0,0 4 0,1-3 15,3 10-15,-1-6 0,-1 15 0,0-5 16,5-3-16,0-1 0,0-6 15,2-3-15,2-4 0,-4-6 0,2-3 16,0-2-16,-2-5 0,2-3 0,0-1 16,-2-4-16,0-3 0,2-6 0,-3 0 15,1-9-15,0-2 0,2-2 0,-2-5 16,0-1-16,2-6 0,-2 3 16,-1 2-16,-1 7 0,0 2 0,-3 4 15,0 5-15,-4 4 0,3 5 0,-3 4 16,0 2-16,0 5 0,0 4 0,0 2 15,0 0-15,2 7 0,0-5 0,0 8 16,5-1-16,2-5 0,-1 7 0,4-4 16,3 0-16,-2-7 0,5-6 15,-3-3-15,3 1 0,0-7 0,-3-1 16,0-5-16,3-1 0,-3-4 0,1-1 16,-3 1-16,0-9 0,1 2 0,-1-2 15,-2 2-15,0-2 0,-2 0 0,-1 7 16,-3 4-16,-3 0 0,0 2 15,-2 7-15,-2 2 0,0 4 0,0 3 16,-1 4-16,-1 4 0,0 9 0,-3 1 16,0 6-16,1 15 0,-1 0 0,3-4 15,-1 0-15,5 0 0,3 0 16,3 4-16,1 5 0,8-3 0,1-4 16,1-8-16,3-6 0,0-5 0,4-12 15,-2-6-15,3-10 0,-3-1 0,2-9 16,0-5-16,0-4 0,-2-4 0,0-3 15,-2 0-15,0-8 0,2-1 0,2-10 16,1 2-16,1-3 0,-2-8 16,-6-1-16,-5 1 0,-4 6 0,-7 12 31,-6 10-31,0 7 0,-3 6 0,-4 1 16,-5 6-16,-3 0 0,-1 7 0,-2-4 15,-3 3-15,3 3 0,3 5 0,-1 1 16,4-1-16,3 4 0,4-1 15,3 3-15,-1 3 0,7 3 0,0 1 16,4 4-16,3 2 0,4 3 0,2 4 16,7-5-16,2 7 0,5-4 0,6 4 15,-2 0-15,-1-9 0,-5-6 0,-5-1 16,-5-5-16,-4 1 0,-4-2 0,-7 0 16,0 0-16,-9-7 0,-2 5 15,-5-5-15,-6-1 0,0 1 0,-2-4 16,0 0-16,-1 0 0,1 0 0,4-4 15,5 1-15,2-1 0,2 4 0,6-7 16,3 3-16,4-5 0,3 5 16,-1-7-16,7 4 0,0-4 0,7-2 15,2-5-15,2-2 0,4-2 0,1-4 16,12-12-16,-1-1 0,-5 8 0,-2-4 16,-5 10-16,-2-1 0,-4 6 0,0 0 15,-2 5-15,-5 4 0,-2 0 16,-4 2-16,-3 4 0,-4-3 0,0 5 15,-4-3-15,-3 4 0,-2-1 0,-4 1 16,0 2-16,2 0 0,-3 2 0,-1 1 16,-3 1-16,1 3 0,-3 4 0,2 2 15,1 2-15,1 3 0,1 0 16,4 1-16,2 1 0,5 0 0,4 0 16,0 0-16,4-5 0,7 1 0,0-1 15,2-2-15,7-6 0,0-3 0,2 1 16,0 1-16,13-10 0,-2 4 0,0-7 15,-2-1-15,2-6 0,-2 1 16,-2-7-16,-3 0 0,-1 1 0,-3-1 16,-5 4-16,-3 1 0,-3 6 0,-3 0 15,-1 7-15,-3-2 0,1 8 0,-1-2 16,1 9-16,-3 0 0,2 5 16,1-1-16,-3 1 0,2 1 0,1 1 15,1 0-15,1-1 0,2-4 0,0 1 16,-1-3-16,3 0 0,0-5 0,3-1 15,1-3-15,0-2 0,3 0 0,0-2 16,4-3-16,0-4 0,2-2 16,5-4-16,-3-3 0,7-6 0,0 0 15,-2 0-15,-4 2 0,-1-3 0,-4 8 16,-2 3-16,-2 6 0,-3 3 0,1 3 16,-3 4-16,0 0 0,0 5 0,3 0 15,-3 4-15,2 0 0,-1 6 16,3 3-16,3 2 0,4 0 0,1 0 15,3-2-15,1-2 0,2-1 0,0-3 16,4-3-16,7-5 0,9 5 0,1-2 16,8 0-16,-3-5 0,-2 3 0,-2-7 15,2 0-15,3 0 0,1 4 16,5-1-16,-6 1 0,-6-4 0,1 0 16,3-4-16,1 8 0,0-2 0,-2 5 15,-2-1-15,-4-3 0,-3 3 0,-2-4 16,0 3-16,3 1 0,1-6 0</inkml:trace>
  <inkml:trace contextRef="#ctx0" brushRef="#br0" timeOffset="72768.14">9077 3986 0,'0'-4'0,"0"4"0,0 0 0,0-2 0,0 2 15,0-2-15,0 2 0,0 0 0,3-3 16,-3 3-16,0 0 0,0 0 0,-3 0 16,3 0-16,0 0 0,-4 0 0,2-4 15,-3 2-15,1 2 0,-3-5 16,1 3-16,-3 0 0,0 0 0,0 0 15,-4-1-15,2 1 0,2 2 0,-6-4 16,4 1-16,-2 6 0,-3-3 0,1 4 16,-3-2-16,3 3 15,-10 6-15,5-2 0,-2-1 0,3 6 16,-1-3-16,0 2 0,2-2 0,1 4 16,1-1-16,3 3 0,2-4 0,4 1 15,-1 1-15,8-4 0,0 2 0,2 3 16,4-7-16,5 6 0,3-4 0,3-2 15,5 2-15,3-2 0,3 0 0,3-5 16,0 0-16,-2 1 0,-1-1 0,3 1 16,-4-3-16,-1-2 0,3 2 0,-3-2 15,-2-2-15,1 2 0,-5-2 0,-1-3 16,-3 1-16,-1 2 0,-6-1 0,-2-1 16,-3 4-16,0-4 0,1 1 15,-5 3-15,-7-8 0,12 8 0,-3 0 16,5-3-16,-7 3 0,4-4 0,0-1 15,1 1 1,1-3-16</inkml:trace>
  <inkml:trace contextRef="#ctx0" brushRef="#br0" timeOffset="73166.14">9485 4288 0,'0'-2'0,"0"0"0,0 2 0,3 0 0,-1 0 0,0-2 0,0 2 16,3-2-16,1 2 0,-1 0 0,-1 0 15,3 0-15,-1 0 0,1 0 0,2 0 16,-1 0-16,3 0 0,1-3 16,-1 3-16,2-2 0,0 2 0,0 0 15,0 0-15,3-2 0,-3 0 0,-2 0 16,2 2-16,-2-5 0,0 5 0,-4-4 15,2 2-15,-3-5 0,-1 5 0,-3-3 16,0 1-16,0-3 0,-2 1 0,0-5 16</inkml:trace>
  <inkml:trace contextRef="#ctx0" brushRef="#br0" timeOffset="73308.87">9435 4119 0,'2'0'0,"-2"0"0,0 0 0,0 0 0,0 0 16,2 0-16,2 0 0,3 0 0,0 2 15,4 0-15,2-2 0,0 5 16,5-5-16,-1 0 0,1 0 0,0 0 16,2 0-16,-5 2 0,3-2 0,-1 0 15,5 0-15,-2-2 0,-4 2 16,1 0-16,-1 0 0</inkml:trace>
  <inkml:trace contextRef="#ctx0" brushRef="#br0" timeOffset="73722.46">9988 4110 0,'-2'0'0,"-3"0"0,5 0 0,-4-2 0,2 2 16,-3-3-16,1 6 0,0-1 0,-3 0 16,0 2-16,1 3 0,1 2 0,1 2 15,-1 0 1,1 2-16,0 3 0,4-1 0,0 3 0,4-1 0,0-3 15,3 1-15,2-2 0,6 5 0,1-5 16,1-2-16,3-4 0,0-1 0,-2-1 16,-1-1-16,1-4 0,0 0 0,-3 0 15,1-6-15,-5 1 0,2 1 0,-2-3 16,0-2-16,-5-2 0,1 0 16,-3 2-16,1 1 0,-3-3 0,-2-7 15,0 5-15,0-5 0,-4 3 0,-1-1 16,1 3-16,-3 0 0,-2 0 0,-2 4 15,0 0-15,3 4 0,-3-1 16,0 1-16,-3 5 0,5 0 0,-4 0 0,2 5 16,0 1-16,2 1 0,-2 0 15,3 2 1,1-1-16,0 1 0,3-2 0,-1-1 0</inkml:trace>
  <inkml:trace contextRef="#ctx0" brushRef="#br0" timeOffset="73880.42">10367 4273 0,'0'-2'0,"0"0"0,2 2 0,1 0 0,-3 0 0,4 2 16,-4-2-16,4 2 0,-1 0 0,-1 0 15,2 1-15,-4-1 0,5 0 0,-3 0 16,0 0-16,0 3 0,3-3 0,-3 0 15,0-4-15,3 2 0,-3-2 16</inkml:trace>
  <inkml:trace contextRef="#ctx0" brushRef="#br0" timeOffset="74119.28">10676 4035 0,'0'0'0,"0"0"0,2 0 0,0 2 0,1 3 0,1 1 16,3 3-16,-1 0 0,-1 6 0,1-2 16,3 5-16,-5 4 0,5 7 0,-2-3 15,-3 3-15,1-5 0,-3 3 16,2-10-16,1 1 0,-3 2 0,2-5 16,1-6-16,-1 2 0,3-2 0,-1 0 15,1-5-15,2 0 0,0 1 0,-3 4 16,3-7-16</inkml:trace>
  <inkml:trace contextRef="#ctx0" brushRef="#br0" timeOffset="74452.28">11187 4037 0,'0'0'0,"-2"-2"0,2 2 0,-2-2 15,2 2-15,0-3 0,-2 3 0,0 0 16,-1 3-16,-1-3 0,0 2 0,-3 2 15,0 3-15,-1 0 0,1 1 0,-2 3 16,3 0-16,1 3 0,3-1 16,2 5-16,4-5 0,5 4 0,2 1 15,11 4-15,2 2 0,1-4 0,-1 2 16,5 0-16,-3-2 0,3 2 0,-1-6 16,-1 3-16,-3-3 0,0 4 0,-4-9 15,-4 2-15,-3 0 0,-4-4 0,-5 0 16,-4-3-16,-4 3 0,-3-4 15,-4 1-15,0-4 0,-4 1 0,-3 1 16,3-4-16,-5 2 0,4-2 0,1-2 16,2 2-16,-3-4 0,7 4 0,3-3 15,-3 1-15,2-4 0,1 1 0,-1-4 16,0 5-16,1-3 0,-1 3 0</inkml:trace>
  <inkml:trace contextRef="#ctx0" brushRef="#br0" timeOffset="74611.3">11141 4083 0,'2'0'0,"-2"-2"0,5 2 0,4 0 0,4 0 15,4-4-15,3 4 0,5 0 0,3-5 16,12 5-16,4-4 0,5 2 0,1-3 16,19 1-16,-1 0 0,-4 1 15,11 6-15,-18 1 0</inkml:trace>
  <inkml:trace contextRef="#ctx0" brushRef="#br0" timeOffset="76034.75">15677 4026 0,'0'0'0,"-3"-2"0,1 0 0,-2-5 0,-1 3 0,-1-7 15,1 4-15,-4 0 0,3-1 0,-3-1 16,0 2-16,-2 1 0,2 1 0,-2-2 16,-2 7-16,0 0 0,0 3 0,-3 1 15,1 3-15,-1 2 0,-6 10 0,5-3 16,-1 4-16,5 4 0,0 0 16,4 5-16,2 0 0,5-3 15,4-2-15,3 0 0,3-1 0,6-6 0,1 1 16,3-5-16,2-4 0,2-3 0,-3-1 15,6-5-15,-3 0 0,0-7 16,2 1-16,-4-1 0,-5-2 0,5-4 16,-4-5-16,-3 1 0,-2 1 0,-5-1 15,-3-1-15,1-2 0,-6 3 0,-3-6 16,1 4-16,-3-1 0,-4 4 0,3 3 16,-3 0-16,2 2 0,-2 4 0,2 1 15,-2 1-15,2 3 0,0 2 16,3 0-1,-1 2-15,3 3 0,1-1 0,1 3 0,0-3 0,0 3 0,2-3 16</inkml:trace>
  <inkml:trace contextRef="#ctx0" brushRef="#br0" timeOffset="76178">15926 4077 0,'-2'0'0,"2"0"0,-3 0 0,1 4 15,2-4-15,0 0 0,0 0 0,0 0 16,0 0-16,-2 0 0,2 0 0,-2 0 16,2 5-16,-3-5 0,3 6 15,0-4-15,0 3 0,-2-1 0,2 1 16</inkml:trace>
  <inkml:trace contextRef="#ctx0" brushRef="#br0" timeOffset="77603.14">15106 4033 0,'0'0'0,"2"-3"0,-2 3 0,0-2 0,0 0 15,2 0-15,-2 0 0,0 2 0,0-5 16,0 3-16,-2 0 0,0-5 0,-3 5 15,1 0-15,-1-3 0,1 1 0,-7 2 16,2 0-16,-2-1 0,-2-1 0,-3 2 16,-4 0-16,-4-1 0,-2 3 15,-3 0-15,3 3 0,-1-1 0,-1 4 16,1-1-16,3 1 0,0 3 0,-3 2 16,3 2-16,0 3 0,4 2 0,0 1 15,2 1-15,5 0 0,2 9 16,4-3-16,3 3 0,8-3 0,1-10 15,1 4-15,3-3 0,7 1 0,-1-5 16,7 0-16,5-4 0,-3-2 0,2-3 16,1-2-16,-3 1 0,-2-1 15,-4-2-15,-1 0 0,1-2 0,2-1 16,-3 1-16,1-2 0,0 2 0,-3-1 16,3 1-16,-1-7 0,-1 1 0,-3-1 15,3 0-15</inkml:trace>
  <inkml:trace contextRef="#ctx0" brushRef="#br0" timeOffset="77762.49">15077 4357 0,'0'0'0,"0"2"0,0-2 0,0 0 0,0-2 0,4 2 0,-2 0 16,3 0-16,-1 0 0,3-2 0,0-1 15,-1 1-15,3 0 0,-2-2 16,1 1-16,-3 1 0,1-4 0,-1 1 15,-3-4-15,0 3 0,-2-3 0</inkml:trace>
  <inkml:trace contextRef="#ctx0" brushRef="#br0" timeOffset="77905.08">14925 4216 0,'0'-3'0,"-3"1"0,1 2 0,2-4 0,0 2 15,0-3-15,5 3 0,-1-2 0,5-1 16,0 3-16,4-7 0,0 5 15,3-1-15,1 1 0,-1 2 0,-1-5 16</inkml:trace>
  <inkml:trace contextRef="#ctx0" brushRef="#br0" timeOffset="79478.86">16583 4328 0,'-2'0'0,"-1"2"0,3-2 0,0 5 0,-4-5 16,0 4-16,-1-4 0,1 0 0,-1 0 16,-1 0-16,-1 0 0,3 0 15,-3-6-15,3 1 0</inkml:trace>
  <inkml:trace contextRef="#ctx0" brushRef="#br0" timeOffset="80308.95">16115 3847 0,'0'0'0,"0"0"0,0 0 0,0-2 0,5 2 15,-1-6-15,3 6 0,-1-5 0,5 5 16,3-4-16,1 2 0,3-1 0,-1 1 15,10 2-15,1-4 0,-8 4 0,7 0 16,-3 4-16,-2-4 0,-2 7 16,0-3-16,-3 7 0,-1-2 0,-5 0 15,0 4-15,-2-2 0,-5 7 0,1-7 16,-5 2-16,-5-2 0,-2 0 0,-1-2 16,-3 0-16,4 2 0,-4-5 0,2 3 15,-2 0-15,2-2 0,1-3 0,-1 3 16,2-3-16,3 3 0,-1-5 15,5 5-15,2-3 0,3 0 0,2 3 16,1-3-16,8 1 0,-1 1 0,5 3 16,0-4-16,0 1 0,2 3 0,0 0 15,0 0-15,-2 0 0,-3 2 0,-1-3 16,-3 3-16,-4-2 0,-5 0 0,-2 2 16,-6-4-16,-3 4 0,-1 0 15,-8 0-15,1-2 0,-3 2 0,-2 0 16,0 0-16,1-5 0,-1 3 15,-2 0-15,2-3 0,2 3 0,1-2 0,3 2 16,1-5-16,4 1 0,3 1 0,1-6 16,1 0-16,2 0 0,2 0 15,2-6-15,0 6 0,5-5 0,1-1 16,1 1-16</inkml:trace>
  <inkml:trace contextRef="#ctx0" brushRef="#br0" timeOffset="80753.24">17171 3995 0,'0'-2'0,"-4"-2"0,4 4 0,-2-3 0,-5-3 0,3 1 0,-7 5 0,2-6 16,-6 1-16,-3 3 0,-4-2 16,-9 2-16,-2-3 0,2 5 0,0-4 15,3 4-15,1 0 0,3 0 0,4 4 16,5-4-16,-1 5 15,7-1-15,5 3 0,2 1 0,4 3 16,4-2-16,8 2 0,-1-2 0,2 4 0,10 1 0,3 1 16,3 0-16,15 10 0,-1-3 15,-6 0-15,-1 0 0,-5-2 0,-2-1 16,-3 1-16,-3 0 0,-3-2 16,-5-3-16,-8-2 0,-2-2 0,-5 1 0,-7-4 15,-1 3-15,-7-6 0,-3-1 0,-1 1 16,-3-3-16,-5 0 0,1-2 15,0 0-15,-2 0 0,1-4 0,5-1 16,1-4-16,1 1 0,3-3 0,-1-5 16,7-2-16,3 3 0,1-3 0,3-4 15,2-2-15,2 0 0,3-3 16,1 1-16,3-7 0,4 4 0,-2 3 16,0 4-1,-4 4-15,6-4 0,-4 2 0,2 0 16,0 0-16,0 3 0,0-1 0</inkml:trace>
  <inkml:trace contextRef="#ctx0" brushRef="#br0" timeOffset="85342.88">8751 4833 0,'2'0'0,"-2"0"0,0 0 0,0-4 0,0 1 0,0 3 0,0-2 16,5 0-16,-3 2 0,5-2 0,-1 2 15,5 0-15,-4 0 0,8 0 16,1 2-16,-1 2 0,3 3 0,8 0 16,-6 1-16,4 6 0,-4-1 0,-4 2 15,1-1-15,1 5 0,-7 1 0,2 0 16,0 4-16,1 1 0,-3-1 0,2 0 16,-2 0-1,0 1-15,0-1 0,0 5 0,0-5 0,0 4 0,-2-1 16,2 6-16,-5 0 0,3 0 0,-2 5 15,-1-3-15,-1 0 0,-1-4 0,1-2 16,-3-7-16,0-2 16,3-3-16,-5-3 0,2-3 0,0-3 0,0 3 15,0-2-15,1 0 0,-1 0 0,-2-5 16,2 1-16,-2-1 0,-2-2 0,0-2 16,-1 0-16,1 2 0,0 1 0</inkml:trace>
  <inkml:trace contextRef="#ctx0" brushRef="#br0" timeOffset="85661">9053 5206 0,'0'0'0,"0"0"0,0 0 0,0-3 0,0 1 0,0 2 15,0-2-15,0 2 0,0 0 0,2 0 16,-2 0-16,3 0 0,-3 2 0,-3 3 15,1-1-15,0 0 0,-2 8 16,-1-4-16,-1 8 0,1-1 0,-4 3 16,-4 11-16,2-1 0,2 3 0,-2-2 15,0-1-15,0 3 0,0-4 0,0-1 16,2-2-16,-4 1 0,2-3 0,0 2 16,2-2-16,-4 0 0,2-2 15,-2 4-15,-1-4 0,3-7 0,0 3 16,3-5-16,-1 0 15,4-5-15,3-1 0,-4-3 0,6-2 0,0-2 0,6-5 32,-4 3-32,1-1 0</inkml:trace>
  <inkml:trace contextRef="#ctx0" brushRef="#br0" timeOffset="86411.31">9807 5622 0,'0'3'0,"0"-3"0,-2 2 0,2-2 0,0 0 0,0 0 0,0 0 16,0 0-16,2 0 0,0 0 0,3 0 16,1 0-16,1-2 0,0 2 0,1 0 15,1-3-15,0 3 0,4-2 0,-2 0 16,3 2-16,-1-2 0,2 0 0,1-1 16,4 1-16,-3-2 0,1 2 15,-3-1-15,-1 1 0,-1 0 0,-4 2 16,-1-2-16,-3 2 0,-1 0 0,1-2 31,-5-1-31,2 3 0,-2-2 0,-2 0 16,2 0-16,0 0 0</inkml:trace>
  <inkml:trace contextRef="#ctx0" brushRef="#br0" timeOffset="86585.81">9781 5521 0,'0'-2'0,"2"0"0,-2 2 0,2 0 16,3 0-16,-1-3 0,5 3 0,2-2 16,0 2-16,4 0 0,3 0 0,0-2 15,1 0-15,3 0 0,3-1 0,6-1 16,-5 0-16,1-3 0,-3 0 16,-2-2-16</inkml:trace>
  <inkml:trace contextRef="#ctx0" brushRef="#br0" timeOffset="87511">10449 5345 0,'0'-3'0,"2"3"0,-2-4 0,2 2 0,-2 0 0,5-5 16,-3 0-16,2-1 0,1-4 0,1 1 15,1-4-15,0 2 0,1-3 16,-1 3-16,2 2 0,-5-2 0,5 2 16,-2 2-16,-1 2 0,3 3 0,-2 0 15,1 1-15,1 3 0,0 3 0,2-1 16,2 4-16,1 1 0,-1 4 0,0 2 16,3 9-16,-5 3 0,0-1 15,-3 2-15,-1 3 0,-5 0 0,-2 2 16,-2-3-16,-5 1 0,-1-1 0,-6-1 15,1-1-15,-2-1 0,-3-1 0,3 0 16,-1-2-16,5 0 0,0 0 0,2-4 16,5 2-16,-1-3 0,1 1 15,4-2-15,2-3 0,3 0 0,1 0 16,3-4-16,2 2 0,5-4 0,1-3 16,1 0-16,2-4 0,2-2 0,0 0 15,2-5-15,-2 3 0,0-5 16,0-2-16,0 2 0,-4-6 0,0 2 15,1-5-15,-5 0 0,-3 1 0,0 4 16</inkml:trace>
  <inkml:trace contextRef="#ctx0" brushRef="#br0" timeOffset="87859.38">10885 5534 0,'3'-2'0,"-6"4"0,3-2 0,-2 2 0,0 1 0,2 1 16,-2 0-16,0 3 0,2 0 0,2 1 15,0 1-15,2-2 0,3 2 0,-3-3 16,7 3-16,-2-2 0,2-3 16,-2 1-16,4-1 0,-2-4 0,3 0 15,-1 0-15,2-4 0,-2-1 0,3 1 16,-1-3-16,1 1 0,-3-1 0,2-6 16,-1-1-16,-6 1 0,-1-2 15,-2 2-15,-1-1 16,-4 1-16,-7-9 0,3 7 0,-5-1 15,-4-1-15,0 1 0,-3 1 0,7 6 0,-2 0 0,0 5 16,0-1-16,0 5 16,-2 2-16,4 3 0,-2 1 0,0 1 15,2 2-15,-2 4 0,3-2 0,-1 2 0,2 3 16,0-3-16,3 0 0,2 1 0,0-1 16,2 2-16,0-2 15,2 3-15,-2-3 0</inkml:trace>
  <inkml:trace contextRef="#ctx0" brushRef="#br0" timeOffset="88114.44">11340 5594 0,'-3'0'0,"1"2"0,2-2 0,0 0 0,-2 0 0,2 2 0,-2-2 0,0 2 0,2-2 0,0 3 16,0-1-16,0-2 0,-3 4 0,3-4 15,-2 2-15,2 3 0,-2-5 16,2 2-16,-2-2 16,2 2-16,0-2 0,0 0 0,0 2 0,4-2 0,-2 3 31,1-3-31,1 0 0,-2 4 0</inkml:trace>
  <inkml:trace contextRef="#ctx0" brushRef="#br0" timeOffset="88638.86">11569 5420 0,'0'-3'0,"0"1"0,-2-2 0,-3-1 15,3 3-15,-2 0 0,-1 0 0,1 4 16,-3 2-16,1 1 0,-3 6 0,0 0 15,0 2-15,0 0 0,3 3 16,-1-1-16,3 3 0,-1-3 0,3 7 16,2-2-16,2-4 0,5 1 0,0-4 15,-1-2-15,1-2 0,4 0 0,2-2 16,0-1-16,3-6 0,-5 5 0,2-5 16,-2-3-16,2 1 0,-2-2 15,0-1-15,0 1 0,-2-3 0,0-1 16,-2-1-16,-1-2 0,-1-2 0,-3-3 15,2 1-15,-4-5 0,0 0 0,0-2 16,0 2-16,-4 0 0,2 0 0,-3 5 16,-1 0-16,-1 1 0,0 3 15,-2 2-15,-2 5 0,3 0 0,-6 4 16,1 4-16,-2 3 0,-3-1 0,3 5 16,-3 0-16,3 3 0,-3-3 0,3 4 15,-1-2-15,1 5 0,1 0 0,6-5 16,1-2-16,7 2 0,-2-2 15,2-2-15</inkml:trace>
  <inkml:trace contextRef="#ctx0" brushRef="#br0" timeOffset="89294.56">11287 5589 0,'-3'3'0,"3"-3"0,0 0 0,-2 0 0,2 0 16,2 0-16,-2 0 0,0 2 16,0-2-16,3 0 0,1 0 0,-2 0 15,1 0-15,1 0 0,0 0 0,-4 0 16,5 0-16,-3 0 0,-2 0 0,0 0 16,0 0-16,0-2 0,0 4 0,0-2 15,0 2-15,-2-2 16,0 4-16,-1 1 0,1-1 0,0 5 0,-2 2 15,1 0-15,-1 2 0,-3 5 0,1 0 16,-1-1-16,-6 7 0,2-2 0,-2-2 16,-1-2-16,1 0 0,0-3 15</inkml:trace>
  <inkml:trace contextRef="#ctx0" brushRef="#br0" timeOffset="89965.86">11856 5477 0,'0'-2'0,"2"2"0,-2 0 0,0-3 0,2 1 16,-2 4-16,0 1 0,0 1 0,-2 0 15,2 3-15,-2 2 0,2-2 16,-3 1-16,1-1 0,2 0 0,0 1 15,0-1-15,0-3 0,0 3 0,0-3 16,2 1-16,1-3 0,1 0 0,0-2 16,3 0-16,-3 0 0,5-2 0,0 0 15,0-5-15,2 3 0,-2-1 16,2-1-16,-2-3 0,-3 0 0,3 0 16,-2-2-16,-3 3 0,0-6 0,-1 3 15,-3 0-15,0-2 0,-7 2 0,3 2 16,-5 0-16,-2 3 0,-2-1 15,-1 3-15,-1 2 0,-1-3 16,1 5-16,-5 2 0,5 3 0,-1-1 0,1 3 16,2-1-16,2 3 0,0 0 0,4 2 15,0 2-15,3-2 0,4-2 0,2 2 16,3-2-16,3 0 0,1-3 0,2 1 16</inkml:trace>
  <inkml:trace contextRef="#ctx0" brushRef="#br0" timeOffset="90298.21">12133 5402 0,'-2'0'0,"2"2"0,0-2 0,-4 0 0,4 2 16,-5 1-16,5-1 0,-2 4 16,0 3-16,0 0 0,0 2 0,-1 2 0,-1-2 15,2 2-15,-1 1 0,3-1 16,0 0-16,0-2 0,0 0 0,3 0 15,-1-4-15,2 2 0,1-5 0,-1 1 16,3-1-16,-1-2 0,1-4 0,4 0 16,-2 0-16,2-3 0,-2 1 0,2-3 15,-3 0-15,1 1 0,-2-1 16,0-2-16,-1 1 0,-4-3 0,1-3 16,-3 3-16,-3-2 0,1 2 0,-2 0 15,-1 0-15,-1 4 0,-3-1 0,2 3 16,1 1-1,-3-1-15,0 5 0,2 0 0,1 0 0,-3 5 0,5-1 0,-3 1 16,3 6-16,-1-3 0,3 3 16,4 3-16,-2-6 0,5 4 0</inkml:trace>
  <inkml:trace contextRef="#ctx0" brushRef="#br0" timeOffset="91288.91">14881 5023 0,'0'2'0,"0"-4"0,4-1 0,5-1 0,2-3 16,4 1-16,5-1 0,0 3 0,9-1 15,-1 1-15,-1 4 0,-5 0 0,0 4 16,-4 3-16,-3 2 0,3 0 0,-5 6 16,0 3-16,2 2 0,-1 2 0,-3 6 15,0-6-15,0 7 0,-2 2 0,-1 2 16,1 11-16,2 0 0,-4 0 16,2-2-16,-3-4 0,1-3 0,0-2 15,-3-7-15,-4-1 0,4-5 0,-1-3 16,-1-4-16,-2-2 0,4 0 0,-2 3 15,1-6-15,-1-1 0,0-3 0,0-1 16,3-3-16,-1-3 0,0 1 0,1 0 16,-1 2-16</inkml:trace>
  <inkml:trace contextRef="#ctx0" brushRef="#br0" timeOffset="91482.44">15207 5261 0,'-2'0'0,"2"0"0,-5 0 0,5 0 15,-4 0-15,4 0 0,0 0 0,-2 0 16,-1 2-16,1 2 0,2 3 0,-2 2 16,0 2-16,0 4 0,-3 3 0,3 2 15,-7 8-15,0 1 0,-2 0 16,0-3-16,0 3 16,0-5-16,0 0 0,2-2 0,3 1 0,-1-1 0,3-3 15,4 1-15,-2 0 0,4-2 0,-4-3 16</inkml:trace>
  <inkml:trace contextRef="#ctx0" brushRef="#br0" timeOffset="92155.55">15721 5618 0,'2'0'0,"2"0"0,1-2 0,4 2 0,2-2 16,2 2-16,2 0 16,5 0-16,0 2 0,-2-2 0,4 2 0,-3-2 15,1 0-15,2 0 0,-2 2 0,-4-2 16,-1 0-16,-4-2 0,-4 2 0,-1 0 15,1-2-15,-1 0 0,-1 2 0</inkml:trace>
  <inkml:trace contextRef="#ctx0" brushRef="#br0" timeOffset="92280.47">15681 5517 0,'0'-3'0,"0"3"0,0 0 0,0-2 0,0 2 0,4-2 0,-1 0 16,3 2-16,1 0 0,4-2 0,4-1 15,3 1-15,2 2 0,4-2 16,2 2-16,8-4 0,-1 1 0,-5-1 16</inkml:trace>
  <inkml:trace contextRef="#ctx0" brushRef="#br0" timeOffset="92792.19">16484 5186 0,'0'2'0,"0"-2"0,0 0 0,2 2 0,2 3 0,3 1 16,-1 5-16,3 3 0,2 1 0,-2 5 16,2 2-16,2 11 0,-2 0 0,3 0 15,-6 0-15,3-4 0,-4 2 0,2-3 16,-3-3-16,1-1 0,0-4 15,-1 2-15,1-5 0,0 1 0,-3-3 16,5-1-16,-3-1 0,-1-4 0,1-3 16,-1 1-16,-1 0 0</inkml:trace>
  <inkml:trace contextRef="#ctx0" brushRef="#br0" timeOffset="93415.31">17337 5133 0,'-2'-2'0,"-1"2"0,3 0 0,-2 0 0,0-2 0,0-1 15,0 3-15,2-2 0,-3 4 16,1 3-16,2-1 0,-2 5 0,2 2 16,-2 2-16,2 7 0,0 4 0,0 3 15,0 15-15,2-3 0,0 1 0,0 0 16,3-5-16,-1 0 0,-2-6 15,3 0-15,-1-5 0,3-2 0,-1-2 16,-1-3-16,-1-1 0,-2-1 0,1-2 16,-1 1-16</inkml:trace>
  <inkml:trace contextRef="#ctx0" brushRef="#br0" timeOffset="93764.24">17103 5102 0,'0'0'0,"0"0"0,0 0 0,2 0 0,1 0 0,-3 0 16,2 4-16,2-1 0,-4 3 0,5-1 16,-5 6-16,0-2 0,-3 2 0,-3 2 15,-3 2-15,-2 1 0,-5 1 0,-8 8 16,-2-1-16,-1 0 0,1-4 15,2 0-15,2 0 0,4-3 0,2 1 16,8-3-16,3-1 0,3-1 0,4 0 16,3-2-16,3-2 0,8-3 0,-1 1 15,5-5-15,4 3 0,1-5 16,-1-3-16,0 1 0,0-4 0,1 1 16,-3 1-16,-2-1 0,-3-1 0,1 1 15,-5-1-15,0 1 0,-2-1 0,-2 1 16,2 1-16,-6 2 0,1-3 0,-1 3 15,-1 0-15,0-2 0,1-1 0,1 3 16</inkml:trace>
  <inkml:trace contextRef="#ctx0" brushRef="#br0" timeOffset="94003.17">17626 5459 0,'2'2'0,"-2"-2"0,2 3 0,0-3 15,3 0-15,-3-3 0,2 3 0,3 0 16,-3 0-16</inkml:trace>
  <inkml:trace contextRef="#ctx0" brushRef="#br0" timeOffset="94704.44">17639 5435 0,'0'-4'0,"-5"1"0,1 1 0,0 0 15,-3 0-15,0 0 0,1-1 16,-3 3-16,0 0 0,0 3 0,1-1 16,-3 2-16,2 3 15,0-1-15,2 3 0,1 2 0,1-2 0,3 2 0,0-2 16,4 0-16,2 0 0,1-1 0,6 1 15,-2 0-15,6 0 0,1-3 16,1-1-16,7-1 0,1-2 0,10 1 16,-2-3-16,0-5 15,-2 3-15,-2-2 0,-3-1 0,-4-1 0,-2-1 0,-5-2 16,-1 0-16,-6-2 0,-1-2 16,-2-2-16,-5-3 0,0 3 0,-7-1 15,5 7-15,-5-2 0,-2 3 0,-2 1 16,0 0-16,-2 5 0,-5 2 0,1 0 15,3 7-15,-5-3 0,3 5 0,1 2 16,2 2-16,-1 0 0,3-2 16,5 3-16,-1-3 0,5 2 0,0-2 15,4 0-15,2-2 0,1 0 0,3-1 16,-1-1-16</inkml:trace>
  <inkml:trace contextRef="#ctx0" brushRef="#br0" timeOffset="95369.29">18038 5415 0,'0'0'0,"-2"-2"0,0 0 0,-1-3 0,-1 3 0,4 0 0,-2-2 0,0 1 0,2 1 16,-3 2-16,1 2 0,2 3 0,-2 1 15,0 1-15,0 4 0,-1 0 0,1 0 16,0 4 0,4-4-16,0 3 0,3-1 0,1-2 0,1 0 0,4 0 15,2-2-15,3-3 0,-1 3 0,7-4 16,-4-3-16,-1 2 0,5-4 0,-2-2 15,0 0-15,-2-3 0,-5-1 16,0 1-16,-4-3 0,-2-1 0,-3 2 16,0-4-16,-1-2 0,-3 0 0,-3-3 15,-1 1-15,-5 2 0,0-3 0,-2 3 16,0 2-16,-4 4 0,0 1 0,-1-1 16,-2 5-16,1 2 0,-1 0 31,3 2-31,-1 5 0,3-3 0,0 5 15,4 0-15,2 2 0,3-2 0,2 2 16,6 0-16,3 0 0,2 0 0,6 0 16,1-7-16,3 5 0,6-5 15,-1 1-15,13 4 0,-1-7 0,-1-2 16,-2-2-16,-2-5 0,-3 3 0,3-1 16,-6-1-16,-1 1 0,-2-4 0,-4-2 15,-3-4-15,-2-1 0,-4-1 0,-2 4 16,-5-3-16,-2 5 0,-2 0 0,-1 4 15,-1 1-15,-3 1 0,1 5 16,1 3-16,-3 1 0,1 0 0,3 5 16,-3 2-16,3 0 0,-1 3 0,5-1 15,0 0-15,5 0 0,1 0 0,1 1 16,6-3-16,0-2 0,7 6 0,0-6 16,4 0-16,-2-3 0,2-1 15,1-3-15,-1 0 0,-2-4 0,0 0 16,-2-3-16,0 1 0,2-3 0,-5-2 15,1 1-15,-2-3 0,-5-3 0,0-1 16,-5-1-16,-4-1 0,-2 1 0,-4 1 16,-5-1-16,-4 3 0,0 2 15,-3 2-15,-4 3 0,3 4 0,-1-1 16,-2 6-16,5 1 0,2 0 0,4 5 16,-2 0-16,2 4 0,2-2 0,3 5 15,2-1-15,4 1 0,5 1 16,1 1-16,1 0 0,2-1 0</inkml:trace>
  <inkml:trace contextRef="#ctx0" brushRef="#br0" timeOffset="106420.35">9761 9560 0,'2'2'0,"-4"-2"0,2 0 0,0 0 0,0 0 0,2 0 16,0 0-16,3 0 0,-3-4 0,2 2 15,1-5-15,-1 1 0,1-3 16,-1-4-16,3 2 0,-3-5 0,0 3 16,-1-5-16,-1-2 0,-2-6 0,-5-3 15,1-4-15,-3-2 0,-1-5 0,-1 3 16,-2-1-16,-2 3 0,-10-9 15,-3 9-15,-7 6 0,-5 5 0,-6 8 16,0 3-16,-13 9 0,4 1 0,0 6 16,5-1-16,1 2 0,3 5 0,5 2 15,-8 5-15,3-1 0,4 5 0,5 6 16,6 5-16,5 9 16,7 4-16,1 7 0,10 2 0,1-1 0,7 1 15,1-6-15,3 1 0,7 5 0,5 0 16,11 2-16,-3-9 0,9-10 0,-2-10 15,5-4-15,4-4 0,-2-5 16,1 0-16,1-4 0,-9-4 0,3-3 0,1-7 16,3-3-16,2-3 0,2-3 15,0-1-15,0-5 0,-6-4 0,-8-3 16,-1-6-16,-5-4 0,-4 4 0,-2-7 16,-1 0-16,-1 3 0,-3 2 15,3 4-15,-1 6 0,-2 3 0,-2 7 16,-2 2-16,-2 2 0,-5 2 0,-4 0 15,-3 0-15,-1 0 0,-3 3 0,-9 1 16,-2 3-16,-2 2 0,-6 2 0,-1 5 16,0 0-16,3 1 0</inkml:trace>
  <inkml:trace contextRef="#ctx0" brushRef="#br0" timeOffset="106641.37">9413 9514 0,'2'0'0,"4"2"0,-6-2 0,9 2 0,7 3 0,3-1 15,6 5-15,8 4 0,2 3 0,-4 1 16,2 1-16,-7 2 0,1 0 16,-3 2-16,-2 2 0,2 2 0,1 10 0,-1-3 15,0-5-15,3 3 0,1-6 16,3 1-16,5-2 0,5 3 0,-1-7 15,-7-3-15,-2 1 0,-2-1 0</inkml:trace>
  <inkml:trace contextRef="#ctx0" brushRef="#br0" timeOffset="106992.4">9723 8709 0,'-2'2'0,"2"-2"0,2 0 0,1 0 0,-1 0 16,4 0-16,1 3 0,6-3 0,1 2 16,3 0-16,7-2 0,1 4 0,14-4 15,1 5-15,2-3 0,0 0 0,-2 0 16,-3-2-16,9 3 0,-6-1 16,-5-2-16,-6 0 0,-3 0 0,-4 0 15,-8 0-15,-1 0 0,-6 0 0,-1-2 16,-6-1-16,0 1 0,-2 0 0,0-2 15</inkml:trace>
  <inkml:trace contextRef="#ctx0" brushRef="#br0" timeOffset="107199.92">9880 8500 0,'0'0'0,"2"0"0,-2 0 0,2 0 0,5 6 0,0 3 16,1 2-16,1 2 0,0 3 15,0 1-15,0 3 0,-3 7 0,-1-1 16,-1 3-16,-4 2 0,-4 0 0,-1 0 16,1-1-16,-3 1 0,3-4 0,-1-3 15,-1-4-15,6-7 0,0 0 16,4-6-16,1-3 0,-1 3 0</inkml:trace>
  <inkml:trace contextRef="#ctx0" brushRef="#br0" timeOffset="107422.32">10197 8498 0,'-2'2'0,"0"-7"0,2 5 0,0-4 0,-4-3 0,-1 3 16,3-1-16,-2 1 15,-1 4-15,-4 0 0,3 4 0,-3 8 0,-4-1 16,2 4-16,-7 5 0,-4 8 0,0 1 16,0 2-16,0 0 0,0 0 0,2 2 15,-2 4-15,-2 7 0,2-4 0,2-2 16,4-10-16,1-4 0,2-8 0,2-5 15,0-4-15,0-1 0,0-1 16,2-8-16,-2-1 0,0-5 0,-2 0 16,1-4-16</inkml:trace>
  <inkml:trace contextRef="#ctx0" brushRef="#br0" timeOffset="107565.77">9642 8714 0,'0'0'0,"-5"-5"0,5 5 0,-4-11 0,-3 2 16,1-6-1,1 2-15,1-3 0,2-1 0,2 1 0,2 1 0,2-1 0,3 3 16,6-2-16,-2 8 0,2 0 0,5 7 15,2 5-15,11 6 0,2 4 0,2 3 16,3 2-16,1 2 0,3 4 16,0 7-16,11 16 0,2 4 0,7 17 15,-3-10-15,-8-9 0,-2-14 0</inkml:trace>
  <inkml:trace contextRef="#ctx0" brushRef="#br0" timeOffset="116201.41">10586 9717 0,'-3'2'0,"3"-2"0,0 0 0,0 0 0,0 2 0,0-2 0,3 2 16,-1-2-16,2 0 0,1 5 16,-1-5-16,5 0 0,0 0 0,2 0 15,0 0-15,4-2 0,-2-1 0,7 3 16,-2-2-16,4 0 0,-2-2 0,8-1 15,1-1-15,-3 1 0,-1 1 0,-3-1 16,0 1-16,-2 2 0,0 0 16,-5-1-16,-2 1 0,0 2 0,-4-2 15,-2 2-15,-5-2 0,2-3 0,-1 1 16,3-1-16</inkml:trace>
  <inkml:trace contextRef="#ctx0" brushRef="#br0" timeOffset="116408.77">10517 9529 0,'0'0'0,"5"0"0,-1 3 0,3-3 0,1 0 15,8-3-15,-1 3 0,3 0 0,4-2 16,-2 0-16,4 0 0,9-3 0,-4 1 15,-3-3-15,1 1 0,-3 1 16,-4 1-16,0-3 0,-3 3 0</inkml:trace>
  <inkml:trace contextRef="#ctx0" brushRef="#br0" timeOffset="118933.48">11269 10250 0,'0'0'0,"0"3"0,0-3 0,7 2 0,-3 0 0,0 5 16,5-1-16,0 3 0,2 2 16,0 2-16,0 1 0,7 10 0,-1-2 15,1 4-15,2-1 0,0 1 0,4 0 16,-2 3-16,2-2 0,9 6 16,-4 0-16,0-5 0,-3 1 0,-2-2 15,-1-3 1,-6 0-16,-4-6 0,3 2 0,-7-7 0,-1-2 0,-1 0 0,-3-5 15,3 1-15,-5-3 0,-6-12 0,6 10 16,-2-4-16,0-3 0,0-6 16,0-4-16,0 2 0,0-5 0,-2-4 15,0-7-15,-1 1 0,1-10 0,-7-15 16,1-2-16,1 0 16,-2 0-16,0 0 0,-4-20 0,0 4 0,0 3 0,-3-18 15,3 9-15,0 8 0,4 10 16,0 1-16,0 1 0,5-2 15,0-10-15,-3 7 0,2 3 0,-1 2 0,4-1 16,-1-8-16,6-9 0,-3 7 0,0 4 16,-3 7-16,1-1 0,2-1 0,-4-7 15,-3 2-15,1 2 0,-5 11 16,0 14-16,-5 1 0,1-3 0,-3-5 16,-2-9-16,0 0 0,1 4 0,3 7 31,7 9-31,-2 5 0,2 1 0,3-2 15,-1 1-15,3-3 0,-3-2 0,5 4 16,0-2-16,2 3 0,4 1 0,-4 3 16,5 2-16,-3 7 0,0 1 15,2 3-15,-1 2 0,-1-2 0,4 3 16,-1-1-16,4 0 0,2 0 0,0 3 16,4 1-16,3-2 0,2 1 0,11 1 15,2-1-15,6-5 0,1 2 0,2-4 16,0 0-16,8-1 0,1 5 15,6 1-15,5-1 0,2-4 0,0-3 16,-4 5-16,-3 5 0,2 1 0,5 1 16,11-1-16,-8-3 0,-4 3 0,4-2 15,14 3-15,3 2 0,-2-3 16,1 3-16,8 2 0,-1 0 0,3-4 16,2 2-16,-1-3 0,3 3 0,0-5 15,3 5-15,-3-2 0,2 2 16,0-1-16,-2-1 0,-2 2 0,0-3 0,-5 1 15,5 2-15,0-3 0,2 5 0,-7-4 16,5 2-16,-2 0 0,-1-3 16,5 3-16,-2 0 0,0-3 0,0 1 15,4 2-15,-2-3 0,0 3 0,-2 0 16,2 2-16,-3 0 0,1 0 0,-4 0 16,-3 0-16,-2-2 0,-2 2 0,-5 2 15,-2-7-15,3 5 0,-12 0 16,-2-2-16,-4 2 0,-3 0 0,1-2 15,2-2-15,-3 1 0,-4 1 0,-8 0 16,-6 0-16,1-3 0,-4 3 0,4 0 16,-5-2-16,-6 4 0,-4 0 0,-5 0 15,0 0-15,0-3 0</inkml:trace>
  <inkml:trace contextRef="#ctx0" brushRef="#br0" timeOffset="120320.09">11717 8253 0,'0'2'0,"-3"-2"0,3 0 0,0 0 0,-2 0 0,2-4 0,0 4 0,0-5 0,0 3 0,2-2 15,-2-3-15,0-2 0,3 0 16,-3-2-16,2 0 0,0 0 0,0 0 16,3 2-16,-1-2 0,0 3 0,3-1 15,2 2 1,0 1-16,2 1 0,2 1 0,2 1 0,3-1 0,9 4 0,-1 2 15,0 0 1,1 3-16,-3-1 0,3 5 0,-5-2 0,-3 2 0,-3 4 16,-1-2-16,-4 4 0,-2-2 0,-4 5 15,-1 0-15,-4-3 16,-2 3-16,-5 2 0,-2 2 0,-2 0 16,-2 2-16,-2 5 15,-3-1-15,0 3 0,-1 0 0,-1 0 16,0 0-16,0 0 0,0-3 15,-6 3-15,4 0 0,-3-4 0,6 1 16,1-1-16,3-3 0,1 0 0,1-4 16,4-2-16,0-5 0,3-2 0,4-2 15,-1-3-15,1-1 0,0-3 0,2 0 16,2-2-16,0-2 0,3 0 0,4-3 16,2 1-16,9 0 0,-5 1 15,3-1-15,8-1 0,12 1 0,1-3 16,-1 3-16,-1 2 0,-2 0 0,-1 2 15,-4 4-15,1-2 0,-4 3 0,-1-1 16,-2 3-16,1-3 0,-5 3 16,-3-1-16,-1-1 0,-3-1 0,-2 3 15,0-5-15,2 0 0,-2 0 0,2-2 16</inkml:trace>
  <inkml:trace contextRef="#ctx0" brushRef="#br0" timeOffset="120781.52">12879 7982 0,'0'0'0,"-3"0"0,3 0 0,-2 2 16,2-2-16,0 0 0,0 0 0,0 2 16,0 0-16,0-2 0,0 5 0,-2 1 15,0-1-15,0 3 0,-3 6 0,1-1 16,-3 7-16,-2 2 0,-4 11 15,-2 4-15,-3-1 0,3 6 0,-1 2 16,-6 17-16,4 6 0,3-6 0,4 10 16,11-18-16,7-11 0,10-9 0,5-2 15,5-1-15,1 4 0,1-1 16,2 0-16,0-2 0,4 4 0,3-2 16,3-4-16,1-1 0,-4-10 0,-1-3 15,-6-4-15,-2-2 0,-5 2 0,-4-2 16,-5-5-16,-1 3 0,-6-3 0,-1 1 15,2-1-15,-3-4 0,1 0 16,0 0-16,-1 0 0,1 2 0</inkml:trace>
  <inkml:trace contextRef="#ctx0" brushRef="#br0" timeOffset="122270.26">13251 8109 0,'0'-2'0,"0"0"0,0 2 0,0 0 0,0 0 0,2 0 15,-2 0-15,0 0 0,3 2 0,-1 3 16,-2 1-16,0 3 0,2 4 16,-2 1-16,-2 3 0,2 3 0,0 2 15,-2 0-15,-3 11 0,3 0 0,-2 0 16,1 3-16,-1 1 0,0-4 0,4 2 31,0-1-31,2 1 0,0-2 0,0-9 0,0-6 0,1-3 0,-1-4 16,2-2-1,1 0-15,-1-5 0,3 3 0,1-7 16,3 2-16,-2-2 0</inkml:trace>
  <inkml:trace contextRef="#ctx0" brushRef="#br0" timeOffset="122634.82">13494 8420 0,'-2'3'0,"2"-3"0,-3 2 0,3 0 15,0 2-15,0 1 0,-4 1 0,2 3 16,0 0-16,-1 2 0,-1 0 16,2 0-16,-1 0 0,1 2 0,0-2 15,2 0-15,2 0 0,0-2 0,1 0 16,1 0-16,3-2 0,-1-1 0,3-4 16,0 3-16,2-5 0,-2-2 0,4-3 15,-2 1-15,0-3 0,0 0 16,0-4-16,0 3 0,-4-3 0,2-3 15,-3 1-15,-4-2 0,1-1 0,-6-1 16,-1-1-16,-3 0 0,1 3 0,-5 2 16,0 2-16,-2 0 0,-1 2 0,-1 0 15,-3 5-15,1-1 0,1 3 16,-2 2-16,-1 2 0,3 3 0,1 1 16,2 1-16,-3 4 0,5-2 0,4 6 15,1 1-15,6 1 0,0 1 0,4-3 16,5 1-16,2-1 0,-2-2 0</inkml:trace>
  <inkml:trace contextRef="#ctx0" brushRef="#br0" timeOffset="122968.28">14080 8407 0,'0'0'0,"0"2"0,0-2 0,2 0 0,-2 0 0,0 3 0,0-3 0,0 0 15,0 0-15,0 0 0,0 0 0,0 0 16,-2 2-16,2 0 0,-2 2 0,0 3 15,0-3-15,-3 3 0,5 2 16,-2 0-16,2-3 0,0 3 0,2 0 0,3-2 16,1 1-16,3-1 0,0 0 15,2-3-15,0 3 0,2-5 0,0 0 16,1-2-16,1-2 0,-2 0 0,1-5 16,-1 0-16,-2 1 0,-2-5 0,-3 0 15,-1 0-15,-1-3 0,-4 1 0,-2 0 16,-3 2-16,1-2 0,-5 2 15,0 2-15,-2 0 0,-2 2 0,0 3 16,-3 2-16,1 0 0,-5-1 0,3 3 16,-3 3-16,2-3 0,-2 4 0,-4 0 15,4 1-15,5 1 0,1-1 0,3 4 16,3-3-16,3 3 16,-1 0-16,1-2 0</inkml:trace>
  <inkml:trace contextRef="#ctx0" brushRef="#br0" timeOffset="123318.57">14671 8006 0,'0'0'0,"2"0"0,-2 0 0,0 2 0,3 0 0,-1 5 0,4-1 0,1 6 0,2 1 0,4 2 16,0 3-16,3 4 0,4 7 0,2-1 16,-5 3-16,3-2 0,-4 4 0,-1 0 15,-2 4-15,-2 14 0,-4 2 0,-5 0 16,-4 15-16,-5-13 0,-4-6 16,0-12-16,-2 1 0,2-3 0,-2-2 15,2 0-15,2-2 0,-4-2 16,2-5-16,-3 0 0,-1-4 0,-3-4 0,1-3 15,-3 0-15,0-6 0,0-3 0,0-4 32,5 0-32,-1-4 0,3-1 0,2 3 15,2-7-15,5 5 0,-1-5 16</inkml:trace>
  <inkml:trace contextRef="#ctx0" brushRef="#br0" timeOffset="124451.07">32641 3834 0,'0'-6'0,"0"1"0,0 5 0,2-4 0,0-1 0,3 1 0,-3-5 0,0 7 16,2-5-16,-1 3 0,-1 0 0,-2-1 15,0 5-15,-5 0 0,1-2 0,0 2 16</inkml:trace>
  <inkml:trace contextRef="#ctx0" brushRef="#br0" timeOffset="127605.1">9973 10164 0,'0'-2'0,"0"2"0,0-2 0,0 2 0,0 0 16,0-2-16,0 2 0,0 0 0,0 2 15,2-2-15,-2 0 0,2 4 0,2-1 16,-1 3-16,-1 1 0,2-1 0,-2 3 16,3 2-16,-3 0 0,0 5 0,0 1 15,1 3-15,-3 7 0,2 1 16,0 1-16,-2 2 0,0-2 0,0-1 16,0 1-16,0-5 0,2 0 0,0-2 15,1-4-15,-3 0 0,2-3 0,0-6 16,0 0-16,1-3 0,-3-8 15,0 0-15,0 2 0,0 2 0,-3-2 16,3 0-16,0-2 0,-2-5 0,2-1 16,0-3-16,2-5 0,1 1 0,1-1 15,3-1-15,-3-1 0,5 0 0,2 3 16,-2-1-16,2 3 0,-3-2 16,3 6-16,0-2 0,-2 4 0,0 1 0,0 1 15,-2 3-15,1 0 0,-3 0 16,1 4-16,-1 0 0,1 3 0,1-1 15,-3 3-15,3 1 0,-3 3 16,3 0-16,2 3 0,-5 1 0,7 7 0,-4-2 16,0 0-16,1 0 0,-1-3 15,0 1-15,1 0 0,-1-3 0,0 0 16,1-1-16,-1-1 0,0-2 0,-1 0 16,1-2-16,0-3 0,1 1 0,-3-3 15</inkml:trace>
  <inkml:trace contextRef="#ctx0" brushRef="#br0" timeOffset="128759.1">15341 8352 0,'0'0'0,"-2"-2"0,2 2 0,-2-5 0,0-3 16,0 1-16,2-2 0,0-2 0,0 2 15,0 0-15,2 1 0,0-1 0,-2 0 16</inkml:trace>
  <inkml:trace contextRef="#ctx0" brushRef="#br0" timeOffset="129043.95">15346 7995 0,'-2'0'0,"-1"0"0,1 2 0,-2 0 0,-1 0 0,1 3 0,0 1 16,-1 5-16,-4 3 0,3 3 16,-3 5-16,-7 9 0,3 2 0,-4 3 15,-1 1-15,3-2 0,1 5 0,-1 13 16,2 0-16,8-5 0,7 1 0,5-3 16,6-4-16,9 0 15,7-7-15,2-8 0,4-1 0,3-2 0,4 1 16,-3-1-16,-1 0 0,-5-4 0,-5-2 15,-6-7-15,-2 2 0,-2-2 0,-5-4 16,0 1-16,-2-3 0,-2-3 0,2-4 16,0-3-16,5-1 0,-3-3 15</inkml:trace>
  <inkml:trace contextRef="#ctx0" brushRef="#br0" timeOffset="129550.68">15494 8182 0,'0'-2'0,"0"2"0,0 0 0,2-4 0,-2-1 0,2-4 0,2 3 0,1-5 0,4 0 0,-3 0 16,3-5-16,2 3 0,0 0 16,0 0-16,-2 2 0,4 2 0,3 0 15,-3 2-15,0 5 0,2-2 0,5 8 16,2-2-16,0 5 0,-2 4 16,2-2-16,-2 6 0,-4 3 0,-1 2 15,-6 2-15,0 0 0,-7 4 0,-2-2 16,-2 3-16,-7-1 0,-2 3 15,-5 0-15,-1-1 16,-1 1-16,-2 0 0,0-3 0,5-2 0,-3-2 0,5 1 0,0-6 16,2-1-16,2-1 0,5-2 15,1-2-15,3 0 0,5 0 0,1 0 16,5-2-16,3-2 0,3-1 0,3 1 16,2-3-16,5-1 0,-1-1 0,3 2 15,4-4-15,0 2 0,-4 1 0,-7-1 31,0 0-31,-7 0 0,-4-2 0,2 2 16,-6-2-16,2 0 0,-3-2 0,3 0 16,0 0-16,0-3 0,4-6 0,3 3 0,1-3 0</inkml:trace>
  <inkml:trace contextRef="#ctx0" brushRef="#br0" timeOffset="129868.39">16164 8420 0,'0'-2'0,"0"2"0,0 0 0,-5 2 0,-1 1 0,1 1 0,1 0 16,-3 3-16,-1-3 0,3 5 0,1-2 16,-1 2-16,3-3 0,0 3 15,4-2-15,0-1 0,7 3 0,0-2 16,4-1-16,3-1 0,3-1 0,1-4 16,2 0-16,7-4 0,-3-3 0,-3 3 15,-4-3-15,-3-2 0,-1 3 16,1-8-16,-3 1 0,-2-2 0,-2-1 15,-5-1-15,-4-1 0,0 0 0,-4 1 16,-3 1-16,1 5 0,-1 0 0,-6 0 16,2 5-16,-5-3 0,-1 4 0,-1 1 15,-2 4-15,0 0 0,3 0 0,-3 4 16,2 1-16,0 4 0,5 2 16,0-2-16,2 6 0,2-2 0,3 3 15,3-1-15,1 3 0,4-3 0,1-4 16</inkml:trace>
  <inkml:trace contextRef="#ctx0" brushRef="#br0" timeOffset="130171.23">16728 8524 0,'0'-2'0,"-2"0"0,2 2 0,-2 0 0,0-3 0,-1 3 0,3 0 16,0 0-16,-2 0 0,0 0 0,2 0 15,0 0-15,0 0 0,0 0 16,0 3-16,0-3 0,0 2 0,0-2 16,0 2-16,2 0 0,0-2 0,-2 5 15,5-3-15,-5 0 0,4 2 16,1 1-16,-3-3 0,2 2 0,-1-1 16,-1-1-16,-2 2 0,4-2 0,-4 1 15,2-1-15,1 2 0,-3-2 0,0 1 16,0-3-16,0 2 0,-3-2 0,1 0 15,2 2-15,0-2 0,0 2 0,0 1 16,2 1-16,3-2 0,1 0 0,1 1 16,2-6-16</inkml:trace>
  <inkml:trace contextRef="#ctx0" brushRef="#br0" timeOffset="130823.65">16905 8407 0,'0'-2'0,"-3"0"0,3 2 0,0-2 0,-2-5 16,0 2-16,0-1 0,2-1 0,-5-2 15,1 1-15,0-1 0,-1 0 16,-1 0-16,-1-2 0,-2 5 0,3-1 16,-3 0-16,-2 1 0,2 1 0,-4 3 15,-1 0-15,3 2 0,-4 0 0,0 2 16,-5 7-16,0 0 0,4-3 0,-3 10 15,-1 1-15,2 3 0,5 2 16,0 0-16,4 3 0,4-3 0,5 0 16,7 2-16,6-4 0,3 2 15,4-2-15,6-5 0,3 1 0,4-3 0,2-2 16,0-5-16,5-1 0,-3-3 0,3-2 16,0-4-16,-3-1 0,-1-4 15,-6-4-15,-1-2 0,-7-1 0,-4-4 16,-3-2-16,-6-2 0,-5 0 0,-4-3 15,-2 3-15,-4 0 0,-3 0 0,-4-1 16,-5 6-16,-2 3 0,-4 1 0,2 4 16,0 4-16,0 0 0,2 5 15,2 2-15,3 2 0,4 5 0,0 0 16,4 2-16,1-3 0,-1 1 0</inkml:trace>
  <inkml:trace contextRef="#ctx0" brushRef="#br0" timeOffset="131220.94">17310 8348 0,'0'-3'0,"0"3"0,0 0 0,0 0 0,0 3 0,0-3 0,0 4 16,0 3-16,-4 1 0,2 6 0,-3-3 15,1 2-15,2 2 0,0 1 0,-1 1 16,3-1-16,3-1 0,1 1 0,3-1 15,6 1-15,4-5 0,1 0 0,0-5 16,2 1-16,-1-3 0,3-4 16,-2-2-16,0 0 0,-2-5 0,-3 3 15,1-5-15,-3 0 0,-2-2 0,-2 2 16,0-2-16,-5 3 0,-2-12 0,0 4 16,-2 3-16,0 0 0,-2 2 15,-2-2-15,-3 2 0,0 2 0,-6 2 16,0 0-16,-2 3 0,-5 2 0,-5 2 15,1 0-15,-7 2 0,5 0 0,-3 3 16,1 1-16,6-1 0,-1 4 0,4-5 16,-1 7-16,7 0 0,4 0 15,7-2-15,2 0 0,6-1 0,3 1 16,6 0-16,3-4 0,2 1 0,-2 1 16</inkml:trace>
  <inkml:trace contextRef="#ctx0" brushRef="#br0" timeOffset="131571.88">17690 8506 0,'4'0'0,"0"0"0,-4 0 0,9 0 0,2-2 0,-2 0 15,0-2-15,0-3 0,-3 0 0,3-2 16,-2 1-16,-3-3 0,3 0 16,-7 0-16,0-3 0,0 3 0,-5 3 15,1-1-15,-5 2 0,-2 5 0,0 0 16,-4 6-16,-3 0 0,0 3 0,1 4 16,-1 2-16,3 1 0,1 1 0,3 0 31,5 3-31,-1 0 0,7-1 15,2 1-15,7-3 0,0 1 0,6-3 16,3-2-16,2 0 0,2-2 0,11 0 16,0-5-16,-2 1 0,0-5 0,-2-3 15,-5 1-15,0-4 0,-4-1 0,-2-4 16,-5-2-16,0-3 0,-6-4 0,-3 1 16,0-3-16,-6 0 0,0-1 15,-2 1-15,-3 3 0,-2 1 0,3 7 16,-3 0-16,0 2 0,-2 2 0,-2 1 15,2 4-15,-3-1 0,1 6 0,0-1 16,0 4-16,2-1 0,-3 4 0,3-1 16,3 1-16,1 2 0,3 0 0,-1 0 15,3-2-15,0 0 0,2-5 16</inkml:trace>
  <inkml:trace contextRef="#ctx0" brushRef="#br0" timeOffset="132815.82">17619 7565 0,'0'0'0,"-4"-2"0,-1-1 0,-6 3 15,2-2-15,1 0 0,-3 2 0,0-4 16,-1 4-16,-1-5 0,2 3 0,-2-2 15,-2 1-15,4-1 0,-3 2 0,-6-3 16,5 1-16,-3 0 0,3 1 16,0-1-16,1 2 0,-1 0 0,2-3 15,-1 5-15,1-4 0,0 4 0,2-2 16,2-1-16,-4 1 0,4 2 0,-2 0 16,2 0-16,0 0 0,1 2 15,-1 1-15,0-3 16,2 2-16,3 2 0,0-2 0,1 1 0,-1-3 0,-1 0 15,3 0-15,-2 2 0,4-2 0,-2 0 16,2 0-16,0 0 0,2 0 0,0 0 16,2-2-16,1 2 15,4 0-15,0-3 0,2 1 0,4 2 0,5 0 16,0-2-16,4 2 0,0 0 0,5 0 16,0 0-16,1 2 0,12-2 0,0 5 15,2-3-15,0 0 0,7 2 16,13 3-16,2-3 0,-4 1 0,-5-1 15,3 3-15,-5-3 0,0-2 0,2 1 16,3-3-16,-5 0 0,-2 0 0,-5-3 16,1 1-16,2-2 0,2-1 0,2 3 15,4 2-15,-6 2 0,0-2 0,-7 0 16,1 0-16,1-2 0,5 0 0,0 2 16,0 0-16,-7 0 0,-2-2 15,-8 2-15,1 0 0,1-5 0,3 3 16,-1 0-16,2-2 0,-5 4 0,-3-5 15,-8 5-15,-2-2 0,-2 0 0,-4 0 16,0-1-16,-5 3 0,-2-2 0,-2 0 16,2 0-16,0 2 0,-2-2 0,2-1 15,-3-1-15</inkml:trace>
  <inkml:trace contextRef="#ctx0" brushRef="#br0" timeOffset="133580.74">17890 7867 0,'0'2'0,"0"-4"0,-2 2 0,2 0 0,2-2 0,-2 0 15,2-1-15,1 1 0,-3 2 0,4-2 16,-2-2-16,3 4 0,-1 0 0,-2-3 15,0 3-15,3 0 0,-3 3 0,3-3 16,-1 4-16,0 3 0,3-3 0,2 7 16,0 2-16,2 3 0,2 1 0,9 14 15,0 2-15,7 2 0,-1 3 16,10 13-16,-3-3 0,-2-2 0,-2-4 16,-7-2-16,-2-2 0,-4 8 0,-7-2 15,-4 0 1,-7-4-16,-5 2 0,-1-3 0,-5-6 0,-1-4 0,-1-5 15,0-4-15,-5-2 16,-1-3-16,-4 1 0,-1-1 0,-2-4 0,-1 0 0,3 0 16,2-2-16,4-2 0,3 1 0,6-3 15,-2-1-15,4 1 16,3-3-16,0 2 0,1-4 0,1 2 0</inkml:trace>
  <inkml:trace contextRef="#ctx0" brushRef="#br0" timeOffset="137195.25">18858 9148 0,'0'0'0,"2"0"0,1 0 0,-1 0 0,0 2 0,0-2 0,0 2 15,1-2-15,-3 0 0,-3 3 0,-1-6 16,-5 3-16,0 0 0,-8-2 16,-3 0-16,-4 2 0,-3-4 0,-17 1 15,-4 1-15,-3-2 0,-9 4 0,-17-5 16,-2 5-16,-25-2 0,9 2 0,3 0 16,-14 0-1,31 0-15,0 0 0,-7 2 0,-4 1 0,3-3 0,3 0 0,-4 0 16,-2-3-16,0 3 0,-4-2 15,0 0-15,-3-2 16,-4-1-16,2-2 0,-2 1 0,2 1 0,-2-1 0,0 4 16,-2-3-16,0 3 0,2-2 0,0 1 15,2-1-15,0 4 16,1 0-16,-4 0 0,4 2 0,1 0 16,-2 1-16,3-1 0,1 2 0,3 1 0,0-3 15,-3 0-15,1 0 0,2-2 16,0 0-16,-3 0 0,3 0 0,2 0 0,0 2 15,-2-2-15,6 3 0,5-3 0,0 0 16,4 2-16,-6 0 0,2 2 0,6 1 16,7-3-16,0 3 0,-9 1 15,10-1-15,-1-1 0,6 3 0,5-3 16,-2 3-16,-2 1 0,-7-3 0,0 1 16,0-3-16,11 3 0,2-4 0,3 5 15,-1-3-15,-6 1 0,2-3 31,3 0-31,8 3 0,7-3 0,-1-2 16,10 0-16,-3 2 0,-2 0 0,3 1 16,-5-1-16,-1 0 0,4 0 0,1-2 15,2 0-15,3 0 0,2 0 0,0 0 16,4 2-16,1 1 0,1-3 16,-1 2-16,4 0 0,-1 0 0,1 0 15,4 1-15,-4-1 0,4 0 0,0-2 16,1 2-16,3-2 0,1 2 0,4-2 15,9 0-15,-5 0 0,-2 0 0,0-2 16,-2 2-16,0 0 0,3 0 16,-3 0-16,0 0 0,0 0 0,0 2 15,0-2-15,2 0 0,-2 0 0,-5 0 16,3 0-16,0-2 0,2 0 0,-4 0 16</inkml:trace>
  <inkml:trace contextRef="#ctx0" brushRef="#br0" timeOffset="139776.89">313 6866 0,'-2'2'0,"-3"5"0,-3-1 0,8 5 0,0 3 0,4-1 0,7 7 0,0 2 0,9 9 0,-20-31 0,0 0 0,18 30 0,-18-30 0,17 34 0,-4-4 0,-2 3 0,3 5 0,-14-38 0,11 40 0,2 17 0,-2 3 0,0-5 0,-9-5 0,5-6 0,-12-4 16,1-7-16,2-2 0,-7-4 0,5-3 15,-5-2-15,2-5 0,3-1 16,-1-7-16,-1-3 0,4 3 0,-5-4 16,2-1-16,3-4 0,-2 0 0,-1-4 15,3-5-15,0-2 0,-5 4 0,7-4 16,-2 0-16,2-7 0,0 1 0,0-3 16,0-4-16,2-3 0,-2 1 0,7-1 15,-3 1-15,1-1 0,4 1 16,2 2-16,2 4 0,7-7 0,-3 5 15,5 5-15,-2 1 0,5 5 0,-1 7 16,-2-1-16,0 5 0,0 0 0,-7 7 16,1 2-16,-1 2 0,-6 4 0,-2-4 15,4 7-15,-9 4 0,5 4 0,-3-1 16,-2-1-16,0-2 0,3 2 16,-3-2-16,0 0 0,0-2 0,5 0 15,-3-2-15,5 2 0,-7-5 0,7-2 16,-4 0-16,3-4 0,-1 0 0,-2-2 15,-1-3-15,3-4 0,-3-2 16,3-2-16,-5-1 0,4 3 0</inkml:trace>
  <inkml:trace contextRef="#ctx0" brushRef="#br0" timeOffset="139999.07">992 7519 0,'0'0'0,"0"0"0,2 0 0,7 2 0,0 0 16,2-2-16,4 4 0,5-4 15,-2 3-15,2-3 0,2 2 0,-2-4 16,11-1-16,-7 1 0,2 0 0,3-2 16,-5-3-16,-2 3 0,3-3 0,-8 3 15,3-3-15,0 0 0,-5 3 0,-4-5 16,0 2 0,-4 3-16,0 0 0,-7-1 0,0-1 0,-7-1 0,3-2 15,-8 3-15,10-1 16,-7 3-16,7-3 0</inkml:trace>
  <inkml:trace contextRef="#ctx0" brushRef="#br0" timeOffset="140141.35">1122 7344 0,'0'-2'0,"-4"0"0,-3-2 0,3 1 16,-3 1-16,3 0 0,-3 2 0,5-2 15,-2 2-15,4-2 0,-5 2 0,5-3 16,5 3-16,-1 0 0,3 0 0,-1 0 16,7 0-16,5 0 0,-5-2 15,9 0-15,0-2 0,9-1 0,5 1 16,3-1-16,-1-1 0,-3 1 0,2-1 15,-1-1-15,-3 0 0,0 1 0,-7 1 16,-1-1-16</inkml:trace>
  <inkml:trace contextRef="#ctx0" brushRef="#br0" timeOffset="140381.23">1934 7168 0,'2'0'0,"-2"2"0,0-2 0,6 5 0,-3 3 0,-1 8 0,7-1 0,-5 5 0,3 2 0,-3 7 16,5 0-16,-7-3 0,5 3 0,-5-5 16,0-2-16,-2-2 0,0-3 15,0-1-15,-2-3 0,2-2 0,0-4 16,0-1-16,0 1 0,2 0 0,0-3 31</inkml:trace>
  <inkml:trace contextRef="#ctx0" brushRef="#br0" timeOffset="140601.42">1665 6731 0,'0'0'0,"2"0"0,-2 0 0,4-2 0,-2 0 16,3 2-16,2 0 0,6 2 0,-9-2 15,3 0-15,2 2 0,-5-2 0,-2 0 16,5 3-16,-5-3 0,-2 0 16,2-3-16,0 3 0,3-2 0,-3 0 15</inkml:trace>
  <inkml:trace contextRef="#ctx0" brushRef="#br0" timeOffset="141159.29">2789 7038 0,'0'2'0,"-2"-4"0,2 2 0,-4-2 0,-1 0 0,5-3 0,-2 1 15,-5 1-15,5-1 0,-9 2 0,7 0 16,-7 2-16,-5 2 0,3 0 0,-5 5 15,-2-1-15,-8 5 0,-3 3 0,-2-1 16,4 2-16,-4 3 0,0 2 0,0-3 16,4 8-16,-4 5 0,9 1 15,4-2-15,9-3 0,5 1 0,-1-5 16,14-2-16,-1 2 0,10-2 0,1 2 16,12-5-16,0 3 0,12-4 0,8-5 15,10-2-15,1-5 16,-7 3-16,-7-5 0,-4 0 0,-4 0 15,-1-4-15,3 0 0,-3 2 0,-1-5 0,-1 1 16,-11 0-16,0-1 0,-10 5 0,5 0 16,-5 2-16</inkml:trace>
  <inkml:trace contextRef="#ctx0" brushRef="#br0" timeOffset="141447.31">1967 7479 0,'0'2'0,"0"-2"0,0 0 0,2-2 16,0 2-16,3-5 0,-1 3 0,-2-2 15,0 2-15,5-1 0,-3 1 0,3 0 16,2 2-16,-5-2 0,5-3 0</inkml:trace>
  <inkml:trace contextRef="#ctx0" brushRef="#br0" timeOffset="143930.84">13802 9763 0,'0'-2'0,"-4"2"0,0-2 0,-1 2 0,1 0 0,-1 2 0,1 0 15,-3 3-15,1-1 0,-1 5 0,-2-3 16,0 5-16,1 3 0,-3 3 16,4 1-16,0 13 0,-1 2 0,1 2 15,5 3-15,0 1 0,4 3 0,0-2 16,2-3-16,3 7 0,6-2 0,3-2 15,-1-5-15,5 1 0,2-3 0,-2-7 16,6-2-16,-4-6 0,0 0 16,0-7-16,0-2 0,-2-3 0,0-6 15,-7-2-15,3 0 0,-5 4 0</inkml:trace>
  <inkml:trace contextRef="#ctx0" brushRef="#br0" timeOffset="144343.17">14164 9981 0,'-2'0'0,"0"-2"0,-3 0 0,1 0 0,-3 2 16,3-2-16,-1 4 0,-1 0 0,-1 2 15,3 1-15,-5 4 0,2-1 16,1 6-16,-1-1 0,3 2 0,-1 1 16,3 4-16,0-5 0,4 5 0,0 0 15,3-3-15,1-6 0,1 3 0,8-3 16,5-3-16,0 1 0,4-2 16,1-7-16,-1 0 0,0-2 0,2-3 15,-1-1-15,-1-3 0,-4-4 0,-3-1 16,1-1-16,-5-5 0,-4 0 0,-2-2 15,-3 0-15,-4 0 0,-4-2 0,-1 4 16,-3 2-16,1 5 0,-2 2 16,-2 2-16,-2 1 0,-5 3 0,1 3 15,-3 2-15,0 2 0,-2 3 0,0-1 16,0 3-16,2 1 0,0 3 0,2-2 16,1 0-16,4 2 0,-1-4 0,5-1 15,3-1-15</inkml:trace>
  <inkml:trace contextRef="#ctx0" brushRef="#br0" timeOffset="144516.9">14603 10105 0,'2'-2'0,"-2"4"0,2-2 0,0 4 0,5 3 0,2 0 15,-3-1-15,1 1 0,2-1 0,-2-1 16,-3-3-16,3-2 0,-1 0 0,-1-2 15,-1-5-15,0 1 0,1-3 0</inkml:trace>
  <inkml:trace contextRef="#ctx0" brushRef="#br0" timeOffset="144866.5">14786 9911 0,'0'0'0,"0"0"0,0 0 0,0 0 0,0-2 15,0-1-15,4 1 0,-2 0 16,3-2-16,1-1 0,1 1 0,0 2 0,1-3 16,4 1-16,-1 2 0,2-1 15,0 1-15,-2 2 0,4 2 0,-1-2 16,1 5-16,-2-1 0,1 3 0,3 4 16,-4 0-16,-2 2 15,0 0-15,-4 3 16,-2-5-16,-3 6 0,-4 1 0,-1 2 15,-1-7-15,-3 9 0,-2-2 0,1-2 16,-3-1-16,4-1 0,-2-1 16,3 1-16,-1-3 0,5 0 0,0-2 15,2 0-15,4-2 0,0 2 0,3-2 16,4-3-16,2-1 0,0-1 0,5-2 16,0 1-16,2-6 0,-1 3 15,3-4-15,1 2 0,-1-5 0,0 3 16,-3-7-16,6 2 0,-5-4 0,-1 2 15</inkml:trace>
  <inkml:trace contextRef="#ctx0" brushRef="#br0" timeOffset="145184.47">15491 9842 0,'-2'0'0,"2"0"0,0 3 0,0-3 0,0 0 15,-2 0-15,0 0 0,-5 0 16,1 2-16,-3-2 0,0 2 0,-4 0 0,-1 1 15,-1 1-15,2 3 0,0-3 16,-1 3-16,3-1 0,5 3 0,1 2 16,3 0-16,6 2 0,3 1 0,6 1 15,3 3-15,12 4 0,1 2 0,0-4 16,-1 0-16,-1-1 0,-3 1 0,0 2 16,-2-4-16,-2 0 0,-4-5 15,-3 2-15,-4-4 0,-7 0 0,0-2 16,-6 0-16,-3 0 0,-4-5 0,-2 1 15,-5-3-15,-2-2 0,-2 0 0,-2-2 16,0-3-16,0-1 0,-1-1 0,5-4 16,7 7-16,0-8 0,2 1 15,0-2-15,2 2 0</inkml:trace>
  <inkml:trace contextRef="#ctx0" brushRef="#br0" timeOffset="145327.75">15214 9889 0,'0'0'0,"0"-2"0,0 2 0,0-3 15,4 3-15,0-2 0,3 2 16,2 0-16,4-2 0,2 0 0,8 2 16,1-5-16,2 3 0,14 0 0,-3-2 15,3-1-15,-5 3 0,1-2 0,-3 1 16,0 1-16,0-2 0,-4 4 0</inkml:trace>
  <inkml:trace contextRef="#ctx0" brushRef="#br0" timeOffset="145726.07">15879 9671 0,'0'0'0,"5"0"0,-5 0 0,4 0 16,3 4-16,4 3 0,2 1 0,3 3 15,1 3-15,1-1 0,6 7 0,-2 0 16,2-1-16,-2 3 0,0 3 0,-2 1 15,-4 5-15,-1 2 0,-2 13 16,-4-2-16,-7 5 0,-8-5 0,-3 0 16,-9-2-16,-8 2 0,-3-2 0,3-4 15,6-1-15,4-6 0,3-5 0,4-4 16,-2-2-16,0-2 0,0-7 0,-2-2 16,2-5-16,-4-8 0,-1-3 15,1 3-15,-1-1 0</inkml:trace>
  <inkml:trace contextRef="#ctx0" brushRef="#br0" timeOffset="146283.53">16640 9631 0,'0'0'0,"-4"0"0,4 0 0,0 0 0,-5 4 0,1-2 0,-1 3 0,1 1 16,-3 1-16,1 4 0,-3-2 16,2 4-16,-1 0 0,-1 3 0,2 1 15,-4 12-15,4 0 0,-1 2 0,1 0 16,5-3-16,4 3 0,0-4 0,7 3 16,2 8-16,11 17 0,9 5 0,13 8 15,-2-20-15,-27-19 0,1-7 16,-1 13-1,23 7-15,52 35 0,-66-61 0,5-12 0,-2 3 0,3-16 0,1 11 16,-2 7-16,0 4 16,-3 9-16</inkml:trace>
  <inkml:trace contextRef="#ctx0" brushRef="#br0" timeOffset="149121.48">17154 9940 0,'-2'0'0,"2"-5"0,0 1 0,2-1 15,0-1-15,-2-1 0,0 0 16,0 1-16,-2-5 0,2 4 15,-2 1-15,-1-5 0,-1 4 0,0 0 16,-5 1-16,2 1 0,-2 3 0,-4 2 0,4 2 16,-2 0-16,0 5 0,0 2 15,-4 2-15,4 4 0,2 1 0,2 1 0,3 3 16,2 5-16,4-6 16,5 10-16,4-5 0,-3-8 0,3-1 0,0-2 0,9 3 15,0-3-15,2-4 0,0-5 0,-2-1 16,4-3-16,-4-5 0,2-4 15,0-2-15,-2-4 0,-4 2 0,-1-12 16,-2 1-16,-2-2 16,-4-3-16,-5 3 0,-2-1 0,-4 5 15,-1 2-15,1 7 0,-3 2 0,1 0 16,-3 2-16,-2 2 0,-3 3 0,1 0 16,-2 4-16,-1 0 0,3 2 0,2 2 0,-4 1 15,6 1-15,-4 1 16</inkml:trace>
  <inkml:trace contextRef="#ctx0" brushRef="#br0" timeOffset="149250.47">17363 9928 0,'0'0'0,"2"0"0,1 5 0,3 2 0,-1 1 0,-1-1 0,1 2 0,-1 0 15,-2-5-15,0 3 0,1-1 0,-3-1 16,-3-3-16,3-2 0,-2 2 0</inkml:trace>
  <inkml:trace contextRef="#ctx0" brushRef="#br0" timeOffset="149455.4">17899 9787 0,'0'0'0,"2"7"0,-2-7 0,2 4 15,1 3-15,1 6 0,0-2 0,1 5 16,-1 1-16,-1 1 0,-1 0 16,0 6-16,0-2 15,-2-2-15,0-5 0,-2-2 0,2 1 0,0 1 0,-2-6 16,2-2-16,2-1 0</inkml:trace>
  <inkml:trace contextRef="#ctx0" brushRef="#br0" timeOffset="149821.01">18243 9763 0,'0'-4'0,"0"4"0,0 0 0,0-2 0,0-1 0,0 1 0,0 0 0,-2 2 15,0 0-15,-1 2 0,-1 0 0,-3-2 31,1 5-31,1-1 0,1-2 0,0 3 16,-1 1-16,3 1 0,4 4 16,3-2-16,1 2 0,5 0 0,0 2 15,5-2-15,1 2 0,8 5 0,-1 2 16,2 0-16,-2 0 0,3-1 0,-1-1 16,1 4-16,-3-2 0,-4 2 15,0-2-15,-7 0 0,-6-3 0,-3-1 0,-8 1 16,-7-1-16,-3-5 0,-5 2 15,-8-4-15,-2-3 0,1-1 0,-8 1 16,3-1-16,-11-5 0,2 0 0,3-2 16,3-1-16,6 1 0,3 0 0,5-2 15,7-5-15,4-4 0,2-1 0,2 1 16</inkml:trace>
  <inkml:trace contextRef="#ctx0" brushRef="#br0" timeOffset="149987.42">18197 9723 0,'2'-2'0,"5"2"0,1 2 16,8 1-16,-1-1 0,5 0 0,2 2 16,11 3-16,2-3 0,1 1 0,-1-5 15,0 0-15,3-2 16,-5-1-16,-2-3 0</inkml:trace>
  <inkml:trace contextRef="#ctx0" brushRef="#br0" timeOffset="150263.5">18878 9446 0,'0'0'0,"4"2"0,-4-2 0,7 6 0,4 5 16,5 7-16,10 13 0,3 6 16,-3 5-16,3 5 0,2 19 0,-3-2 15,-8-3-15,-7 19 0,-6-3 0,-14-2 16,-6-2-16,-24 4 0,-12-4 0,-6-5 15,-11 7-15,0-2 0</inkml:trace>
  <inkml:trace contextRef="#ctx0" brushRef="#br0" timeOffset="150904.74">20640 9091 0,'0'2'0,"0"-2"0,0 0 0,0 0 0,2 0 16,2 2-16,3-2 16,0 2-16,6-2 0,2 2 15,3 1-15,4-3 0,2 0 0,16 2 0,0 0 16,-1-2-16,-1 2 0,1 0 16,-1-2-16,2 3 0,10-1 0,1 0 0,-3 3 0,-3-1 15,-1 0-15,-5-1 0,-8-1 0,-2 0 16,-5-4-1,-8 0-15,-3-5 0,-7 0 0,3 5 16,0-2-16</inkml:trace>
  <inkml:trace contextRef="#ctx0" brushRef="#br0" timeOffset="151037.34">20717 8791 0,'0'-2'0,"-2"-1"0,2 3 0,-3-4 0,3 0 0,0 1 16,5 3-16,6 3 0,4-1 0,10 0 15,3 2-15,14 1 0,2-1 16,0-2-16,0-2 0,-2-2 0,-2-2 16,-5-5-16</inkml:trace>
  <inkml:trace contextRef="#ctx0" brushRef="#br0" timeOffset="157926.74">21665 8229 0,'0'-3'0,"0"1"0,0 2 0,0 0 0,0 0 0,2 0 0,0 5 0,1-1 0,1 3 0,5 4 16,-3 2-16,1 4 0,2 3 0,2 18 15,-2-1-15,0 7 0,2 3 16,-5 1-16,3 16 0,0-7 0,0-1 16,2-4-16,-5-1 0,3 4 0,0-11 15,0-2-15,2-6 0,0-10 0,-2-4 16,-5-4-16,3-3 0,-5-4 0,0 0 15,2-4-15,-1-1 0,-1-1 16,-2-1-16,2-4 0,0 0 0,0 0 31,3-2-31,1 2 0,-1 2 0</inkml:trace>
  <inkml:trace contextRef="#ctx0" brushRef="#br0" timeOffset="158291.91">22040 8742 0,'0'0'0,"-7"-2"0,7 2 0,-6 0 0,-5 2 16,2 0-16,-2 1 0,0 1 0,2 3 15,-2 4-15,0-2 0,0 4 0,0 0 16,2 7-16,-2-3 0,7-1 16,1-1-16,3 3 0,5 0 0,4-3 15,2 1-15,-3-8 0,6 3 0,10-2 16,2 0-16,-1-5 0,3-1 0,3-3 15,-2-5-15,-3 1 0,-2-3 0,-1 1 16,-4-3-16,1 0 0,-7-2 16,-2-2-16,0-5 0,-4-2 0,-5 0 15,-2-4-15,-2 0 0,-5 0 0,-1-5 16,-6 2-16,-1 3 0,-3 0 0,-1 6 16,-1 1-16,2 3 0,0 3 15,3 5-15,2 1 0,0 3 0,6 2 16,-2 0-16,0 7 0,3-1 0,-3 3 15,2 4-15,-2 1 0,5 3 0,0 1 16,-1 2-16,5-3 0,0 3 0,0 0 16,2 2-16,1-4 0,-1-1 0,0-3 15</inkml:trace>
  <inkml:trace contextRef="#ctx0" brushRef="#br0" timeOffset="158594.28">22576 8958 0,'0'-4'0,"0"4"0,0 0 0,0 0 0,0 0 0,0 0 0,0 0 0,0 0 16,2 0-16,-2 0 0,0 0 0,0 0 15,0 0-15,0 0 0,0-2 16,0 2-16,0 0 0,0 0 0,0-2 15,2 2-15,-2 0 0,2 0 0,-2 0 16,2 4-16,1-2 0,-3 5 0,2-3 16,0 7-16,-2-2 0,0 0 0,-2 2 15,0 0-15,-3 2 0,1-2 16,-3 2-16,-2-2 0,-4 3 0,2-3 16,0 0-16,-2 0 0,2 0 0,-5 2 15,5-2-15</inkml:trace>
  <inkml:trace contextRef="#ctx0" brushRef="#br0" timeOffset="161173.95">22739 8396 0,'0'-2'0,"0"0"0,0-1 0,0-1 0,-2 0 0,2 1 16,0-1-16,0 2 0,0-3 0,-3 3 15,3-2-15,0 4 0,0-5 16,3 5-16,-3-4 0,2 4 0,-2-2 15,4 0-15,3-1 0,2-1 0,4 4 16,2-4-16,5 4 0,0-3 0,11 6 16,2-3-16,-2 4 0,-3 0 15,-1 3-15,2 2 0,-3 0 0,0 2 16,3 2-16,-2 0 0,-3 3 0,-2-3 16,-2 2-16,-3-2 0,-3 1 0,-3-1 15,-5-2-15,-1 2 0,-5-2 0,-3 0 16,-1-2-16,-3 2 0,-4-2 15,0 0-15,-4 2 0,2-2 0,-3-1 16,3 3-16,0-2 0,2 0 0,2 0 16,2 0-16,3-1 0,2 1 0,6 0 15,1 2-15,6-4 0,2 2 16,2-3-16,9 1 0,1-1 0,6 3 16,-1-4-16,1 1 0,-2 1 0,-3 0 15,-1-1-15,-5 1 0,-3-1 0,-4 3 16,1-4-16,-8 3 0,-1-1 0,-3 2 15,-2-3-15,-2 3 0,-3 0 16,-6 0-16,2 2 0,-2 0 0,-2 2 16,-2-2-16,-1 2 0,-4-2 0,5 3 15,-3-1-15,-1 0 0,3-2 0,-4 0 16,5-2-16,-3 0 0,3-3 0,-1 1 16,3 0-16,-2-3 0,-1-2 15,1 3-15,2-3 0,-1 0 0,1-2 16,0 2-16,2-2 0,2 3 0,0-3 15,0 0-15,3-3 0,1 3 0,3-2 16,-2 0-16,4 0 0,0-3 16,0 3-16,0 0 0,-2 2 0</inkml:trace>
  <inkml:trace contextRef="#ctx0" brushRef="#br0" timeOffset="161682.28">23341 8356 0,'-3'0'0,"1"0"0,0 0 0,2 0 15,2 0-15,0-2 0,5 0 0,0-2 16,-1-1-16,5 1 0,3-3 0,-1 3 15,2-3-15,3 3 0,6-5 0,0 5 16,-2-1-16,0 3 0,1 0 0,-1 2 16,0 0-16,0 0 0,-3 0 0,1 4 15,0 1-15,-2-1 0,-3 3 16,1 1-16,-1 1 0,-4 7 0,-2-3 16,0 2-16,-3 5 0,-1 0 0,-3 2 15,-2 0-15,-2 5 0,-5-1 0,-2 3 16,-2-1-16,-4 1 0,-1-5 0,-1 3 15,-1-5-15,-2 2 0,5-2 16,4-2-16,4-2 0,5-5 0,0 2 16,4 1-16,2-3 0,1 2 0,6-4 15,0-2-15,2 2 0,5-4 0,-3-1 16,5 1-16,0 0 0,0-3 16,-3 0-16,1-1 0,0 1 0,-1-4 0,1 2 15,0 0-15,-1-2 0,-1 3 16,1-1-16,-1-2 0,-1 2 15,3 0-15,-1-2 0,1 0 0,0 0 0,-1-2 16,3 0-16,0 0 0,0-1 0,4-5 16,-4 1-16,0 3 0,-2-3 15,-3 7-15</inkml:trace>
  <inkml:trace contextRef="#ctx0" brushRef="#br0" timeOffset="162221.93">24597 8528 0,'0'-4'0,"0"2"0,3-3 0,1 1 0,-2 0 16,0-1-16,-2 1 0,3-5 0,-3 2 16,-3-2-16,-1-2 0,-3-2 0,-1 0 15,-3-2-15,-3-1 0,-1 1 0,-9-5 16,-5 0-16,0 7 0,-4-3 0,0 5 15,-4 3-15,1-1 0,3 4 0,-6 5 16,6 5-16,6-1 0,7 5 16,5 2-16,2-2 0,6 6 0,3 1 15,8 3-15,0 4 0,10 1 0,3 0 16,8 0-16,3 3 0,25 6 0,2-5 16,5-3-16,10 1 0,-8-4 0,-11-2 15,-7 0-15,-4 2 0,-3-2 16,-2 0-16,-6 0 0,0-1 0,-7 1 15,-2 0-15,-5-2 16,0-1-16,-4 1 0,-4 0 0,0-3 0,-5 3 0,-2-3 16,-5 1-16,3-3 15,-4 2-15,-1 1 0,-4-1 0,2-4 16,0 0-16,-6 0 0,2-2 0,-3 2 0,-1-4 16,-1-1-16,-2-1 0,3-3 15,-1 2-15,0-4 0,3 0 0,-1-4 16,3-1-16,2-1 0,0-3 0,0-2 15,2 0-15,0-7 0,3 3 0,-1-7 16,1 0-16,-1-5 0,5 3 0,-3-9 16,5 2-16,5-4 0,-1 0 0,7-1 15,0 1-15,11-7 0,5 2 0,-3 1 16,0 1-16,-2-1 0,-2 1 0,2-4 16,-9 5-16,3-1 0</inkml:trace>
  <inkml:trace contextRef="#ctx0" brushRef="#br0" timeOffset="189163.12">628 12581 0,'0'0'0,"-2"0"0,2 0 0,-2 0 0,-2 0 0,1 0 15,1 0-15,2 0 0,0 0 0,0 0 16,0 2-16,-2-2 0,-2 2 0,1 1 16,1-3-16,-2 4 0,-3-2 0,-4 3 15,-2-1-15,2 3 0,-2-1 0,-3 3 16,-4 0-16,-2 4 0,-2 3 0,4-1 15,5 0-15,-1 3 0,-1 0 16,6-1-16,4-1 0,-2-3 0,3-6 16,6 1-16,-5-3 0,5-1 0,-4-2 15</inkml:trace>
  <inkml:trace contextRef="#ctx0" brushRef="#br0" timeOffset="189384.54">381 12709 0,'-2'-5'0,"-7"-1"0,1-3 0,1-4 0,-2 0 0,9 13 0,0 0 0,0 0 0,0 0 0,0 0 0,0 0 0,0 0 0,-2-14 0,2 14 0,0 0 0,0 0 0,0 0 0,0 0 0,0 0 0,-7-13 0,7 13 0,0 0 0,0 0 0,0 0 0,0 0 0,-2-15 0,2 15 0,0 0 0,0 0 0,0 0 0,0-14 0,0 14 0,0 0 0,0 0 0,2-15 0,-2 15 0,0 0 0,7-15 0,-7 15 0,2-14 0,5 3 0,-7 11 0,0 0 0,0 0 0,0 0 0,0 0 0,0 0 0,0 0 0,9-9 0,-9 9 0,0 0 0,0 0 0,0 0 0,0 0 0,0 0 0,8-11 0,-8 11 0,0 0 0,0 0 0,0 0 0,0 0 0,11-8 0,-11 8 0,0 0 0,0 0 0,0 0 0,14-5 0,-14 5 0,0 0 0,0 0 0,13-4 0,-13 4 0,0 0 0,15-7 0,-15 7 0,18 0 0,-5 0 0,5 0 0,-3 7 0,5 2 0,-4 2 0,3 4 0,-5-2 0,-1 7 0,0 2 0,-2 2 0,0 3 0,-2-3 0,-5 0 0,5-2 0,-4-2 0,3-2 0,-3-3 0,1-4 0,3 0 0,-4-2 0,-3 0 0</inkml:trace>
  <inkml:trace contextRef="#ctx0" brushRef="#br0" timeOffset="189735.27">803 12605 0,'-3'2'0,"3"-2"0,0 0 0,-4 5 0,2-1 0,2 1 16,0 1-16,-2 1 0,2-1 0,-7 1 15,3 2-15,-1-2 0,-4-1 0,-2 1 16,-4 2-16,-3-5 0,3 5 16,-3-3-16,-6 1 0,-3 0 0,3-3 15,2 3-15,-2-5 16,2 0-16,0 0 0,6-2 0,-4 0 0,5 0 0,0 0 15,-1 2-15,3-2 0,2 0 0,0 0 16,0 0-16,6 0 0,1 0 0,-3 0 16,7 0-16,0 0 0,0 0 0,7 0 15,-3 0-15,1 0 0,4 0 16,2-2-16,2 0 0,7 0 0,-3-3 16,5 1-16,3 0 0,3-1 0,-1 1 15,-5-1-15,0-1 0</inkml:trace>
  <inkml:trace contextRef="#ctx0" brushRef="#br0" timeOffset="190438.04">1003 13368 0,'0'0'0,"0"0"0,0 0 0,0 0 0,0-2 0,0 2 0,2-2 0,5-1 16,-5 1-16,0-2 0,5 2 0,-3-3 15,-1 1-15,5-1 0,-5-1 16,3-1-16,-1 1 0,-3 1 16,7-4-16,0 3 0,-7-1 0,7 0 0,-5-1 15,5 1-15,-3-2 0,3 5 16,0-5-16,0 2 0,-5 1 0,7-1 15,-6 1-15,4 1 0,-7 1 0,4-1 16,-3 3-16,-1 0 0,0 0 0,-2-3 16,0 3-16,-4 0 0,1-3 0,-5 5 15,5 0-15</inkml:trace>
  <inkml:trace contextRef="#ctx0" brushRef="#br0" timeOffset="190612.79">853 13223 0,'2'0'0,"-2"-3"0,0 3 0,5-2 16,-3 2-16,3-4 0,3-1 0,3-1 15,5 1-15,4-1 0,2-3 0,4-2 16,7 0-16,-4-2 16,2 2-16,0-3 0,-5 3 0,1-2 15,-1 2-15,0-2 0,-1 2 0</inkml:trace>
  <inkml:trace contextRef="#ctx0" brushRef="#br0" timeOffset="197836.77">1673 12956 0,'0'2'0,"-2"-2"0,2 0 0,0-2 16,-4 2-16,2-2 0,2-1 0,0 1 15,-3 0-15,3-2 0,-2-1 16,0 1-16,2-1 0,0-1 0,0 1 15,0 1-15,0-1 0,2-1 0,0 1 16,1 1-16,3 2 0,-4-3 0,-2 1 16,5 2-16,-1 0 0,-1-3 0,-1 3 15,0 0-15,2 0 0,-1-1 16,-3 3-16,2-2 0,-2 0 0,0 2 16,2 0-16,-2-2 0,0 4 0,0-2 15,0 2-15,0 0 0,2 1 0,-2 1 16,5 3-16,-5-1 0,0 3 15,2 0-15,-2 0 0,4 2 0,1-2 16,-3 4-16,2-2 0,1 2 0,-1 0 16,-2 0-16,5 3 0,-5-3 0,2 0 15,3 1-15,-5 3 0,0-1 0,3-3 16,-3 0-16,-2-2 0,2 5 16,-2-8-16,0 3 0,0-2 0,0 0 15,0-2-15,0-1 0,0 1 0,0-3 16,0-1-16,3 1 0,-3-4 0,0 4 15,2 1-15,-2-5 0,0 4 0,0-2 16,0 1-16,4-1 0,-2 0 16,-2 0-16,0 0 0,0 1 0,0-3 15,0 2-15,0 0 0,0 0 0,0-2 16,-2 0-16,2-2 0,-4 2 0</inkml:trace>
  <inkml:trace contextRef="#ctx0" brushRef="#br0" timeOffset="198327.44">1874 13073 0,'0'0'0,"-2"0"0,2 0 0,-2 0 0,-3 0 16,3 0-16,2 2 0,0 2 0,2 1 16,-2-1-16,0 0 0,5 5 0,-1 0 15,-4 0-15,2 2 0,5-2 16,-5 2-16,3-2 0,1 2 0,-4-3 16,5-1-16,-3 2 0,1-2 0,1 1 15,-1-3-15,1-1 0,3 3 0,-4-7 16,6 2-16,-7-2 0,3-2 0,2 0 15,-5-3-15,5 3 0,-5-2 16,5-3-16,-7 3 0,5-3 0,-3-2 16,-4 0-16,0-2 0,2 2 0,-2-2 15,-2 3-15,2-3 0,0 0 0,-4 2 16,-3-2-16,5 2 0,-5 0 0,5 0 16,0 0-16,-7 3 0,7-1 0,-2 1 15,-5 3 1,7-1-16,-3 2 0,1 2 0,2 0 0,-3 0 0,1 2 15,4 0-15,-3 3 0,-5-1 0,5 0 16,-3 3-16,1 0 0,3-1 0,-2-1 16,-1 3-16,5-1 0,0 0 0,-2 1 15,4-1-15,-2 0 0,0-1 16,0 3-16,0-4 0,0 3 0</inkml:trace>
  <inkml:trace contextRef="#ctx0" brushRef="#br0" timeOffset="200071.45">2161 12894 0,'0'0'0,"-2"0"0,-1-2 0,1 0 0,0-1 0,-2 1 15,1 0-15,1 0 0,2 0 0,0-1 16,0 1-16,0 0 0,5 0 0,-5 2 15,6-2-15,-4-1 0,3 3 16,1-4-16,5 4 0,-6-2 0,4 0 16,2 2-16,0-3 0,0 3 0,0 3 15,0-1-15,0 0 0,-5 0 0,5 3 16,-2-1-16,-7 0 0,5 3 16,-7 0-16,0-1 0,-4 1 0,-1-1 15,-4 1-15,5 0 0,-7-1 0,-2 1 16,2 0-16,-3-3 0,3 0 0,0 1 15,3-3-15,-1 2 0,4-1 0,-1-1 16,6 2-16,0 1 0,6-3 16,-3 2-16,8 1 0,0-1 0,0 0 15,2 3-15,-2-3 0,4 3 0,-1 0 16,1-1-16,-8 1 0,4 0 0,-3-3 16,1 3-16,-2-1 0,0 1 15,-5-3-15,-2 3 0,0-1 0,-2 1 16,-5 0-16,3-1 0,-8 1 0,4-3 15,-3 3-15,0 0 0,-3-1 0,8-1 16,-5-1-16,2-2 0,0 0 0,5 1 16,-3-1-16,5-2 0,2-2 15,0-3-15,2-1 0,2 1 0,-4-1 16,3-1-16</inkml:trace>
  <inkml:trace contextRef="#ctx0" brushRef="#br0" timeOffset="200434">2370 12925 0,'2'0'0,"-2"-2"0,0 2 0,0-5 0,5 1 0,-3-1 0,2-1 15,3 1-15,4 1 0,-4-3 16,2 3-16,2 2 0,-3-3 0,6 3 16,-6 0-16,-1 0 0,2 2 0,0-2 15,-5 2-15,5 2 0,-5-2 0,3 2 16,-7 0-16,4 5 0,-4-3 0,0 3 15,-2 2-15,0-1 0,-5 1 16,3 5-16,-3-3 0,3 0 0,-5 2 16,5 2-16,-3-2 0,3-2 0,-3 3 15,3-1-15,4-2 0,-3 0 0,6-2 16,-3-3-16,2 3 0,4-2 0,-1-3 16,4 1-16,4-1 0,-2-2 15,4 0-15,-1 1 0,3-3 0,-4 0 16,1 0-16,1 0 0,3-3 0,-3 1 15,3 0-15,-7 2 0,-2-2 0,-1 0 16,1-1-16,-4 1 0,1 0 16,-3 0-16,-1 0 0,0-1 0,-4 1 15</inkml:trace>
  <inkml:trace contextRef="#ctx0" brushRef="#br0" timeOffset="200838.78">2765 12887 0,'2'-2'0,"-2"-2"0,0 4 0,0-2 15,0-3-15,-2 1 0,-3 2 16,5-1-16,-2-1 0,0 4 0,0-4 0,-5 4 16,3 0-16,-5 0 0,5 2 15,-7 0-15,2 0 0,4 0 0,-3 3 16,-1-1-16,4 3 0,-1-3 0,1 1 16,5-1-16,0 0 0,0 3 0,5-3 15,1 3-15,5 0 0,0-1 0,-4 1 16,11 0-16,-5-1 0,-2 1 15,2-1-15,0 3 0,3-2 0,-5 2 16,4-3-16,-8 3 0,2 0 0,-1 0 16,-3 0-16,2-1 0,-7 3 0,2 0 15,-4-2-15,2 2 0,-9 2 16,0-2-16,4-2 0,-3-2 0,3 2 16,-1-5-16,1 1 0,-4-1 0,3-2 15,1-2-15,3 0 0,-4-4 0,1-1 16,5-1-16,-2-5 0,-2-3 0,1-1 15,3 0-15,0-3 0,0-2 16,3 3-16,1-3 0,-2 2 0,0 0 16,7 3-16,-7 2 0,7-3 0,-7 5 15,7 0-15,-4 2 0,1 3 0,-4-3 16,5 2-16,2-1 0</inkml:trace>
  <inkml:trace contextRef="#ctx0" brushRef="#br0" timeOffset="207517.51">26403 8123 0,'0'0'0,"0"-5"0,0 3 0,0-2 16,-2-1-16,2 3 0,0 0 0,0-3 16,2 5-16,-2-4 0,2 2 0,1 2 15,-3-2-15,0 2 0,2 2 16,2 0-16,-4 5 0,2-1 0,1 3 0,1 2 16,-4 2-16,4 3 0,1 1 15,1 1-15,-1 2 0,-1 6 0,3 3 16,2 0-16,-3-1 0,1 3 0,0 2 15,-3 0-15,3-2 0,-1 2 0,-1-2 16,-1-2-16,-2-3 0,3-1 0,-5-3 16,2-7-16,0-2 0,-2 0 15,0-1-15,-2-4 0,2 1 0,-2 0 16,2-2 0,-5-1-16,3-1 0,0-1 0,2-2 15,-5-8-15,3 3 0,2 1 0,0 7 0,2-3 0,-2-2 0,5-2 16,-5 2-1,4 0-15,-4-9 0,0 7 0,-2-1 0</inkml:trace>
  <inkml:trace contextRef="#ctx0" brushRef="#br0" timeOffset="207947.44">26048 8273 0,'0'0'0,"0"0"0,-2 0 0,0-5 15,-3 1-15,3 2 0,0-3 0,0 3 16,2 0-16,2 2 0,2 0 0,5-2 15,0-1-15,2 3 0,5-4 16,3 2-16,1-3 0,13 3 0,0 0 16,3-2-16,-1-1 0,2-4 0,1-2 15,-3 2-15,0 1 0,3 3 0,6 3 16,0 2-16,-2 0 0,-2 0 0,-3 0 16,-2-2-16,-1-3 0,-6 1 0,-4 0 15,-2-3-15,-4 3 0,2-1 16,-9 3-16,2 0 0,-2 0 0,-4-1 15,-1 3-15,1 0 0,-3 0 0,-4-2 16,3 2-16,-3-2 0,-11 2 0,4 0 16,9 0-16,0 0 0,-2 0 15,0 2-15,0 0 0,-2 1 0,2-1 16,-2 0-16,-5 0 0,1 0 0</inkml:trace>
  <inkml:trace contextRef="#ctx0" brushRef="#br0" timeOffset="208630.26">26674 8634 0,'3'2'0,"-1"-2"0,-2 0 0,4 0 0,1 0 0,-1 0 0,-2 0 16,3 0-16,-3 5 15,2-3-15,1 5 0,1-1 0,1 3 0,0 2 0,1 2 16,1 7-16,-2 0 0,4 9 16,-2-1-16,-1 1 0,-3 0 0,-1-1 15,1-1-15,-3-1 0,2-1 0,-4-3 16,0-3-16,0-1 0,0-3 0,-2-1 15,0-3-15,0 0 0,2-2 16,-3-3-16,3-1 0,-2-3 0,0 0 16,0 0-16,2-4 0,0 0 0,0-3 15,0 1-15,2-5 0,0-2 0,-2-2 16,5-3-16,1-1 0,-1-1 0,-1-2 16,1 3-16,1-3 0,-1 2 0,1 3 15,1 2-15,-1-1 0,-1 3 0,1 3 16,3 1-16,-2 0 0,2 3 15,2-1-15,-2 5 0,2 3 0,-3-1 16,3 4 0,0 3-16,0 0 0,-2 2 0,2 0 0,-2 2 0,2 1 0,0 1 15,2 1-15,-4-3 0,4-2 0,-2 2 16,3 0 0,-1-2-16,0 0 15,3-2-15,-3-2 0,0-1 0,2-3 16,-1 1-16,-1-2 0,-2 0 0,0-2 15,-2 3-15</inkml:trace>
  <inkml:trace contextRef="#ctx0" brushRef="#br0" timeOffset="209092.6">27382 8652 0,'0'-2'0,"-2"2"0,2-3 0,0 3 15,2 0-15,0-2 0,3 2 0,4-2 16,-1 0-16,3 2 0,3 0 0,1 0 15,1 0-15,3 0 0,1 0 0,2 2 16,5-2-16,-1 0 0,1 0 16,-5 2-16,0 0 0,-7-2 0,3 0 15,-1 0-15,-3 0 0,-1-4 0,0 4 16,-4-2-16,-2-3 0,-1 3 0,1 0 16,-3-2-16,7-1 0</inkml:trace>
  <inkml:trace contextRef="#ctx0" brushRef="#br0" timeOffset="209266.25">27468 8520 0,'2'-3'0,"-2"1"0,0 2 0,5-4 16,1 4-16,3-5 0,7 5 0,1-2 16,3 0-16,2 2 0,0 0 0,0 2 15,-2 0-15,9 3 0,-5-3 16,0 0-16,-2 0 15,-2-2-15,-2 0 0,-1-2 0</inkml:trace>
  <inkml:trace contextRef="#ctx0" brushRef="#br0" timeOffset="210460.25">28293 7942 0,'0'0'0,"0"0"0,0 0 0,0 0 16,2 2-16,0-2 0,0 2 0,3 1 15,-1 1-15,1-4 0,1 4 0,1-1 16,-1-1-1,3 0-15,-2-2 0,2 0 0,-3 0 0,1-4 0,2 1 16,2-1-16,-5-3 0,3 1 0,0-3 16,-5 0-16,1-2 15,-3-2-15,-2 0 0,0-5 0,-4-2 16,-7-9-16,-3-1 0,-1-4 0,-7 4 16,0-1-16,-9 2 0,0 3 0,-6 1 0,-3 3 15,-11 0-15,3 9 0,6 4 0,0 3 16,4 6-16,3 4 0,0 5 0,-3 4 15,1 7-15,-5 13 0,7 7 0,11 4 16,8 2-16,3-2 0,-3-2 16,3-7-16,2-6 0,13 0 0,7 4 15,7-2-15,12 4 0,1 0 0,11-4 16,-1-2-16,5-3 0,1-8 0,-10-7 16,2-7-16,-4-2 0,5-2 0,2 3 15,-3-8-15,3 1 0,-5-3 16,-2-6-1,-4-2-15,-5-10 0,-2 1 16,-4-5-16,-7 1 0,-2-1 0,-3 3 16,-6-3-16,-2 5 0,-2 4 0,-5 2 15,0 3-15,-7 2 0,1 2 16,-3 2-16,-1-2 0,-4 6 0,-5-4 16,-5-2-16,-3 3 0,-3-10 0,-1 7 15,0 0-15,7 6 0,5 8 0,3 10 16,14 7-16,11-3 0,7-1 0,0-3 15,-1-2-15,-1 2 0,3 1 16,-1 1-16,4 0 0,2 1 0,1-1 16,5 3-16,6 2 0,6 0 0,2-1 15,4-1-15,12 6 0,-1-8 0,-6-1 16,-7-2-16,-4-6 0,-2 0 16,-7-1-16,0 1 0</inkml:trace>
  <inkml:trace contextRef="#ctx0" brushRef="#br0" timeOffset="210667.38">28233 7536 0,'2'0'0,"1"0"0,1-2 0,3 0 0,4 2 0,2-2 15,7-1-15,2 3 0,2 3 0,3-1 16,12 0-16,-1 5 0,1-3 15,-1 3-15,2-3 0,-3 0 0,-2-1 16,-4-1-16,-4 0 0,-8-4 0,-1 2 16,-7-5-16,-9 3 0,1 0 0,-1 2 15</inkml:trace>
  <inkml:trace contextRef="#ctx0" brushRef="#br0" timeOffset="210827.67">28467 7455 0,'-2'-5'0,"2"3"0,0 2 0,-2-2 16,-3 2-16,5 2 0,-4 0 0,2 3 15,-1 3-15,-1 1 0,4 2 0,0 3 16,0 1-16,2 0 0,0 5 16,1-2-16,1 4 0,0 4 0,3-1 15,0-3-15,-3-5 0,3 1 0,1-3 16,-1-1-16,2-1 0</inkml:trace>
  <inkml:trace contextRef="#ctx0" brushRef="#br0" timeOffset="210968.27">28509 7527 0,'-2'0'0,"-5"0"0,7 0 0,-11 0 0,0 3 0,-2-1 15,2-2-15,-5 4 0,3-4 0,-2 5 16,1-1-16,1-2 0,0 3 16</inkml:trace>
  <inkml:trace contextRef="#ctx0" brushRef="#br0" timeOffset="211078.95">28377 7474 0,'0'0'0,"0"-4"0,0 4 0,0-2 0,0 0 15,2-1-15,0 3 0,2 0 0,1 3 16,-1 1-16,7 3 0,-2-1 16,2 5-16,5 3 0,-3-1 0,11 7 15,-2-1-15,2 6 0,1-5 16,-1 4-16,0 0 0,0-4 0,-4 0 0,0-5 16</inkml:trace>
  <inkml:trace contextRef="#ctx0" brushRef="#br0" timeOffset="211540.19">28606 8041 0,'0'0'0,"0"0"0,0 0 0,0 5 0,2-5 16,-2 4-16,2 3 0,0-1 0,-2 5 16,3 2-16,-1 1 0,-2 3 15,2 1-15,0 2 0,-2 0 0,3-1 16,-1 1-16,-2-2 0,0 4 0,0-4 16,0-3-16,0-2 0,-2-2 0,2-4 15,-3 2-15,3-5 0,0 1 0,0-1 16,0-2-16,0-2 0,3 0 15,-1 0-15,2-6 0,1 1 0,1-1 16,3-1-16,2-2 0,0 0 0,0 3 16,0-5-16,0 4 0,0 0 0,0 3 15,-2 0-15,0 1 0,0 1 0,2 2 16,-5 2-16,1 1 0,-1-1 16,1 4-16,0-1 0,-1-1 0,1 5 15,0-2-15,-3-3 0,3 5 0,-1-5 16,1 5-16,-3-2 0,1-3 0,-1 1 15,-2 1-15,3-1 0,-3-3 0,2 2 16,-2-2-16,1 3 0,-3-1 16,2-2-16,0 3 0,-2-1 0,2 1 15,-2-1-15</inkml:trace>
  <inkml:trace contextRef="#ctx0" brushRef="#br0" timeOffset="211936.44">29364 8619 0,'-2'0'0,"0"2"0,2-2 0,0 2 0,-2 3 0,0-3 0,2-2 0,-3 2 0,3-2 16,-2 2-16,0-2 0,-3 0 15,1 2-15,-3 1 0,-1-3 0,-1 2 16,-4 0-16,-3-2 0,-4 0 0,-2 0 15,-4 0-15,-16 0 0,0 0 16,-4 0-16,4-4 0,-4 1 16,-12-1-16,-1-3 0,-3 3 0,-15 0 15,2 1-15,15-1 0,5 2 0,11 0 0,7-1 16,-1 3-16,7 3 0,-2-3 0,4 4 16,3 0-16,0-1 0,-1 1 15,5 0-15,-2-1 0,2 1 0,2-4 16,2-4-16,5 4 0,2 0 0,2 0 15,3-3-15,1 3 0,1-2 16,4 2-16,0-4 0,0 4 0,4 0 16,-2-2-16,3 2 0,1 2 0,1-2 15,-3 0-15,3 4 0,-5-4 0</inkml:trace>
  <inkml:trace contextRef="#ctx0" brushRef="#br0" timeOffset="212585.86">28399 8947 0,'0'0'0,"2"3"0,-2-3 0,2 0 0,0 2 0,7-2 16,0 0-16,4 2 0,5 0 0,-1 5 15,5-1-15,7 8 0,2 1 0,0 0 16,-3 1-16,3-1 0,-4 1 0,1 1 16,-3 1-16,-3 4 0,-2 0 15,-1 9-15,-5 0 0,-3 2 0,-7-2 16,1 2-16,-1 0 0,3 2 0,-3-6 15,5 0-15,-3-1 0,-3-1 0,-1-5 16,0 0-16,-2 0 0,0-2 16,0 0-16,-2-3 0,0-1 0,-1-5 15,-1 0-15,0 0 0,1-5 0,-1 3 16,0-7-16,-3 1 0,3-6 0,-5 1 16,-2 0-16,0 0 0</inkml:trace>
  <inkml:trace contextRef="#ctx0" brushRef="#br0" timeOffset="212807.37">28734 9344 0,'4'0'0,"-2"-2"0,-2 2 0,0 0 0,0-2 0,3 2 0,-3 2 16,2-2-16,-2 4 0,0 1 15,-2 1-15,-1 1 0,1 2 0,-2 0 0,-1 2 16,-1 0-16,-3 2 0,0-2 15,-6 4-15,4 1 0,-9 1 0,2-1 0,1 2 16,1-3-16,1 0 0,4-4 16,-3 3-16,6-5 0,-1 2 0,2-3 15,3 3-15,2-4 0,-1 2 0</inkml:trace>
  <inkml:trace contextRef="#ctx0" brushRef="#br0" timeOffset="213264.9">28948 9673 0,'-3'0'0,"1"0"0,2 0 0,-2 0 16,2 0-16,-2 2 0,2-2 0,0 2 16,2 0-16,-2 3 0,0-1 0,4 5 15,-1 0-15,-1 0 0,2 2 16,-2 0-16,1 2 0,-1-2 0,0 2 16,0-2-16,-2 2 0,0-2 0,0 0 15,0 0-15,0 0 0,-2-2 0,0-2 16,2 0-16,0-1 0,0-1 15,-2-1-15,2-4 0,2 2 0,-2-2 16,2-2-16,2 2 0,3-4 0,0-1 16,2 3-16,-1-2 0,1-1 0,2 1 15,0 2-15,-2-1 16,0 1-16,0 0 0,-1 2 0,-3 0 0,2 4 16,-1-1-16,-1 1 0,-1 0 0,0 1 15,1 1-15,-1 1 0,3 0 0,-3-1 16,3 1-16,-3-1 0,3 1 0,-3-3 15,1 1-15,-3-1 0,-2 3 16</inkml:trace>
  <inkml:trace contextRef="#ctx0" brushRef="#br0" timeOffset="213771.82">29636 8795 0,'4'0'0,"-4"-2"0,0 2 0,2 0 16,0-2-16,3 0 0,-1 2 0,5-3 16,-2 1-16,4 2 0,2-2 0,-2 2 15,4-2-15,1 2 0,1 0 16,3 0-16,0 0 0,-2 0 0,-1-2 15,1-1-15,-5 3 0,-4-2 0,-2 0 16,-5 0-16,2-3 0</inkml:trace>
  <inkml:trace contextRef="#ctx0" brushRef="#br0" timeOffset="213900.05">29686 8667 0,'2'-2'0,"-2"0"0,0 2 0,5 0 15,-5-5-15,6 3 0,-1 0 0,-1 0 16,5 0-16,0 2 0,2-3 15,0 3-15,4-2 0,1 2 0,4-2 16,2 0-16,4 0 0,1-3 0</inkml:trace>
  <inkml:trace contextRef="#ctx0" brushRef="#br0" timeOffset="-213361.93">30136 7682 0,'2'2'0,"0"-2"0,1 0 16,-1 4-16,0-1 0,2 1 15,-1 5-15,1 2 0,0 4 0,1 1 0,2 4 16,-1-1-16,3 10 0,-2 0 16,1-5-16,-1 2 0,2 1 0,-3-1 15,3 1-15,-2-1 0,-1-2 0,1 3 16,-5-1-16,1-1 0,-1-1 0,-2-2 16,0-4-16,2-3 0,-4-2 15,2-2-15,2-2 0,-2-2 0,0-1 0,0-1 16,2-1-16,0-2 0,-4 1 15,0-3-15,-2 0 0,-1 2 0</inkml:trace>
  <inkml:trace contextRef="#ctx0" brushRef="#br0" timeOffset="-213029.25">30447 8085 0,'4'0'0,"-1"0"0,-3 0 0,2 2 16,-2 1-16,0-1 0,2 4 0,0 1 15,5 0-15,-1 2 0,5-1 16,0 3-16,5-2 0,-3 2 0,3-2 16,1-2-16,-1-1 0,-3-1 0,0-3 15,0 0-15,-2-2 0,-2-2 0,0-3 16,-2-1-16,-1-3 0,1 0 0,-3-4 16,1 0-16,-3-3 0,0 1 15,0-1-15,-2-1 0,-2 1 0,0 1 16,-3 2-16,1 2 0,-3 0 0,1 2 15,-1 0-15,-2 2 0,-2 3 0,0 0 16,-4 4-16,-1-3 0,-1 6 0,-3-1 16,0 2-16,2 1 15,3 1-15,-3 1 0,3-1 0,2 1 16,-1 0-16,3 1 0,3-3 0,-1 4 0,-2-5 16,-5 1-16</inkml:trace>
  <inkml:trace contextRef="#ctx0" brushRef="#br0" timeOffset="-212170.06">30800 7697 0,'0'2'0,"0"-2"0,4-2 16,1 0-16,1 2 0,3-2 16,4 2-16,3-2 0,1 4 0,5 0 15,0 2-15,9 5 0,0 2 0,-7 0 16,1 2-16,-8-2 0,-1 1 0,-5-1 16,-5 2-16,-1-2 0,-7 0 0,-3-2 15,-4 2-15,3-3 0,-1-1 16,-4 0-16,0 2 0,-2-3 15,4 1-15,-2-1 0,2 1 0,3 0 0,-1-1 16,5 3-16,2 0 0,2 2 0,7 2 16,0 3-16,6-1 0,3 0 0,-1 3 15,1 0-15,2-1 0,-3 3 0,-1 0 16,-1-2-16,-4-3 0,0 3 16,-6-3-16,-1-2 0,-4 1 0,0-1 15,-2 0-15,-3-2 0,-1 0 0,-3-2 16,-4-2-16,0-1 0,-3 1 0,1-1 15,-3-1-15,0-1 0,1 1 0,-1-1 16,3 0-16,2-4 0,-1 0 16,5 0-16,-2-2 0,7 0 15,-3 2-15,1-4 0,4-1 0,-1 1 0,1-1 16,4-1-16,1-5 0,-3 2 0</inkml:trace>
  <inkml:trace contextRef="#ctx0" brushRef="#br0" timeOffset="-211821.47">31267 7929 0,'0'0'0,"-2"-5"0,0 3 0,0-5 0,-1 3 0,3-3 16,3 3-16,-1-3 0,2 3 0,5 0 16,2-3-16,2 7 15,3-4-15,-1 4 0,5 0 0,0 0 0,4 0 16,-2 0-16,-7 2 15,-1 0-15,-1 0 0,-2 3 0,-4-3 16,-1 4-16,-1-1 0,-1 4 0,-6 2 16,0-3-16,-5 8 0,-2-1 0,-4 3 15,2 2-15,-5-3 0,3 1 16,0 0-16,-2 6 0,1-4 0,6 0 16,1-3-16,5-1 0,2-3 15,4-2-15,3 2 0,6-2 0,2 0 0,3 3 0,4-6 0,0-1 16,2 0-16,5-5 0,0 2 0,-5-2 15,0-2-15,-2-2 0,0 0 0,-2 0 16,-4-3-16,1 1 0,1-5 0,-5 0 16,3-2-16,-1-2 0,-2 2 15</inkml:trace>
  <inkml:trace contextRef="#ctx0" brushRef="#br0" timeOffset="-211393.05">32006 7777 0,'0'-3'0,"-2"-3"0,-3-1 0,1-2 16,-1 3-16,3-1 0,-2 0 0,-1 3 15,-1-3-15,-1 5 0,-4 0 0,0 2 16,-2 2-16,0 3 0,-3-1 0,1 5 16,-5 2-16,2 0 0,3-2 0,4 2 15,2 2-15,2-6 0,5 1 16,4 3-16,1 3 0,3-1 0,5 0 15,5 3-15,3 3 0,8 6 0,2 1 16,-3 1-16,0 3 0,-1-1 0,1 2 16,-2 0-16,5 4 0,-7-6 15,-6-5-15,-8-4 0,-1-5 0,-5-1 16,-4-1-16,-2-2 0,-5-2 0,-2-3 16,-5-1-16,-1-3 0,1 0 0,-1-2 15,-1 0-15,0 0 0,1-4 0,-1-1 16,3-1-16,1-1 0,3 0 15,5-4-15,-1-2 0,5 0 0,0 2 16,2-2-16,4-5 0,3 0 0,2-6 16,-1 0-16,3 0 0,3-3 0,-1 1 15,0 1-15,7-8 0,-2 5 0,-3 1 16,-2 7-16,-4 1 0,-2 3 0,-3 5 16,1 0-16,-5 4 0,-3 3 15,1-3-15,-2 3 0,-1-3 0</inkml:trace>
  <inkml:trace contextRef="#ctx0" brushRef="#br0" timeOffset="-210616.56">30264 8579 0,'0'0'0,"0"0"0,0 0 0,0 2 0,0-2 16,0 0-16,0 0 0,0 0 0,-4 0 16,-3 0-16,0 0 0,1 0 0,-3 0 15,0 0-15,0 3 0,0-3 0,1 0 16,3 2-16,-1-2 0,1 0 0,1 0 16,2 0-16,2 2 0,0-2 15,2 0-15,2 2 0,5-2 0,0 0 16,2-2-16,4 0 0,3 2 0,4-5 15,7 1 1,12-1-16,8 1 0,-1 2 0,10 4 0,21-2 0,5 0 16,17-2-16,-8-5 0,-16 5 0,-4 2 15,-3 4-15,8 7 0,-19-11 0,-6 3 16,0-3-16,0 0 0,6 2 0,5-7 16,0 3-16,-2 4 0,-7-2 0,-2 3 15,2-3-15,3-3 0,-1-3 16,-4 4-16,-5 2 0,-8 0 0,-5 4 15,1 0-15,1-1 0,5 1 0,0-2 16,-2 5-16,-5 2 0,-2-3 0,-9-3 16,0-6-16,-6 1 0,0 0 0,-5 2 15,0 4-15,-2 1 0,-4-5 16,2 0-16,2-2 0,-5-1 0,1 3 16,2-2-16,-3 4 0,1 1 0,2-3 15,-3 2-15,3-4 0,-2 2 0,-1 0 16,3 2-16,-2-2 0,-3 0 0,1 0 15,1 0-15,-4-2 0,1 2 0,1-3 16,-4 3-16,0 0 0,0 0 16,0 0-16,0 0 0,0 0 0,4 0 15,-4 0-15,0 0 0,0 0 0,0 0 16,0-2-16,0 2 0,0 0 0,0 2 31,0-2-31,0 0 0,-4 0 0,4 0 16,-4 0-16,-1 0 0,-1 0 15,1 0-15,1 0 0,-3 3 0</inkml:trace>
  <inkml:trace contextRef="#ctx0" brushRef="#br0" timeOffset="-208588.17">30414 9066 0,'-2'-4'0,"2"2"0,-3 0 0,1-1 15,2-1-15,-6 0 0,1-1 0,5 5 16,-4-2-16,4 4 0,2-2 0,-2-2 15,2-2-15,-2-1 0,5 1 16,-1 1-16,3 1 0,-1 0 0,5-2 16,0-3-16,5 3 0,-1-5 0,5 2 15,0 5-15,4 0 16,-2 2-16,0 4 0,-4-2 0,-7 1 0,2 1 0,-4 3 16,0-1-16,-5 5 0,-2 3 15,1-6-15,-8 6 0,1-1 0,-7 2 16,-5 5-16,1 2 0,-3 0 0,-8 9 15,-3 0-15,5-2 0,-3-3 0,3 3 16,2-5-16,2-4 0,5-3 0,-1-3 16,5-3-16,7 0 0,2 0 0,4 2 15,5-4-15,1-3 0,8-1 16,6-1-16,4-2 0,3 1 0,2-3 16,-2 0-16,1 0 0,-1 0 0,-5 0 15,-2-3-15,-2 1 0,-4 0 0,-3 0 16,-2 0-16,-2 2 0,-3-5 0,1 3 15,-5 0-15,3-3 0,-3 1 0,-2 0 16,2 1-16,-2-1 0</inkml:trace>
  <inkml:trace contextRef="#ctx0" brushRef="#br0" timeOffset="-208275.76">30820 9316 0,'-5'-3'0,"1"1"0,4 2 0,-7-2 0,-2 2 0,3 0 16,-1 4-16,0-4 0,1 7 0,-1-3 15,3 5-15,2-2 0,-1 2 0,3-1 16,3-1-16,3 2 0,3-3 0,0 1 31,2-2-31,0-3 0,2 2 0,0-2 16,1 1-16,-1-3 0,0-3 16,-2-1-16,-2 0 0,-2-5 0,-3 0 15,0-7-15,-4 3 0,0-2 0,-4-3 16,-3 3-16,-2-3 0,1 3 0,-6-1 15,1 5-15,2-2 0,-2 4 0,0 3 16,0-1-16,1 2 0,1 1 0,3 4 16,1 0-16,-2 2 0,5 3 15,-3-1-15,3 5 0,2-2 0,-1 1 16,3 1-16,0 2 0,0-2 0,3 2 16,-1 0-16,-2-4 0,0 1 0,-2-3 15</inkml:trace>
  <inkml:trace contextRef="#ctx0" brushRef="#br0" timeOffset="-207968.13">31084 9402 0,'-2'-5'0,"2"3"0,0 2 0,-2-2 0,2 0 0,0-1 0,0 1 15,2 0-15,-2 0 0,2 2 0,-2 2 16,5 0-16,-3 0 0,0-2 16,0 5-16,-2-3 0,0 2 0,0 1 0,0-1 15,-2 1-15,0-1 0,0 0 16,-3 3-16,1 0 0,-1-1 0,1 3 15,-3-5-15,1 5 0,-1-2 0,0 2 16,-1-3-16,1 1 0,0 0 0,1-1 16</inkml:trace>
  <inkml:trace contextRef="#ctx0" brushRef="#br0" timeOffset="-207617.65">31353 9346 0,'0'-4'0,"-2"0"0,2-1 16,-4 1-16,-1-1 0,1 1 0,1 0 15,-3 4-15,1 0 0,-1 4 0,-1 0 16,3 1-16,-3 6 0,3-2 0,-1 2 16,1 0-16,0 0 0,4 0 15,-3-2-15,3 2 0,3-3 0,1-1 16,0 0-16,3-1 0,2-1 0,0-1 15,2-4-15,-3 2 0,4-2 0,1-2 16,-4 0-16,2 0 0,-5-5 0,3 0 16,-5-1-16,1-3 0,-3 0 0,-2 0 15,-2-3-15,-3 1 0,-1 2 16,-3-2-16,-2 2 0,0 2 0,0 2 16,-5 3-16,5 0 0,-2 4 0,4-3 15,-2 6-15,3-1 0,1 2 0,5 3 16,2-1-16,2 1 0,-2-3 0,4 1 15</inkml:trace>
  <inkml:trace contextRef="#ctx0" brushRef="#br0" timeOffset="-207294.64">31585 9291 0,'-3'-2'0,"-1"0"0,4 2 0,-7 0 0,3 0 16,-5 4-16,-2 1 0,2-1 15,3 7-15,-3-2 0,7 0 0,-1 2 16,6 2-16,3-2 0,-1 0 0,6 2 16,2-4-16,0 2 0,3-2 0,-1-5 15,3 1-15,-1-1 0,1-2 0,0-2 16,-3 0-16,5-4 0,-7-3 16,-2 3-16,-2 0 0,-5-5 0,3 2 15,-7-2-15,0-2 0,-7 2 0,1-2 16,-3 3-16,-4-1 0,2 0 0,-3 2 15,-1 3-15,2 2 0,2 0 0,-2 2 16,2 4-16,2-2 0,2 3 16,3 3-16,1-1 0,1 2 0,7 2 15,-3-5-15,5 3 0,4 0 0,-3-2 16,3 2-16,0-3 0</inkml:trace>
  <inkml:trace contextRef="#ctx0" brushRef="#br0" timeOffset="-206696.06">31977 9360 0,'0'-5'0,"-2"3"0,2 2 0,-2-4 0,-3 1 16,1 1-16,-1 2 0,-1 0 0,1 0 15,1 5-15,0-1 0,-1 3 0,1-1 16,-1 1-16,1 2 0,4-3 0,0 3 15,2 2-15,0-2 0,5 2 0,0-2 16,-1 0-16,3-1 0,2-1 16,0 0-16,2-1 0,1-1 0,-1-3 15,0 2-15,0-4 0,3 0 0,-3-2 16,-2 0-16,2-3 0,-4-1 0,0-1 16,-5 1-16,-2-5 0,-2 2 0,-2 0 15,-2-2-15,-5 2 0,2-2 16,-4 0-16,-2 2 0,2 0 0,0 3 15,-2-1-15,4 5 0,-2 0 0,2 2 16,5 4-16,-3 1 0,3-1 0,2 3 16,-1 1-16,3-3 0,0 2 0</inkml:trace>
  <inkml:trace contextRef="#ctx0" brushRef="#br0" timeOffset="-203946.95">32645 8753 0,'0'0'0,"0"0"0,5 0 16,-1 0-16,3-2 0,4 2 0,0-2 16,2 2-16,2 0 0,3 0 15,0 2-15,1 0 0,1-2 0,0 3 16,4-1-16,1 0 0,-6-2 0,-1 2 15,0-4-15,-5 2 0,-2-2 0,0 0 16,-2-1-16,-5-1 0,1-1 0,-3-1 16,-2 1-16,2 3 0</inkml:trace>
  <inkml:trace contextRef="#ctx0" brushRef="#br0" timeOffset="-203793.76">32769 8592 0,'-3'5'0,"3"-5"0,0 0 0,0 0 0,-2 0 15,4 0-15,-2-2 0,7 2 0,-3-3 32,5 3-32,7 0 0,-1 0 0,5 0 15,2 0-15,2 0 0,12 0 0,-3 0 16,0 0-16,-5-2 0,1 0 0,-7-2 16</inkml:trace>
  <inkml:trace contextRef="#ctx0" brushRef="#br0" timeOffset="-201594.9">27660 10916 0,'-2'2'0,"2"-2"0,-5-2 15,3 0-15,0 0 0,0-3 0,2 3 16,-5 0-16,3 0 0,0 0 0,-2 2 15,-1 0-15,1-3 0,-3 6 0,0-1 16,-1 0-16,-1 2 0,0 1 16,-2 1-16,0-1 0,0 1 0,-2 1 15,4 0-15,-4 2 0,2-1 0,2-1 16,2 2-16,-2 0 0,5 2 0,2-3 16,2 1-16,0-2 0,4 2 15,3 2-15,2-2 0,-1-5 0,3 5 16,5-5-16,-3 3 0,3-5 0,1 0 15,-1 3-15,-3-5 0,0 0 0,0-3 16,-2 1-16,0-2 0,-2-3 0,0 1 16,-2-1-16,-1-2 0,-4 0 15,-2-2-15,0 2 0,-4-2 0,0 3 16,-3-1-16,-2 0 0,-2 2 0,0-1 16,-2 1-16,0 3 0,-3-1 0,1 1 15,2-3-15,-1 5 0,1 2 0,4-2 16,0 2-16,3 2 0,-1 0 0,5-2 15,2 7-15,4-3 0,1-2 16,-1 1-16</inkml:trace>
  <inkml:trace contextRef="#ctx0" brushRef="#br0" timeOffset="-201420.76">27847 11029 0,'-2'0'0,"0"0"0,2 0 0,-2 0 0,0-2 16,-3-1-16,5 3 0,-2 0 0,0 0 15,2 0-15,-2 0 0,2 3 0,0-1 16,0 0-16,2 0 0,-2 3 16,0-3-16,2 2 0,0-2 15,-2 1-15,2-1 0,-2 0 0,3-2 0,-3 2 16,4-2-16,-4 0 0,7 0 0,-5 0 16,2-2-16</inkml:trace>
  <inkml:trace contextRef="#ctx0" brushRef="#br0" timeOffset="-201072.82">28213 10934 0,'0'-2'0,"0"-3"0,-4 1 0,2-3 0,-3 1 16,1-3-16,0 0 0,-3 0 16,-2 3-16,0-1 0,-2 3 0,0-1 15,-2 1 1,0 2-16,0 2 0,-3 0 0,3 0 15,0 4-15,2 0 0,0 1 0,2 1 0,4-1 0,3 6 16,4-2-16,3-1 0,1 6 0,5-3 16,3 4-16,1-2 0,-2 3 0,5-1 15,0 3-15,6 4 16,-2 0-16,0 0 0,-4 0 0,-3-2 0,-4 0 0,-2 0 16,-5-7-16,-4 2 0,-2-4 15,-5 0-15,-1-2 0,-3 0 0,0 0 16,-3-5-16,1 1 0,-2-3 0,4 0 15,-3-2-15,3 0 0,5-4 0,-1 4 16,1 0-16,3-5 0,-1 1 16,2-1-16,2-3 0,4-1 0,1-2 15,1 0-15,-1 2 0</inkml:trace>
  <inkml:trace contextRef="#ctx0" brushRef="#br0" timeOffset="-200755.42">28374 10910 0,'0'-3'0,"3"3"0,-3 0 0,0 0 0,2 0 0,-2 0 15,2 0-15,-2 5 0,0-1 0,2 1 16,0 1-16,3 1 0,-3 2 0,0 0 15,0 4-15,3-2 0,-5 4 0,4-2 16,-4 3-16,5-1 0,-3 5 16,0 2-16,-2-2 0,2 2 0,-2-2 15,2 0-15,-2-3 0,0 1 0,0 2 16,0-5-16,0-1 0,0-1 0,0-2 16,0-5-16,0 3 0,0-4 0,0-1 15,-2-4-15,2-2 0,0 4 16,0 0-16,2-2 0,-2-2 0,5 2 15</inkml:trace>
  <inkml:trace contextRef="#ctx0" brushRef="#br0" timeOffset="-198229.43">28723 10839 0,'-2'2'0,"2"-2"0,0 0 0,-5 3 0,3-1 0,2-2 0,-2 0 15,-1 0-15,-1 2 0,2 0 0,-3 0 16,-1 3-16,-1-1 0,1 3 15,-3-1-15,0 5 0,-2-2 0,2 2 16,-2 2-16,0-2 0,-2 9 0,0-2 16,2 2-16,-3 2 0,6 0 0,1 2 15,0 0-15,3 1 0,0-1 16,4 0-16,0 3 0,2-3 0,2-2 16,3-2-16,-1 0 0,5-3 0,0-1 15,0-5-15,0-2 0,0-1 0,1-5 16,-1-1-16,0-4 0,0-1 0,-3-1 15,1-7-15,-2 2 0,-3-2 16,1 2-16,-3 0 0,-2-4 0,0 2 16,-2 0-16,-3-2 0,-1 2 0,-3-2 15,2 2-15,-2 2 0,1 2 0,-1-2 16,-2 5-16,2 0 0,2-1 0,-2 3 16,3 0-16,1 2 0,-1 2 15,4 0-15,-3 0 0,5 3 0,0-1 16,2 1-16,1 1 0,3-1 0,3-3 15,-2 2-15,-1-4 0</inkml:trace>
  <inkml:trace contextRef="#ctx0" brushRef="#br0" timeOffset="-197976.44">29137 10918 0,'0'5'0,"-2"-5"0,2 0 0,-2 0 0,2 2 0,-2 0 0,2 3 0,2 1 0,-2 3 0,0 2 0,2 5 16,0 1-16,0 7 0,1 1 0,1 10 15,-2 0-15,3 1 0,-3-6 16,0 4-16,-2-6 0,2-4 0,-2-4 16,0 0-16,0-4 0,-2-3 0,2-2 15,-4-2-15,-1-5 0,1 0 0,-1 1 31,-1-3-31,1-4 0,-1-3 16,-1 3-16,1 0 0</inkml:trace>
  <inkml:trace contextRef="#ctx0" brushRef="#br0" timeOffset="-195699.63">28937 10963 0,'-3'0'0,"-1"-3"0,4 3 0,-2-2 0,-3-2 0,1-1 16,2 3-16,-5-2 0,3-1 0,2 1 0,-1 4 15,-1-5-15,2 3 0,-1 2 0,-1 0 16,2 0-16,-3 0 0,3 5 0,-2-3 16,2 2-16,-5 1 0,5-1 0,-5 1 15,3 1-15,-5 3 0,2-2 16,-1 1-16,1 1 0,-2 0 0,-2 2 15,2-2-15,-2 0 0,2 0 0,1-3 16,-3 5-16,2-4 0,2-1 0,-2 1 16,5 0-16,-3-1 0,3-1 15,4-1-15,-2-2 0,4 3 0,-2-1 16,4-2-16,3 0 0,2 3 16,2-3-16,0 0 0,2 3 15,0-3-15,3 0 0,1 0 0,-1 3 0,-1-3 0,5 0 16,-2 3-16,-1-3 0,1 2 0,-3-2 15,1 1-15,-3-1 0,-2 0 16,0 0-16,-2 0 0,-2-2 0,-1 3 16,-1-3-16,-1 0 0,0 0 0,-1-3 15</inkml:trace>
  <inkml:trace contextRef="#ctx0" brushRef="#br0" timeOffset="-195079.66">29534 10980 0,'2'-2'0,"1"2"0,-1 2 0,2 0 0,3 3 15,2 1-15,-3 3 0,3 0 0,0 2 16,2 2-16,0 3 0,0-3 0,0 2 16,0-1-16,2 1 0,-2 1 0,2-3 15,-2-4-15,-2-3 0,0-1 16,-2-1-16,2-4 0,-3 0 0,-1 0 16,-1-4-16,0-1 0,1-1 0,-3-3 15,2-2-15,1-3 0,-3 1 0,0 0 16,3 0-16,-3 0 0,2-1 0,-4 6 15,2-1-15,1 2 0,-3 0 0,0 3 16,0 0-16,-3 4 0,1 0 16,0 4-16,0 3 0,-5 4 0,3 4 15,-1 3-15,1 4 0,-3 4 0,1 3 16,-1 13-16,-2 0 0,3-3 16,1-1-16,-4-1 0,3 1 0,1-3 0,1-2 15,2 7-15,-3-3 0,5-4 16,0-4-16,0-5 0,3-2 0,-1-8 15,0-1-15,2-2 0,1-4 0,-3-3 16,5-2-16,-1-6 0,3-5 16,-2 0-16,2 2 0</inkml:trace>
  <inkml:trace contextRef="#ctx0" brushRef="#br0" timeOffset="-194112.66">29880 11141 0,'-2'0'0,"0"-2"0,2 2 0,-5-2 0,3 2 0,2-2 16,-2 2-16,4 2 0,0-2 0,3 4 16,1 1-16,6 1 0,-1-1 0,2 3 15,2 1-15,1 0 0,1 0 0,1-3 16,4 1-16,-2 0 0,0-3 16,-3-2-16,1-4 0,0 2 0,-3-4 15,-2-3-15,0-2 0,-4 0 0,0 1 16,-2-3-16,-3-3 0,-2 3 15,-2-2-15,-2 2 0,0 0 0,0 2 0,-3 0 16,-1 3-16,-3-3 0,-4 5 0,2-1 16,-3 3-16,-1 0 0,0 2 15,-3 4-15,2 1 0,3 1 16,0 3-16,0 2 0,0 0 0,1 5 0,4-1 16,3 0-16,3 3 0,0-3 0,2 3 15,2-2-15,5-1 0,1 0 16,1 1-16,9-1 0,-7-4 0,4-2 15,1 0-15,-1-5 0,10 1 0,-3-3 16,2-2-16,0-4 16,3-5-16,-3-2 0,2-5 0,-1-4 0,-1-2 0,-4-2 15,-3 4-15,-4-2 16,-1 0-16,-6 5 0,-1 1 0,-3 1 0,-4 4 16,-3-3-16,1 6 0,-7 1 0,2-2 15,0 5-15,0 2 0,-2-1 0,0 6 16,0-1-1,-2 4-15,0 3 0,2 4 0,-3 3 0,3-3 0,3 7 16,1-2-16,-2 1 0,5-1 0,2 2 16,-3-2-16,5-3 0,0-2 0,5-2 15,-3 0-15,4-2 0,1-2 0,2-3 16,2-2-16,0-4 0,2 0 16,3-7-16,-1 0 0,0-2 0,1-2 15,-1-2-15,3-5 0,-3 0 0,-4 2 16,-4 7-1,2 0-15,-3 5 0,-1-1 0,-1 3 0,-2-1 0,1 3 16,-1 2-16,0 4 0,0 3 0,-2 0 16,5 4-16,-5 0 0,4 2 0,-2 0 15,0 0-15,3-2 0,-1 3 0,-2-6 16,3 1-16,-1-2 0,-1-3 0,-1 1 16,2-5-16,-2 0 0,3-5 0,-3-1 15,0-3-15,3 0 16,-3-4-16,2 0 15,1-5-15,1 2 0,3 1 16,-2 0-16,-1 4 0,5 0 0,-4 4 16,2 2-16,4 5 0,-2 3 0,2 6 15,-2-5-15,-2 7 0,4 7 0,-2-1 16,0 1-16,-4 2 0,0 0 0,-3-7 16,-2 2-16,0-2 0,1-2 15,-3-4-15,0 0 0,0-3 0,0 1 16,-3-3-16,1-2 0,2 0 0,-2-2 15,0-3-15,2-4 0,0 0 0,4-2 16,1-4-16,-1-3 0,5 3 0,2-5 16,4-4-16,-2 2 0,5 2 15,0 5-15,-1 1 0,3 3 0,0 2 16,0 5-16,2 2 0,-2 0 0,4 6 16,-2 0-16,5 3 0,-3 2 0,2 2 15,-1 2-15,-1-2 0,0 7 0,-4-1 16,-2-1-16,-5-3 0,-2-4 15,-2-2-15,-3-3 0</inkml:trace>
  <inkml:trace contextRef="#ctx0" brushRef="#br0" timeOffset="-161727.83">6456 17410 0,'0'2'0,"-5"0"0,3 2 0,0-1 0,0-3 0,2 0 0,-5 0 15,5-5-15,0 1 0,0 2 0,0-3 16,-2 1-16,2-1 0,0-1 0,0 1 16,0-1-16,0 1 0,0 3 0,0-5 15,0 3-15,2 2 16,-2 0-16,0 2 0,-2-3 0,2 3 16,0 0-16,0 3 0,0-1 0,0 4 0,2 1 15,-2 6-15,0 1 0,0-1 0,0 2 16,5 3-16,-5-3 0,0 1 0,0 1 15,2-1-15,-2-1 0,2 1 0,-2-3 16,2 0-16,-2 0 0,5-2 0,-5-2 16,0 0-16,0 2 0,0-7 15,2 5-15,-2-4 0,2-1 0,-2-2 16,0 3-16,0-3 0,0 0 16,5-4-16,-1 2 0,-4-2 0,4-3 15,3-1-15,0-3 0,-1 0 0,1 0 16,2 3-16,-3-3 0,1 0 0,0 2 15,-3 3-15,3 0 0,-5-1 0,2 3 16,1-2-16,-1 4 0,3 0 0,-1 0 16,1-3-16,0 6 0,-1-1 0,3 2 15,-5 1 1,1 1-16,1 1 0,3-1 0,-4 3 0,1-2 0,1 2 16,-1-3-16,1 1 0,-3-1 15,3 3-15,0-4 0,-3 1 0,3-1 0,-3-1 16,3-2-16,-5 1 0,2-3 0,3 0 15,0 0-15,1 0 0</inkml:trace>
  <inkml:trace contextRef="#ctx0" brushRef="#br0" timeOffset="-161523.12">6833 17573 0,'0'-2'0,"2"2"0,0-3 16,5 1-16,-3-2 0,5 2 15,-2-3-15,4 1 0,2-1 0,-2 1 0,4-1 16,-1-1-16,-3 4 16,0-3-16,2 1 0,-6 2 0,4-3 15,-5 1-15,5 2 0,-6-3 0,1 3 0,5 0 16,-6-3-16,1 3 0,1 0 0,0-5 31,-7 3-31,4 0 0,-2 1 16</inkml:trace>
  <inkml:trace contextRef="#ctx0" brushRef="#br0" timeOffset="-161364.27">6974 17372 0,'0'0'0,"0"-2"0,2 2 0,3-2 0,-1-1 0,0-1 16,5 0-16,-2 1 0,2-1 0,-3 0 15,3-1-15,-2 1 0,2-1 0,-5 1 16,3 0-16,-3 1 0,0 1 0,1 0 15,1 0-15,1 0 0,2 2 0</inkml:trace>
  <inkml:trace contextRef="#ctx0" brushRef="#br0" timeOffset="-158997.62">7532 17317 0,'0'-2'0,"6"2"0,-6-2 0,3-3 0,-1 3 0,0 0 0,2-3 15,-4 5-15,0-4 0,3 4 0,-1-2 16,0 0-16,0-3 0,0 3 16,-2-3-16,3 3 0,-3 0 0,0-2 15,0-1-15,0 1 0,-3-1 0,3 1 16,-2-3-16,0 3 0,-2-3 0,1 3 16,-3 0-16,1-3 0,-3 3 15,-1-1-15,2 1 0,-2 4 0,1 0 16,-1 0-16,2 0 0,-2 4 0,0 3 15,-2-3-15,3 7 0,-3-2 0,4 4 16,0 3-16,1-3 0,-3 7 0,-2 4 16,2 5-16,0-5 0,7-4 0,2-3 15,0-3-15,4-1 0,3 0 16,2-2-16,6-2 0,-10 0 0,6-3 16,-2-1-16,-3-1 15,5 1-15,0-3 0,-2-2 0,2-5 0,0 3 0,0-4 16,-4-1-16,-1 0 0</inkml:trace>
  <inkml:trace contextRef="#ctx0" brushRef="#br0" timeOffset="-158886.55">7534 17352 0,'-2'0'0,"2"-4"0,-5-1 0,3 1 0,-2-3 0,-1 1 15,3 1-15,-4 1 0,1 0 0,5-1 16,-6 3-16,3 0 0,1 2 0,2 0 16,0 0-16,2 2 0,1 0 0,3 0 15,-4 3-15</inkml:trace>
  <inkml:trace contextRef="#ctx0" brushRef="#br0" timeOffset="-158632.53">7836 17346 0,'0'0'0,"0"0"0,0 0 0,0-3 0,2 3 0,-2 0 15,2 0-15,-2 0 0,0 0 0,0 0 16,0 0-16,-2 0 0,2 3 0,2-3 15,-2 2 1,0-2-16,5 4 0,-3-4 0,0 2 0,1 3 0,1-5 16,-4 2-16,2 0 15,0-2-15,1 2 0,1-2 16,-4 3-16,2-3 0,-2 0 0,2 2 16,-2-2-16,3 0 0,-3 2 15,2-2-15,-2 0 0,0 0 0,0 0 0,4 0 0,-4-2 0</inkml:trace>
  <inkml:trace contextRef="#ctx0" brushRef="#br0" timeOffset="-157210.08">8345 17147 0,'-2'0'0,"2"-2"0,-2 2 0,0 0 0,2-2 16,-2 0-16,2-1 0,-5-1 0,1 4 16,2 0-16,-7 2 0,0 0 0,5-2 15,-5 3-15,0-3 0,2 2 16,-4 0-16,2-2 0,1 4 0,-6-4 15,3 3-15,0-1 0,0 0 0,2 0 16,1-2-16,1 2 0,0 1 0,3-1 16,2-2-16,-3 0 0,3 2 0,0 0 15,0-2-15,2 0 0,0 5 16,0-5-16,0 4 0,0 0 0,0 1 16,0 2-16,0-1 0,2 1 0,0 4 15,-2-2-15,0 2 0,2-3 0,1 6 16,-1-3-16,-2 2 0,0-2 0,2 2 15,-4-2-15,2-2 0,0 0 0,0-3 16,0 1-16,0 0 0,0-5 16,2 2-16,2-2 0,-4 1 0,3-3 15,5 0-15,-3 0 0,1-5 0,1 1 16,2-1-16,0 1 0,-5-3 0,7 3 16,-4-3-16,2 3 0,-1 0 0,1 1 15,0 1-15,-2 2 0,1 0 0,-1 0 16,0 0-16,-1 5 0,-1-3 15,-1 2-15,1 3 0,-1-1 0,0-1 16,1 4-16,-3-3 0,0 1 0,0 2 16,1-3-16,-3 1 0,0 4 0,0-2 15,-5 0-15,3 2 0,-2-3 16,-3 1 0,3-2-16,-7 2 0,2 0 15,0-3-15,-2 1 0,0-3 0,0 1 16,-5-3-16,3 2 0,0-2 0,2 1 15,-5-1-15,1 0 0,2 0 0,4-2 16,2-2-16,1 0 0,-1-3 16,3 3-16,-3 0 0</inkml:trace>
  <inkml:trace contextRef="#ctx0" brushRef="#br0" timeOffset="-156698.62">7563 17425 0,'-3'0'0,"1"4"0,0-1 0,-2 1 0,1 0 0,-5 1 16,5-1-16,-3-2 0,1 1 0,1-3 15,2-3-15,0 1 0,2 2 16,0-4-16,0 4 0,-3-2 0,3-1 16,0 3-16,-2 0 0,-2 3 0,2-3 15,-1 0-15,3-3 0,0-1 0,3-5 16,-3 3-16,2-3 0,2 0 0,-4 2 16,2-1-1,1-3-15,-1 2 0,-2-2 0,2-3 0,2 3 0,-4-2 16,0 2-16,0 2 15,0 1-15,0-1 0,-2 2 0,0 0 0,0 1 0,2 1 16,-2 1-16,-1 2 0,3-3 0,0 5 16,0 0-16,3 3 0</inkml:trace>
  <inkml:trace contextRef="#ctx0" brushRef="#br0" timeOffset="-155947.52">8539 17160 0,'0'0'0,"3"0"0,-3 0 0,2-2 0,-2 0 0,0 0 15,0 2-15,2-2 0,-2-1 0,0 3 16,0 0-16,0-2 0,0 2 0,0 0 15,0-2-15,-2 2 0,2 0 16,0 0-16,0-2 0,0 0 16,0 2-16,0 0 0,0 0 0,-2 2 0,-1 0 15,1-2-15,2 2 0,-4 0 0,2-2 16,2-2-16,2 0 0,2 2 16,-4 0-16,2 0 0,-2 4 0,5 3 15,-3 0-15,0 4 0,0 0 0,1 0 16,-1 2-16,2 5 0,-2-3 0,5 11 15,0-1-15,-3-3 0,5 2 0,-2-2 16,-3 0-16,0 0 0,1 0 16,1-2-16,-3-2 0,1-1 0,-2-1 15,-2-3-15,2 0 0,-2-2 0,3-2 16,-3 0-16,0-5 0,0 3 0,0-5 16,0 5-16,0-5 0,0 0 0,0-2 15,0-4-15,0-3 0,0 7 0,0 0 16,0-2-16,0 0 0,0 6 15,0-4-15,0 0 16,0 0-16,0 0 0,2 0 0,0-2 16,0 0-16,3 2 0,-1-2 0</inkml:trace>
  <inkml:trace contextRef="#ctx0" brushRef="#br0" timeOffset="-154961.99">8941 17147 0,'-2'-2'0,"2"2"0,0 0 0,-3-2 15,1 0-15,-2 2 0,1 0 0,1 0 0,-2 2 0,2-2 16,-1 2-16,-1 0 0,0 3 0,-1-1 16,1 0-16,-1 1 0,1 4 0,-3-1 15,-1 4-15,1 3 0,-2 0 0,5 3 16,-3 6-16,3 1 0,-1-6 16,5 3-16,0-2 0,5-2 0,1 0 15,3-3-15,2-2 0,-2 0 0,4-2 16,-2 0-16,2-4 0,1 0 0,-1-3 15,-2 1-15,0-3 0,0-2 0,-2 0 16,2-2-16,-7 2 16,1-3-16,-3-3 0,2-1 0,-4-2 0,2-2 15,-4 0-15,2-2 0,-4 2 0,-1-2 16,1 2-16,-3 2 0,1 2 0,-3-2 16,-2 5-16,0 4 0,-2-2 0,-1 2 15,1 2-15,2 2 0,-2 1 0,2-1 16,2 5-16,-2-2 0,7 2 15,-3 2-15,3-3 0,4 1 16,0 2-16,0-2 0</inkml:trace>
  <inkml:trace contextRef="#ctx0" brushRef="#br0" timeOffset="-154707.83">9371 17125 0,'-3'0'0,"3"0"0,0 0 0,0 2 0,3-2 0,-3 5 15,4-1-15,-4 1 0,4 3 0,-1 1 16,-3 0-16,0 4 0,0 1 16,0 1-16,2 0 0,-2 3 0,2 0 15,-2 1-15,2-1 0,1 0 0,-3 4 16,2-5-16,0 1 0,-2-2 0,2-1 15,0-4-15,1 2 0,-1-4 16,0 0-16,0-3 0,0-1 0,-2-1 16,5 1-16,-5-3 0</inkml:trace>
  <inkml:trace contextRef="#ctx0" brushRef="#br0" timeOffset="-154406.16">9232 17121 0,'0'0'0,"0"-2"0,0 2 0,0-3 16,0 3-16,0-2 0,-2 2 0,2-2 15,-3 2-15,1 2 0,-2 0 0,-3 3 16,1 1-16,-3 1 0,0 0 0,0 1 16,0 1-16,0 2 0,3-2 0,-1 2 15,1-2-15,1 2 16,5 0-16,0-2 0,5 0 0,3-1 15,3-1-15,5 2 0,4-5 0,2 3 0,11-1 16,-9-3-16,3 1 0,-1-2 0,-2 1 16,0-3-16,-4-3 0,0 3 0,-4-2 15,-1 2-15,-4 0 0,-2-2 16,0 0-16,-5 2 0,-2-5 0,-2 5 16,5 0-16,-3 5 0,2-5 0,-1 4 15</inkml:trace>
  <inkml:trace contextRef="#ctx0" brushRef="#br0" timeOffset="-148041.56">16675 6077 0,'0'0'0,"5"0"0,-5 0 0,6-3 0,1 1 0,4 2 0,0-2 0,4 2 0,-1 0 15,6 0-15,4 0 16,2 0-16,12-2 0,6 0 16,0 2-16,2-5 0,16 1 0,-7-1 0,-6 1 15,-3-3-15,-2 1 16,0 1-16,0-1 0,5-1 0,-1 3 15,-8 1-15,0 1 0,-5 2 0,-2-4 0,2 4 0,5-5 16,4 3-16,5 0 16,6 2-16,0-2 0,-2 2 15,-3-2-15,-1-1 0,4 3 0,0-2 0,2 0 0,2 2 0,-4 0 16,-7-2 0,-2 0-16,-4 2 0,0-3 0,0 1 0,-1 2 0,1-2 0,-5 0 15,-2 0-15,-4-1 0,-3 3 16,1 0-1,-5 3-15,0-3 0,0 0 0,2-3 16,1 3-16,3 0 0,-1 0 0,1 0 16,1 3-16,-3-1 0,3-2 0,-5 2 0,1 0 0,-6 3 15,3-3-15,-4 2 0,0 1 16,-1-3-16,1 0 16,2-2-16</inkml:trace>
  <inkml:trace contextRef="#ctx0" brushRef="#br0" timeOffset="-142079.95">15066 4438 0,'-2'0'0,"-1"-2"0,-1 0 0,2 2 15,-5 0-15,3-4 0,-3 1 0,3 1 16,-1 2-16,1 0 0,2-2 0,-3 2 16,5-2-16,-2 2 0,0 0 0,2 0 15,-2-2-15,-1 2 0,3 0 16,-2 0-16,0-3 0,2 1 0,-2 2 15,0 0-15,-1 0 0,3-2 0,0 2 16,-2 0-16,4 0 0,-2 0 0,0 0 16,3 0-16,1 0 0,0 0 0,5 2 15,2-2-15,-2-2 0,7 2 16,-1-2-16,-2 2 0,5 0 0,0-5 16,-3 3-16,-2 0 0,3 0 0,-3-3 15,-2 1-15,-2 2 0,-3-1 0,3-1 16,-4 4-16,-1-4 0,-2 4 0,-2-3 15,0 3-15,0-4 0,-4 0 0,-3 4 16,-2 0-16,-2 0 0,2-3 16,-2 3-16,3 0 0</inkml:trace>
  <inkml:trace contextRef="#ctx0" brushRef="#br0" timeOffset="-141824.89">14898 4346 0,'0'-5'0,"0"3"0,0 2 0,-2-9 0,2 1 0,0 1 16,0 0-16,2-2 0,0 5 0,1 2 15,1-5-15,5 5 0,0 0 0,2 0 16,4 2-16,3 0 0,4-3 0,9-1 15,0 0-15,2 4 0,-2-5 16,-3 1-16,1 2 0,-3 2 0,1-7 16,-1 0-16,1 1 0,-3 1 0</inkml:trace>
  <inkml:trace contextRef="#ctx0" brushRef="#br0" timeOffset="-139804.18">14953 4130 0,'0'-2'0,"-2"2"0,0 0 0,2 0 15,0-5-15,0 5 0,2-2 0,0 0 0,1 2 16,1-3-16,-2 3 0,3-4 0,-3 2 16,2 0-16,-2-1 0,3 1 0,-3-2 15,0 2-15,-2-1 0,0 1 16,0-2-16,0 2 0,-4-3 0,2 5 16,-3-6-16,1 3 0,-3 1 0,-2-2 15,5 2-15,-5-1 0,0-1 0,0 4 16,-2-4-16,0 1 0,-2 3 0,2 0 15,-4-2-15,4 2 0,-2 0 0,-1-2 16,1 2-16,0 2 0,-3-2 16,3 2-16,0-2 0,2 0 0,0 3 15,2 1-15,-2-4 0,2 2 0,0 0 16,1 3-16,-1-1 0,0 1 0,-2 6 16,2-5-1,-2 3-15,0 2 0,2-2 0,-2 2 0,0 0 0,0-2 16,0 4-16,0-2 0,0 0 0,0 2 15,0-2-15,0 0 0,4 3 0,-4-1 16,7 2-16,-5 1 16,3 1-16,1-1 0,1 1 0,2-1 0,-1-5 15,3 2-15,-2-2 0,2-4 16,-2-1-16,2-1 0,0-3 0,2 2 0,-2 1 16,2-1-16,-2 1 0,3-5 0,-1 4 15,2-4-15,1 4 0,1 3 16,-1-5-16,-1 7 0,0-7 0,1 0 15,1 3-15,-1-3 0,1 2 0,-1-1 16,1 3-16,1-6 0,-3 2 0,5 1 16,-2-1-16,0 2 0,1-4 0,-1 2 15,0 1-15,1-1 0,-1 0 16,2 0-16,-3-2 0,3 3 0,0-1 16,-2-2-16,2 2 0,-1-2 0,1 0 15,0 0-15,0 0 0,-3-2 0,3 2 16,-2-2-16,-1-1 0,1 3 0,2-2 15,-5 0 1,3 2-16,2-5 0,-3 3 0,1 2 0,0-4 0,-1 2 16,3-3-16,-2 5 0,-1-4 0,1 2 15,-3-1-15,1 1 0,-1 2 0,0-2 16,-1 0-16,1 2 0,-4 0 0,2-2 16,1 2-16,-3 0 0,0-3 0,2 3 15,-2 0-15,0 0 16,0 0-16,0 0 0,0 0 0,-2 0 0,2 0 31,0 0-31,0 0 0,0 0 0,0 0 16,0 0-16,0 0 0,-3 0 0,3 0 15,-2 0-15,2 3 0,0-1 16,0 0-16,2 2 0</inkml:trace>
  <inkml:trace contextRef="#ctx0" brushRef="#br1" timeOffset="-128976.29">14380 14345 0,'2'-5'0,"1"5"0,-1-2 0,2 0 0,1 0 0,-1 0 15,0-1-15,1 1 0,-1-2 0,1 2 16,-1-3-16,-2 3 0,3-2 0,-3-1 15,4-1-15,-3-1 0,1 0 0,-2-2 16,3 1-16,-5-3 0,4-3 0,-2 1 16,-2-2-16,0-1 0,-6-8 0,3 9 15,-3-5-15,-7-7 0,-3 1 16,-1-3-16,-6 1 0,-3 1 0,-3-2 16,-4 1-16,-15-5 0,1 2 0,6 7 15,-1 4-15,2 4 0,3 5 0,-3 2 16,0 9-16,-6 3 0,-3 5 0,3 3 15,4 1-15,5 3 0,4 3 16,4 1-16,7 6 0,0 3 0,0 3 16,2 0-16,2 2 15,5-2-15,4 0 0,5-5 0,-3 3 0,9 2 0,7 4 16,7 3-16,6-1 16,4 1-16,1-5 0,4-5 0,-1 1 0,10-9 15,-2-5-15,6-6 0,4 0 0,5-5 16,0-1-16,-4-8 0,-5 1 15,-7-3-15,-4 0 0,0-4 0,0-4 16,-2 0-16,2-7 0,-2-3 0,-4-3 0,-3-3 31,-4-2-31,-7 2 0,-2 7 0,-2-3 0,-7 5 0,-2 2 0,-2 3 16,2 1-16,0 7 0,-5-2 0,3 2 16,-2 1-16,-3 1 0,0 3 0,-1-1 15,1 3-15,-2 0 0,-2 2 0,5-2 31,-3 4-31,2-2 0,1 2 0,-1 2 0,0 1 0,1-1 0</inkml:trace>
  <inkml:trace contextRef="#ctx0" brushRef="#br1" timeOffset="-128611.15">14030 14109 0,'0'-2'0,"0"2"0,0-3 0,2 3 0,0-2 15,0 2-15,0 2 0,3-2 16,-1 3-16,1 1 0,1 1 0,-1 1 0,6-1 15,-3 6-15,6-3 0,1 3 0,3 3 16,8 5-16,1 4 0,1-1 16,3-3-16,-2 3 0,0 1 0,-3-1 15,0-3-15,-4 1 0,5 0 0,-5 0 16,-4-2-16,-7-7 0,0 0 0,-5-3 16,1-1-16,-3 0 0,-1-1 15,-3 1-15,-3-3 0,3-1 0,-2 1 16,2 0-16,2 3 0,1-3 0,1 1 15,5-1-15,0 1 0</inkml:trace>
  <inkml:trace contextRef="#ctx0" brushRef="#br1" timeOffset="-127332.6">14601 14958 0,'0'0'0,"0"4"0,-3 1 16,3 1-16,-2 3 0,0 0 0,2 2 0,0 0 0,2 0 0,0 0 16,-2-2-16,3 0 0,-1-3 0,0 3 15,-2-5-15,4-1 0,-1-1 0,-1-4 16,4-3-16,-1-1 16,1-5-16,1-5 0,-3-1 0,3-1 0,-2-4 15,-1 0-15,3-2 0,-1-12 0,1 3 16,2 0-16,-3 0 0,3 4 15,-2 3-15,-1 6 0,-1 5 0,1 1 0,-4 6 16,3 1-16,-1 5 0,1 4 16,1 5-16,1-3 0,0 5 0,1 6 15,3 1-15,-2 1 0,2 3 0,2-2 16,1 8-16,1-1 0,-2-6 0,1 1 31,-6-4-31,3-3 0,-2-2 0,-2-5 16,2 1-16,-5-7 0,3 0 0,-1-4 15,-1-3-15,1-2 0,-3-4 16,1-2-16,-2-5 0,0 4 0,-2-12 16,3 1-16,-1 1 0,-2 1 0,2 1 15,0 9-15,0-1 0,1 5 0,-1 3 16,0 3-16,2 1 0,1 6 0,1 2 16,1 1-16,2 4 0,4 6 15,3 3-15,-1-7 0,5 8 0,4 1 16,-2-4-16,0 1 0,2 1 0,-2 0 15,1-3-15,-4 3 0,3-3 0,-4 3 16,0-3-16,-1 3 0,-1-3 16,-3-1-16</inkml:trace>
  <inkml:trace contextRef="#ctx0" brushRef="#br1" timeOffset="-126661.21">14437 13439 0,'-2'0'0,"0"0"0,2 0 0,0 0 0,0 0 0,0 0 15,0 0-15,4 0 0,3 0 16,0 0-16,4 0 0,4 0 0,1 0 15,3 0-15,6 0 0,10 2 0,2 0 16,-1 0-16,-3 0 0,0 1 0,-5-1 16,-1 0-16,-3 0 0,-4 0 0,-5 1 15,1-1-15,-7 0 0,0 0 16,-5-2-16,-2 2 0,0 1 0,-4-3 16,0 2-16,-2-2 0</inkml:trace>
  <inkml:trace contextRef="#ctx0" brushRef="#br1" timeOffset="-126465.39">14519 13313 0,'2'-2'0,"-2"0"0,0 2 0,2 0 0,1 0 15,1 2-15,3 0 0,1 5 0,-1-1 16,4 5-16,0 0 0,2 2 0,1 7 16,3 7-16,3 1 0,-4 1 15,-1 2-15,0 0 0,-1-3 0,1 1 16,-2-5-16,-2-2 0,3-4 0,-6-2 15,3-3-15,-2-4 0,0-3 0,2-6 16,-2-2-16,2 2 0,-2 0 0,0 2 16</inkml:trace>
  <inkml:trace contextRef="#ctx0" brushRef="#br1" timeOffset="-126312.14">14837 13342 0,'-3'2'0,"-1"-2"0,4 0 0,-5 2 0,-1 0 0,1 5 0,-1-1 16,-1 3-16,3 5 0,-5-1 0,2 4 15,3 1-15,-3 2 0,1 6 16,1-1-16,3-1 0,-2-2 0,2-2 16,-1 0-16,1-5 0,0-2 0,0-2 15,-3-6-15,3-3 0,0-2 0</inkml:trace>
  <inkml:trace contextRef="#ctx0" brushRef="#br1" timeOffset="-126169.78">14539 13291 0,'0'-2'0,"0"-1"0,0 3 0,0-2 0,-2 2 0,4 0 0,0 2 0,0 1 16,5 3-16,-1 1 0,6 4 16,1 0-16,4 2 0,10 11 0,2 1 15,1 3-15,3 5 0,3 7 0,8 20 16,0-5-16,-9-5 0</inkml:trace>
  <inkml:trace contextRef="#ctx0" brushRef="#br1" timeOffset="-125835.7">15621 14254 0,'-2'-2'0,"2"0"0,0 2 0,2-4 0,3-1 0,1-1 0,3 1 16,5 1-16,-1-3 0,2 5 0,1-2 15,1 1-15,8 1 0,-3 4 0,0-2 16,-7 3-16,5 1 0,-2 3 15,-5-1-15,-4-1 0,-1-1 0,-3 0 16,-5 3-16,2-3 0</inkml:trace>
  <inkml:trace contextRef="#ctx0" brushRef="#br1" timeOffset="-125707.5">15617 14204 0,'-4'0'0,"4"-2"0,0 2 0,-3 0 0,3-5 16,0 3-16,3 0 0,1-5 0,3 3 15,1-1-15,3 1 0,3-1 0,-1-1 16,2 1-16,5 1 0,4 0 0,3 1 16,-3 1-16,-4-2 0</inkml:trace>
  <inkml:trace contextRef="#ctx0" brushRef="#br1" timeOffset="-124464.24">16212 15002 0,'0'0'0,"0"4"0,5 3 0,-1 2 0,7 0 0,-2 6 16,6 5-16,-1 0 0,6 11 0,2-1 15,-5-1-15,3-2 0,-2 1 0,-1 1 16,1 0-16,0-1 0,4 12 0,-3-5 16,1 0-16,0-2 0,-4 1 0,1-6 15,1 1-15,-3-5 0,-1-2 16,-1-2-16,-2-5 0,0 1 16,0-5-16,-2-2 0,-1 0 0,-1-1 0,0-1 15,-3 0-15,-2-5 0,3 2 0,-14-13 16,11 9-16,-2 0 0,-2-4 0,-2-5 31,-3-2-31,2 0 0,1-2 0,-3-7 0,1-6 0,-3-5 16,0-9-16,-4-13 0,0 2 15,2 1-15,-2 3 0,1-3 0,-1-1 0,-4-22 0,1-2 16,-1-13-16,1 13 0,5 9 16,2 6-16,-2-6 0,2-2 0,-2-5 15,0 9-15,5 0 0,-5-6 0,2-14 16,-2 7-16,2 8 0,5 10 0,-3 2 15,0-1-15,3-1 0,-3-3 0,-1 9 16,1 5-16,0 3 0,1 6 0,-1-3 16,-4-4-16,2-7 0,0-5 15,-2 8-15,0 1 0,-2 5 0,4 4 16,-2 1-16,3-10 0,-6-8 0,1-3 16,0 7-16,2 9 0,0 11 0,2 7 31,2 1-31,1 3 0,-3 5 15,2-5-15,-2 0 0,3-3 0,-3 1 16,5 2-16,-3-2 0,3 6 0,1-2 16,3 3-16,0-1 0,0 5 0,3-3 15,3 5-15,-1 0 0,-1 0 0,0 3 16,3-1-16,2 2 0,0 1 0,4-1 16,0 2-16,5 3 0,2-2 15,4 4-15,0-5 0,5 5 0,8 0 16,1 3-16,1-3 0,1 2 0,0-2 15,4 0-15,11 0 0,5 0 0,-1-2 16,1-1-16,-7 1 0,-3 0 0,1 0 16,4-3-16,5 5 0,1-4 0,1 0 15,0-1-15,-3 1 0,5 2 0,2-3 16,3-6-16,-1 7 0,1-3 16,-3 3-16,4-1 0,3-6 0,-2-4 15,-3 2-15,-6 2 0,2 2 0,2 2 16,9-6-16,-9 0 0,0-3 0,-4 10 15,2-3-15,15 0 0,-4-4 0,-4 4 16,-3-2-16,-2 7 0,9-3 16,7-2-16,-7 0 0,-7 0 0,-2-2 15,2 3-15,5 1 0,0 0 0,-7 3 16,-4-3-16,0 3 0,1 0 0,6-3 16,-1 0-16,-4 3 0,-4 2 0,-1-3 15,-1 1-15,3 2 0,5-1 16,1 3-16,-8-2 0,-4 0 0,-2 0 15,2-3-15,5 3 0,-3 0 0,0-2 16,-8 1-16,-5-1 0,0 0 0,0-1 16,3 3-16,1 0 0,1-3 0,-1 1 15,-6 0-15,0 1 0,2-1 0,-2 2 16,0 0-16,-3 2 0,3-3 16,-4-3-16,-1 1 15,-4-1-15,-4 1 0,-5 5 0,-2 0 0,-2 0 0,-4 0 16,-3 0-16,-4 0 15,-1 0-15,-3 0 0,-1 0 0,1 0 0,-3-4 0,2 2 16</inkml:trace>
  <inkml:trace contextRef="#ctx0" brushRef="#br1" timeOffset="-123618.7">16605 13388 0,'-2'0'0,"-1"-2"0,3 2 0,-2-2 0,0-1 15,-2-1-15,1-1 0,1 1 0,-2 0 16,2-1-16,2-1 0,-3 1 0,1 1 16,2-1-16,0-1 0,2 1 0,1 1 15,1 0-15,-2-1 0,5 3 0,-1-2 16,3 4-16,2-3 0,0 1 15,2 2-15,3 2 0,2 1 0,-3 3 16,0-1-16,1 3 0,-1-1 0,1 6 16,-1 0-16,-4 1 0,-2 1 0,-2-4 15,-3 5-15,-2 3 0,-4 1 0,-2-7 16,-1 12-16,-4-3 0,-2-2 16,-2 2-16,-2-5 0,-1 3 0,1 0 15,-1-5-15,1 1 0,0-3 0,4-2 16,-1-2-16,6 0 0,-1-5 0,3 1 15,2-1-15,4-2 0,2-2 0,1 2 16,6-4-16,2 2 0,2-4 16,3 2-16,8-5 0,1 0 0,-7 5 15,6-4-15,-2-1 0,3 0 0,-5 3 16,0-1-16,-2 1 0,-5 2 0,3 0 16,-5 2-16,-2 0 0,-2 0 0,-2 0 15,-3-3-15,0 1 0,1 0 16,-3 0-16,-2-3 0</inkml:trace>
  <inkml:trace contextRef="#ctx0" brushRef="#br1" timeOffset="-123317.39">17205 13269 0,'0'-5'0,"-3"1"0,3 4 0,-4-7 0,0 1 0,-3 4 0,-2-1 0,0 8 0,0-3 32,-2 5-32,-2 1 0,2 1 15,-2 2-15,0 3 0,2-1 0,-3 9 16,3 0-16,7 2 0,-3 5 0,7-1 16,5 1-16,1 0 0,3-1 0,2-1 15,5 2-15,1-1 0,5-4 16,0-2-16,5-4 0,-3 0 0,0-3 15,9-2-15,-2-4 0,0-2 0,-2-5 16,-5 0-16,-2-2 0,-4 0 0,2 0 16,-7-2-16,0 0 0,-2 0 0,0-3 15,2 1-15</inkml:trace>
  <inkml:trace contextRef="#ctx0" brushRef="#br1" timeOffset="-123063.58">17436 13282 0,'2'-4'0,"-2"-1"0,0 5 0,2-4 0,1-3 16,-3 5-16,4 0 0,-2 0 0,3-1 15,-3 6-15,2-1 0,1 4 0,-1 1 16,1 4-16,1 2 0,-4 3 0,5 1 16,-3 3-16,3 7 0,0 1 0,-1-3 15,1 3-15,-1-3 0,1-1 16,-3 0-16,3-4 0,0 0 0,-3 0 15,1-5-15,-1 3 0,0-7 0,-1 0 16,1-3-16,-2-1 0,3-2 0,-1-3 16,3 0-16,1-4 0,1 0 15,0-1-15</inkml:trace>
  <inkml:trace contextRef="#ctx0" brushRef="#br1" timeOffset="-122777.92">17637 13392 0,'2'0'0,"-4"0"0,2 0 0,-3 0 0,3 0 0,0 3 0,0-1 16,0 2-16,0 3 0,0-3 0,3 5 15,1 2-15,3 0 0,-1 0 16,3 2-16,2 1 0,2-1 0,3-2 16,4 2-16,0-2 0,-1-4 0,1-3 15,-4-2-15,-1-2 0,1-4 0,-5-1 16,0-3-16,-3-1 0,-1 2 0,-3-2 15,1-2-15,-5-2 0,-2 2 0,-3-2 16,-1 2-16,-1 0 0,-2 0 0,-4 4 16,0-2-16,-1 5 0,-1 0 15,2 1-15,-3 1 0,1 4 0,2-2 16,2 5-16,-3 1 0,3 1 0,3 0 16,1 4-16,0-3 0,3-1 0</inkml:trace>
  <inkml:trace contextRef="#ctx0" brushRef="#br1" timeOffset="-121450.78">18031 13441 0,'0'0'0,"0"-2"0,3-1 16,-1-1-16,0 0 0,0-1 0,0-1 15,-2 1-15,0 1 0,3-1 0,-3 1 16,0 0-16,2 1 0,-2-1 0,0 0 16,-2 1-16,2 1 0,0 0 0,-3 0 15,3-1-15,0 3 0,0-2 16,0 0-16,0 4 0,-2-2 0,2 2 16,0 1-16,2 1 0,-2 1 0,5-1 15,-3 5-15,5-3 0,-1 1 0,3 0 16,0-1-16,2 3 0,0-5 0,0 1 15,2 1-15,0-3 0,-2-1 16,-2 0-16,2-2 0,0-2 0,-2 0 16,0-1-16,-2-3 0,-1 1 0,-1-1 15,-1-1-15,-2-2 0,-2 1 0,0 1 16,-2-4-16,-2 4 0,-3 1 0,0-3 16,-1 2-16,-1 3 0,-2-1 0,0 1 15,-3 2-15,1 2 0,0-2 0,-2 4 16,1-2-1,-1 2-15,2 2 0,2 1 0,0-1 0,2 1 0,0-1 16,5 3-16,-1-1 0,5 1 0,0 0 16,2 1-16,5-1 0,0 0 0,1-1 15</inkml:trace>
  <inkml:trace contextRef="#ctx0" brushRef="#br1" timeOffset="-119341.5">18307 13059 0,'0'-4'0,"0"2"0,-2-5 0,0 3 0,2-1 0,0 3 15,2-2-15,0 2 0,0 4 0,3 0 16,-1 5-16,0-1 0,3 5 0,2 2 16,0 5-16,-1 2 15,3 0-15,5 11 0,-1-1 0,1-1 0,1 0 16,-1-3-16,-1 1 0,3-1 15,0 1-15,-1 1 0,5 10 0,-2 1 0,-4-1 16,-5-3-16,-3 1 0,-3-3 16,-5-3-16,-2-1 0,-5-7 0,0-4 15,-6-3-15,0-2 0,-3 3 0,-1-7 16,-1 0-16,1-3 0,-3 3 0,4-2 16,1-3-16,4 0 0,0 1 0,2-3 15,2 0-15,3-2 0,0 0 16,8-9-16,-2 5 0,0 2 0,1 0 0,-6 4 15,3-2-15,3 2 0,1-2 16,0 0-16,1 4 0,-3-4 0</inkml:trace>
  <inkml:trace contextRef="#ctx0" brushRef="#br1" timeOffset="-116282.46">871 4681 0,'0'0'0,"0"0"0,2 0 0,0 2 0,-2 0 0,7 5 16,-3-5-16,5 5 0,-2-3 0,2 3 31,4-3-31,4-2 0,-1 3 0,8-1 16,9-2-16,0-2 0,-2 0 0,4-2 15,-4 2-15,5-4 0,-8-1 16,8 1-16,-3 0 0,13-3 0,2 3 16,1-3-16,-5-4 0,2 4 0,3-2 15,-5 5-15,-4 0 0,2-1 0,6 3 16,3-2-16,4-5 0,2 2 0,1-2 16,-10 5-16,1-3 0,1-1 15,8 1-15,5 0 0,-1-2 0,-2 5 16,-5-7-16,-7 7 0,3-1 0,6 1 15,3-3-15,2 3 0,-7-1 0,-9 1 16,0 0-16,3 4 0,-1-3 0,14 3 16,-2 3-16,1-3 0,-10 0 15,-5 0-15,1 0 0,3 4 0,8-2 16,-1-2-16,-4 0 0,-2 0 0,-9-2 16,2 2-16,0 0 0,7-2 0,4-3 15,2 1-15,-8 0 0,-1-7 0,-11 4 16,1 0-16,-3-2 0,7 7 15,0-9-15,9 5 0,-9-1 0,2 0 16,-9 3-16,-2-3 0,-4 3 0,2 0 16,-3 1-16,3 1 0,-2-2 0,-1 4 15,-3-2-15,-3-1 0,0 3 0,-7 0 16,5 0-16,-4 0 0,-1 3 0,-6-1 16,0 2-16,-3-2 0,1 5 15,-3 0-15</inkml:trace>
  <inkml:trace contextRef="#ctx0" brushRef="#br1" timeOffset="-113658.7">18838 12995 0,'0'0'0,"-2"0"0,2 0 16,0 0-16,-2 3 0,2-3 0,-2 2 16,-3 2-16,1 1 0,-5 1 0,5 3 15,-7 7-15,2-1 0,0 5 0,0 2 16,-2 11-16,0-2 0,2 2 16,3 2-16,1-4 0,-1 0 0,3 0 15,3 0-15,5 0 0,-1 2 0,7 6 16,5 1-16,6-3 0,2-1 0,7-3 15,0-5-15,8-1 0,-1-7 0,-3-5 16,-6-2-16,0-2 0,-3 3 0,-6-6 16,-2-1-16,-7-2 0,-3-1 15,-1-2-15,2 0 0,-3 1 0,1-3 16,0-3-16,-1 1 0,3 0 0,2 0 16,0-3-16</inkml:trace>
  <inkml:trace contextRef="#ctx0" brushRef="#br1" timeOffset="-113389.47">19218 13145 0,'0'-2'0,"0"0"0,0 2 0,2 0 0,-2 0 0,2 4 0,2 3 16,-1 0-16,1 4 0,0 2 0,3 5 15,2-1-15,0 10 0,-1 1 0,-1 1 16,2-3-16,0 1 0,0 2 0,-3-1 16,1-1-16,-1-3 0,-1-2 0,-1-2 15,-2-3-15,1-1 0,-1-3 16,-2-2-16,2-4 0,-4-5 0,4 0 16,-2-2-16,0 2 0,4 1 0,-1-6 15,-1-1-15,4-3 0,-1 3 16,2-1-16</inkml:trace>
  <inkml:trace contextRef="#ctx0" brushRef="#br1" timeOffset="-113120.45">19778 13055 0,'0'0'0,"0"0"0,0 0 0,0 2 0,2 0 0,0 3 0,2 1 0,1 3 0,-1 4 15,3 3-15,-1 4 0,3 13 0,0-2 16,2 2-16,-2 0 0,-2-2 16,1 2-16,1-5 0,-2 3 0,2-2 15,-3-3-15,1-1 0,-1-1 0,-1-4 16,2-3-16,-3-1 0,-2-3 0,0-4 16,1-2-16,-1-1 0,-2-1 15,0-3-15,0-2 0,0-2 0,0-3 16,0-1-16,0-3 0,-2 2 0,-1 0 15,1 3-15</inkml:trace>
  <inkml:trace contextRef="#ctx0" brushRef="#br1" timeOffset="-112819.64">19601 13108 0,'0'0'0,"-2"-2"0,-2 2 0,-1 0 0,1 2 15,-1 2-15,-1 3 0,1 0 0,-1 1 16,-1 6-16,3-1 0,-1 2 0,1 1 16,2 1-16,-1 8 0,1-6 0,2-1 15,0 0-15,5-3 0,-3-2 16,2-2-16,3 0 0,0-2 0,8 0 16,3 0-16,4-5 0,0 1 0,4-1 15,1 1-15,-1-3 0,1-2 0,-3 2 16,-2-2-16,-5 0 0,1 0 0,-2-2 15,-1 2-15,-4 0 16,0 0-16,-2-2 0,0 2 0,-3-3 0,1 3 16,0 0-16,-1 0 0,-1 3 0,-1-1 31,0 2-31</inkml:trace>
  <inkml:trace contextRef="#ctx0" brushRef="#br1" timeOffset="-112500.58">20018 13322 0,'0'-2'0,"0"2"0,0 0 0,0 0 0,0 0 0,0 2 0,0-2 16,2 2-16,0 0 0,1 3 0,1 1 15,3-1-15,1-1 0,6 5 0,-3-3 16,4 1-16,1 0 0,1-1 16,-1 1-16,8 0 0,-7-5 0,1 0 15,-5-2-15,3-2 0,-5-3 0,0 1 16,-5-3-16,1 1 0,-3-1 0,-1-2 15,-3-2-15,-3 0 0,-3 0 0,-3 0 16,-2 2-16,-2 1 0,-5-1 0,1 2 16,-3 3-16,0-1 0,0 3 15,0 0-15,0 2 0,3 2 0,1 0 16,3 3-16,2 1 0,2 1 0,3 0 16,1 4-16,5-3 0,0 1 0,7 0 15,2 2-15,4 0 16,2-2-16,3 0 0,-1-3 0,1 3 0,-2-2 0,1-1 15</inkml:trace>
  <inkml:trace contextRef="#ctx0" brushRef="#br1" timeOffset="-112183.53">20397 13304 0,'0'0'0,"-2"0"0,2 0 0,-4 0 0,-1 2 0,1 1 16,-3 1-16,3 0 0,-1 1 15,1 1-15,-1 3 0,5-2 0,0 2 16,3-1-16,3 1 0,1 2 0,4-4 15,2 0-15,3-1 0,-1-1 0,5-1 16,-2-4-16,1 0 0,8-2 0,-3-3 16,-4-3-16,-5 3 0,1-1 15,-3-3-15,-4-5 0,-3-1 0,-1 2 16,-3 2-16,-2 2 0,-2-2 0,-7 0 16,0 2-16,-4 0 0,-2 3 0,-3-1 15,-2 3-15,-4 1 0,4 1 16,-2 2-16,0 2 15,2 1-15,2 1 0,1 0 0,4 3 0,2 2 0,2 0 16,4 0-16,3-1 0,4 3 0,3-2 16,4 2-16,6-2 0,-2 0 0,9-3 15,0 1-15,0 0 16,-2-1-16,-2-1 0</inkml:trace>
  <inkml:trace contextRef="#ctx0" brushRef="#br1" timeOffset="-111867.61">20770 13280 0,'-2'2'0,"-1"0"0,3-2 0,-6 0 0,1 0 0,-1 2 16,-1 1-16,1 1 0,-1-2 0,0 3 16,1-1-16,1 3 0,3-1 0,0 3 15,4 0-15,0-2 0,5 4 0,-1-5 16,6 1-16,1 2 0,-2-5 0,4 3 16,1-5-16,-1 0 0,1-4 15,1 0-15,1 0 0,-5-3 0,2 1 16,-4-3-16,0 0 0,-2-1 0,-4-3 15,-1 2-15,-4-2 0,0 0 0,-6 0 16,-3 0-16,0 2 0,-4 0 0,-3 2 16,1-1-1,-5 1-15,2 3 0,1-1 0,1 3 0,3 0 0,-2 4 16,6 0-16,-2 0 0,2 3 0,4 1 16,3 1-16,0 0 15,4-1-15,0 3 0,5 0 0,2 0 0,2 2 0,0-2 16,2-1-16</inkml:trace>
  <inkml:trace contextRef="#ctx0" brushRef="#br1" timeOffset="-110960.3">21094 12872 0,'2'-2'0,"0"-3"0,-2 5 0,3-2 0,1-2 0,0 4 0,3 2 0,0 0 15,1 5-15,1-1 0,2 5 0,0 0 16,2 5-16,7 8 0,0 3 0,0 6 15,0 2-15,0 5 0,4 13 16,-4-3-16,-3-1 0,-3-7 0,-6-3 16,-5-3-16,-3-3 0,-5-2 0,-4 4 15,1-4-15,-6 0 0,1-3 0,-2 3 16,-1-7-16,3 1 0,0-3 0,2-5 16,0-1-16,2-5 0,5-2 15,-3-3-15,5 1 0,0-1 0,-1 1 16,3 0-16,0-5 0,3 2 0,1 1 15,-2-5-15,5 4 0,-1-2 0,-1 3 16,-1-1 0</inkml:trace>
  <inkml:trace contextRef="#ctx0" brushRef="#br1" timeOffset="-108143.58">17465 5867 0,'2'-4'0,"-2"4"0,2-5 0,0 5 0,1 0 0,-1 0 15,0 0-15,-2 0 0,2-4 0</inkml:trace>
  <inkml:trace contextRef="#ctx0" brushRef="#br1" timeOffset="-104605.15">16770 14305 0,'2'-2'0,"-6"2"0,0-2 0,-1 2 0,-4-2 0,3 2 16,-5 0-16,4-3 0,-2 3 0,3-2 15,-1 2-15,3 0 0,-1 0 0,3-2 16,2 0-16,2 0 0,5-3 16,-1 1-16,8-1 0,-1-1 0,5-1 15,1-2-15,8 0 0,15-4 0,4 0 16,5-2-16,-1 1 0,6 1 0,19-7 15,2 5-15,24-5 16,-8 4-16,-7 3 0,-9 2 0,-2 2 0,9 1 16,-5 1-16,0-6 0,1 6 0,-1 1 15,5-5-15,6 4 0,1-2 0,-3 2 16,7 1-16,0-3 0,-1 0 0,3 0 16,-2-2-16,2 0 0,0 3 15,-2-1-15,0-2 0,-3 4 0,1 0 16,-3 1-16,1-3 0,4 2 0,-5 1 15,3-1-15,1 1 0,1 1 0,4-1 16,-4-1-16,0 3 0,-2-1 0,-3 1 16,-4-1-16,2 1 0,-2-1 0,2 1 15,-4-3-15,-4 3 0,-3 2 16,2 0-16,5-3 0,-7 5 0,-9-4 16,-1 2-16,1-1 15,9 3-15,-6 0 0,-5-2 0,-7 2 0,3 0 0,0 0 16,2 0-16,0 0 0,-5 2 15,-8-2-15,-9 3 0,-7-1 0,5-2 16,-3 0-16,1-2 0,-1 2 0,-4 2 16,-4-4-16,-3 4 0,-1-2 0,-3 0 15,-5-2-15,-1 2 0,-5 0 0,-2 0 16,0 0-16,-3 0 16,-1-3-16,-1 3 0,-2 0 0,-13 0 0,5 0 15,1 3-15,10-3 0,-5 2 0,0 0 16,-5 0-16,3 3 15,-3-3-15,3 2 0</inkml:trace>
  <inkml:trace contextRef="#ctx0" brushRef="#br1" timeOffset="-101708.56">17967 14581 0,'0'0'0,"0"0"0,-2-5 15,2 3-15,0 0 0,-2 0 0,2 0 16,-4 2-16,-1 0 0,-1 4 0,-3 0 16,0 7-16,-2 3 0,-2 5 15,-1 3-15,-8 14 0,5-1 0,1-2 16,3 2-16,4-4 0,3 0 0,3-4 16,8-1-16,-1 0 0,10-1 15,1-1-15,3 0 0,8 1 0,-2-3 16,1-5-16,-6-1 0,1-1 0,-2-4 15,2-2-15,0-2 0,-3-3 0,3-4 16,-2 0-16,-1-4 0,-1-1 0,1-1 16,3-3-16</inkml:trace>
  <inkml:trace contextRef="#ctx0" brushRef="#br1" timeOffset="-101392.1">18239 14799 0,'0'2'0,"-5"-2"0,5 0 0,-2 2 15,-2-2-15,-3 3 0,3-3 0,-3 4 16,0 0-16,1 3 0,1 0 0,3 2 16,2-1-16,0 1 0,5 2 0,1-2 15,3 2-15,4 0 0,0-2 0,1-3 16,3 3-16,-1-4 0,4-1 0,-3-2 16,5-2-16,0-4 0,-2-1 15,-2-1-15,-5-1 0,-2 1 0,-2-3 16,0 0-16,-3-6 0,-4 4 0,-2-3 15,-2 1-15,-2 0 0,-7 0 0,2 2 16,-4 2-16,-5 0 0,3 2 16,-5 5-16,0 2 0,2 2 0,-1 3 15,1-1-15,2 3 0,5-3 0,0 1 16,3 1-16,3 1 0,5-1 0,2-1 16,5 1-16,6 1 0,3-2 0,1-1 15,1-2-15</inkml:trace>
  <inkml:trace contextRef="#ctx0" brushRef="#br1" timeOffset="-101232.92">18660 14786 0,'0'4'0,"-2"-4"0,2 0 0,0 2 0,0 1 15,-3-1-15,3-2 0,-2 0 0,0 2 16,2 0-16,0-2 0,-2 5 16,2-3-16,0 2 0,2 1 0,0-1 15,3 0-15,-1 3 0,0-2 0,1 1 16,-1-1-16,3-1 0,-3 3 0,1-3 15,1 3-15,-1 1 0</inkml:trace>
  <inkml:trace contextRef="#ctx0" brushRef="#br1" timeOffset="-100916.15">18799 14748 0,'0'-6'0,"-3"1"0,1-1 0,2-3 0,-2-2 15,4 0-15,-2-2 0,5-1 16,1-1-16,3-1 0,2 3 0,0 0 15,2 0-15,1 2 0,5 0 0,1 2 16,0 2-16,-2 1 0,-1 3 0,-1 1 16,-1 4-16,-2 1 0,1 3 15,-3 3-15,-2 4 0,-1-4 0,-1 4 16,-3 7-16,-4 5 0,0-8 0,0 3 16,-6 11-16,-1-2 0,-2-3 0,3-2 15,-3 0 1,5-1-16,-1-4 0,3-1 0,2 0 0,4-3 0,1 1 15,1-3-15,1-2 16,4 0-16,0-5 0,4 1 0,-1-3 0,1-1 0,1-3 16,-1-3-16,3 1 0,-3-4 0,3 1 15,-1-1-15,1-3 0,-3 2 0,1-4 16,-1 2-16,-2 0 0,-1 3 0</inkml:trace>
  <inkml:trace contextRef="#ctx0" brushRef="#br1" timeOffset="-100645.99">19350 14528 0,'-5'0'0,"3"-2"0,2 2 0,-6 0 0,-1-3 0,-2 1 0,-2 0 0,-2 2 0,-2-2 0,3 2 15,-1 2-15,2-2 0,2 2 0,5 3 16,0 1-16,1 1 0,10 4 16,0 0-16,4 2 0,4 0 0,1 5 0,3-3 15,3 3-15,7 4 0,-2 2 0,-1-2 16,-2 0-16,-4 3 0,2-1 0,-4-4 31,-7 0-31,0 0 0,-5-5 16,-3 3-16,-3-5 0,-3 0 0,-5 0 15,-3-4-15,-3 2 0,1-2 0,0 0 16,-3-3-16,3 3 0,-2-4 0,2-1 16,2-2-16,2 0 0,2-2 15,1-2-15,-1 0 0,0 2 0,3 0 16</inkml:trace>
  <inkml:trace contextRef="#ctx0" brushRef="#br1" timeOffset="-100423.99">19189 14523 0,'2'0'0,"-2"-2"0,2 0 0,-2-2 15,5 1-15,-1-1 0,7 2 0,0-3 16,5-1-16,1 1 0,8 1 0,5 0 15,3-1-15,-4 1 0,2 2 16,-2-3-16,-1 5 0,-3 0 0,-1 0 16,-2 0-16,-2 2 0,-3 1 0,-1-1 15,-1 2-15,-2 1 0,-2-5 16</inkml:trace>
  <inkml:trace contextRef="#ctx0" brushRef="#br1" timeOffset="-100154.66">19822 14314 0,'0'2'0,"0"-2"0,0 0 0,0 0 16,4 0-16,1 0 0,1 5 0,-1-3 16,-1 7-16,3-1 15,-1 6-15,1 1 0,-1 5 0,-1 0 0,4 8 16,-5 1-16,-2 2 0,3 2 15,-5 0-15,0 0 0,0 2 16,-7 3-16,3-3 0,-7 9 0,-3-4 0,3-7 0,-4-6 16,-3-3-16,-2-7 0,3 3 15,-1-7-15,-2 1 0,3-1 0,-3 0 0,0-4 16,0 4-16,0-4 0,0 0 16,5 0-16,2-5 0,4 3 0,-2 2 15</inkml:trace>
  <inkml:trace contextRef="#ctx0" brushRef="#br1" timeOffset="-99546.74">20212 14263 0,'2'-2'0,"-2"0"0,0 2 0,0-5 0,0 3 0,-4 0 0,4 2 15,-5 0-15,1 2 0,-5 5 0,0 2 16,-2 8-16,0 3 0,-4 4 0,-1 9 16,3 1-16,2-1 0,2 0 15,5 2-15,6 2 0,3 3 0,3 4 16,10 9-16,6-4 0,3-3 0,4-6 16,2-5-16,9-2 0,-5-9 0,0-4 15,-1-4-15,-8-1 0,1-2 0,-5 3 16,-2-5-16,-4-3 0,-5 1 0,-2-4 15,-4-1-15,-3 1 0,3-3 0,-5 0 16,-11-4-16,5 2 0,4-2 16,4 4-16,1-2 0,-3 0 0,-6-5 15,6 8-15,-2-1 0,0-2 0,0 2 16</inkml:trace>
  <inkml:trace contextRef="#ctx0" brushRef="#br1" timeOffset="-98074.92">14418 4729 0,'0'3'0,"0"-3"0,0 0 0,2-3 0,2 3 16,-2-2-16,3-2 0,1 2 15,1-5-15,2 3 0,2-3 0,2 3 16,0-1-16,3-1 0,1 1 0,8-1 16,1-1-16,3-2 0,2 5 0,0-7 15,2 2-15,4 2 0,1 1 0,-1 3 16,14-5-16,2 5 0,4 1 0,20-2 15,-6 2-15,-10-1 0,-3 3 16,-5 0-16,4 7 0,3-3 0,1 1 16,-1-5-16,-5-2 0,-7 2 0,1 2 15,2 4-15,6-6 0,3 0 0,1 0 16,-3-6-16,-3 4 0,0 4 16,2-2-16,5-5 0,4 1 0,-4-5 15,-5 3-15,-2 1 0,0 1 0,3 1 16,8 1-16,-2-4 0,-5 1 0,-6 1 15,-2 4-15,4 0 16,5-5-16,1 1 0,-6 2 0,-2-9 16,-9 4-16,-4 3 0,-2-1 0,4-1 15,-1 4-15,1-5 0,2 3 0,-6-5 16,-7 0-16,0 2 0,-7 3 0,2-1 0,-4 3 16,3-4-16,-6 3 0,1-1 15,0 2-15,-4 0 0,-3-3 0,0 5 16,-2-2-16,2 2 0,1-4 0,-3 4 15,0 0-15,0-3 0,0 3 0,-3 0 16,3 3-16,-2 1 0,-2-2 0</inkml:trace>
  <inkml:trace contextRef="#ctx0" brushRef="#br1" timeOffset="-97979.6">17809 4518 0,'0'2'0,"-3"-2"0,3 0 0,0 0 15,-2 0-15</inkml:trace>
  <inkml:trace contextRef="#ctx0" brushRef="#br1" timeOffset="-96478.5">20794 14565 0,'-2'0'0,"2"0"0,0-2 0,0 0 15,0-3-15,0 1 0,0-3 16,2 3-16,-2-3 0,2-1 0,-2 1 15,0-2-15,0 0 0,0 1 0,-2-1 16,0 2-16,-5 1 0,3-1 0,-5 5 16,0-3-16,0 5 0,-4 0 0,0 2 15,-3 3-15,1-1 0,-3 5 16,3 2-16,-5 2 0,0 7 0,5-2 16,4 4-16,2-2 0,5 2 0,1 0 15,6 0-15,1-2 0,3 0 0,4-5 16,0 3-16,2-5 0,-2-2 0,0-4 15,0-1-15,9-4 0,-9-2 16,2 0-16,0-4 0,3-5 0,-5 0 16,2-4-16,0-2 0,-2-3 15,-2 0-15,-2 1 0,-3-5 0,0 2 0,-4 0 16,-2 2-16,-2 1 0,-3 1 0,-2 3 16,-2 0-16,0 2 0,0 2 0,0 5 15,0-1-15,0 1 0,2 2 16,1 2-16,3 2 0,3 2 0,4-4 15,3 5-15,1-5 0</inkml:trace>
  <inkml:trace contextRef="#ctx0" brushRef="#br1" timeOffset="-96303.83">21030 14532 0,'0'2'0,"0"1"0,-2-3 0,2 2 0,0 0 0,0-2 0,-2 2 16,-1 0-16,3 3 0,0-3 0,0 2 15,5 1-15,-3 2 0,0-1 16,3 1 0,-1-3-16,-2 3 0,3-3 0,-1 1 0,0-1 15,1-2-15,-3 0 0,0 1 0</inkml:trace>
  <inkml:trace contextRef="#ctx0" brushRef="#br1" timeOffset="-95891.15">21169 14343 0,'2'-3'0,"-2"-1"0,-2 0 0,4-3 0,-2 0 15,4 1-15,1-3 0,2 5 0,4-5 16,2 2-16,2 3 0,3-1 0,2 1 16,-5-1-16,9 3 0,-4 2 0,0 0 15,-2 2-15,-3 3 0,-4-5 0,0 4 16,-4 3-16,-1 0 0,-3 4 15,-1-3-15,-2 1 0,-5 2 0,-1 5 16,-1-1-16,1 0 0,-5 1 0,0-1 16,-1 1-16,1-3 0,5-2 0,-3 4 15,5-3-15,4-1 0,0 2 0,6 0 16,3-2-16,4 2 0,1-4 0,1 2 16,0 0-16,5 0 0,-2 0 15,0 2-15,-1-2 0,-1 3 16,-1 1-16,-2-4 0,-2 2 0,-2 1 0,-2-1 15,-5 0-15,-4-2 0,-1 2 0,-3-4 16,-3 2-16,-2-2 0,-2 2 0,-5-2 16,3 0-16,-5-1 0,-2 1 15,0-2-15,2-1 0,0 1 0,0-5 16,5 3-16,2-5 0,6 0 0,0-5 16,7 1-16,3-3 0,-1 3 0,0-3 15,2-2-15</inkml:trace>
  <inkml:trace contextRef="#ctx0" brushRef="#br1" timeOffset="-95493.48">21852 14459 0,'3'-4'0,"-1"-5"0,0-2 0,-2 0 0,2-2 0,-2-2 0,0 1 16,-2-1-16,0-1 0,-3 3 0,-3 2 16,-1 2-16,-2 1 0,-3 1 15,-1 3-15,-5 4 0,-4 2 0,-3 2 16,8 3-16,1-1 0,7 3 0,2 0 15,7-2-15,2 1 0,4 3 0,5-2 16,2 2-16,2-2 0,5 0 0,0 2 16,-1-2-16,3 4 0,0-2 15,0 0-15,0 0 0,4 7 0,0-5 16,1 2-16,-6-1 0,1 1 0,-2 0 16,-3-1-16,-4-1 0,-2 0 15,-2 0-15,-3-2 0,-6-2 0,0 2 16,-7-2-16,-2 0 0,-2-2 0,-3-1 15,5-1-15,-2-3 0,-2 0 0,-1-2 16,1-2-16,1 2 0,1-5 0,0-1 16,4-1-16,3 1 0,-3-6 0,4-1 15,1 0-15,4-2 0,0-3 16,4 0-16,1-4 0,1 0 0,3-2 16,-4 2-16,3-7 0,1 3 0,-2 6 15,-3 0-15,1 7 0,-1 0 0,-2 4 16,0 4-16,1 3 0,-3-2 0</inkml:trace>
  <inkml:trace contextRef="#ctx0" brushRef="#br1" timeOffset="-94904.35">22212 14129 0,'0'2'0,"0"-4"0,0 2 0,-2-2 0,4-1 0,-2 1 0,0 0 16,2 2-16,2-2 0,1 4 0,-1-2 15,1 4-15,1 1 0,1 1 0,-1 3 16,3 2-16,-2 2 0,0 7 0,1 0 16,1 9-16,-2 2 0,2 2 15,-5 0-15,3-5 0,-5 3 0,0-2 16,-2-3-16,-2 1 0,-3-3 0,1 0 16,-5 1-16,3-1 0,-5-2 0,2 0 15,-5 0-15,-1 2 0,-3 1 0,-4-6 16,0 3-16,0-2 0,-2-2 15,0 0-15,4-3 0,0-2 16,0-2-16,5-2 0,6-2 0,0-3 0,3 1 16,3-1-16,8-8 0,-7 4 15,2 2-15,2-2 0,2 0 0,1-2 16,1-1-16,1-1 0,-3 2 0,3 0 16,-3-3-16,3 3 0,-1 0 0,-1 2 15,-1 0-15,-2 2 0</inkml:trace>
  <inkml:trace contextRef="#ctx0" brushRef="#br1" timeOffset="-94250.47">22847 13761 0,'0'-3'0,"0"1"0,0 2 0,0-2 15,2 0-15,0 0 0,5-1 0,-1-1 16,5 2-16,0-3 0,7 1 0,0 2 16,-1-3-16,12 1 0,-3-1 0,1 1 15,-1 0-15,-1 1 0,1-1 16,-4 2-16,0-3 0,-4 3 0,0-2 16,-5 4-16,-2-2 0,-2-1 0,-5 3 15,0-2-15,-6 2 0,-2 2 0,-3-2 16,7 0-16,-2 3 0</inkml:trace>
  <inkml:trace contextRef="#ctx0" brushRef="#br1" timeOffset="-94092.65">22931 13690 0,'0'-2'0,"0"-3"0,0 1 0,2-3 0,0 1 0,2-1 16,3-2-16,-3-2 0,5 0 0,0 0 15,2 0-15,0 0 0,2 0 16,1 2-16,-1 1 0,0-1 0,2 2 15,-1 3-15,3-3 0,1 5 0,-3-3 16</inkml:trace>
  <inkml:trace contextRef="#ctx0" brushRef="#br1" timeOffset="-90627.82">23978 13092 0,'0'-2'0,"4"-2"0,3-1 0,0-1 0,-1 1 0,1 1 0,-3 0 0,1 1 0,-3-1 15,0 4-15,-2 0 0,-2 0 0,-3 2 16,-1 0-16,-5 3 0,-3-1 16,-1 3-16,-3-3 0,-1 3 0,-1-3 15,-7 1-15,3-3 0,0 2 0,8-4 16,-1 0-1,3-2-15,1 0 0,2 2 16,0-5-16,2 5 0,3-2 0,-1 0 0,3 2 0,2-2 0,-1 4 31,1 0-31,2 3 0,0 1 0,0 8 16,0-1-16,0 4 0,0 8 0,-2 1 16,0 1-16,-3-3 0,-1 0 0,1-2 15,-4 0-15,1-4 0,-1-1 0,-2 1 16,2-5-16,0-2 0,0 0 15,3-2-15,1-4 0,3-3 0,0 2 16,2-4-16,4 0 0,-2 0 0,5-2 16,4-2-16,0-1 0,7 1 0,-1-1 15,3-1-15,0-1 0,2 1 0,0 1 16,-2 1-16,4 1 0,-4 1 0,4-2 16,1 2-16,-8 2 0,1 2 15,-5 2-15,-2 1 0,-4 1 16,-3 1-16,-2 4 0,-2 2 0,0 7 0,-4 0 15,-3 0-15,-1 2 0,-3 0 16,0 0-16,0-2 0,-5 2 0,1-2 16,-3-1-16,3-1 0,-3-3 0,2-1 15,1-3-15,4-2 0,0-1 0,2-3 16,0-1-16,3 1 0,4-3 0,2 0 16,2-2-16,4-2 0,3 0 15,2 2-15,7-7 0,-3 5 0,5-3 16,-2 1-16,-1 0 0</inkml:trace>
  <inkml:trace contextRef="#ctx0" brushRef="#br1" timeOffset="-90357.85">24253 13670 0,'0'-4'0,"-4"4"0,4 0 0,-2-5 0,0 5 16,-5-4-16,5 2 0,-5 2 0,3-3 15,-1 1-15,1 2 0,-3-2 0,3 2 16,2-2-16,-3 2 15,3 0-15,0-2 0,2 2 0,0 0 0,0-3 16,0 3-16,4 0 0,-1 0 0,1 0 16,0 0-16,1 0 0,-1 0 0,3 3 15,-3-1-15,3 2 0,-3-2 16,1 3-16,-5-1 0,2 1 0,-4 1 16,-1 1-16,-1 2 0,0-3 0,-1 3 15,-1 0-15,-1 0 0,3 0 0,-3 2 16,3-2-16,-1-1 0,1 1 0,2 0 15,-1 2-15,3-2 0</inkml:trace>
  <inkml:trace contextRef="#ctx0" brushRef="#br1" timeOffset="-87863.91">24917 12978 0,'-2'0'0,"2"0"0,0 0 0,0 0 16,0-2-16,0-1 0,0 1 0,0 2 31,0 0-31,0 5 0,-2-1 16,-3 3-16,3 6 0,-2 2 0,-1 5 15,1 4-15,-5 9 0,2 7 0,-1-5 16,-1 3-16,2-7 0,-2 0 0,3-3 16,1-1-16,-1 1 0,1-3 0,1-1 15,-3 0-15,3-2 0,-1 0 16,1-4-16,0 0 0,-1-3 0,1-2 16,-1-2-16,1-2 0,0-2 0,-1-5 15,1 0-15,-1-4 0,-3-5 0,3 1 16,-4-5-16,1 0 0,1 0 15,0 2-15</inkml:trace>
  <inkml:trace contextRef="#ctx0" brushRef="#br1" timeOffset="-87609.79">24639 13066 0,'-2'0'0,"0"-2"0,2 2 0,-2-2 0,-3-1 0,3 1 0,-2 0 16,-1 2-16,3 0 0,-2 4 15,-3 1-15,0 4 0,3-1 0,-5 3 16,0 5-16,1-1 0,-3 3 0,0 2 15,-1 4-15,4 0 0,-3-6 0,6 0 16,1-3-16,4-2 0,2-2 16,2-2-16,3 0 0,4-5 0,0 1 15,9-3-15,-5 2 0,5-4 0,11-2 16,0-2-16,2-1 0,0 1 0,-2 0 16,0-1-16,-5-2 0,-1 3 0,-3 2 15,-3 2-15,1-2 0,-4-3 0,-3 1 16,0-5-16,3 0 0,1 0 15,-1 1-15</inkml:trace>
  <inkml:trace contextRef="#ctx0" brushRef="#br1" timeOffset="-87275.67">25054 13161 0,'2'-2'0,"-4"-1"0,2 3 0,0-6 0,2-1 0,-2-4 15,4 2-15,1-2 0,6 2 0,0-4 16,4 2-16,3 2 15,2-2-15,-3 5 0,10-1 0,-3 1 16,-4 6-16,0 0 0,-2 2 0,-3 4 16,-4 1-16,-2-3 0,-5 5 0,3 2 15,-7 9-15,0-4 0,-5 1 0,-1 10 16,1-5-16,-8 6 0,2 1 0,-4-3 16,4-1-16,-3-1 0,3-2 0,0-2 15,5 0-15,-1 0 0,3-3 0,4-1 16,4-3-16,3-2 0,2-2 0,4-3 15,2-1-15,3-3 0,4 0 0,-2-4 16,4 0-16,2 2 0,1-5 0,-1 1 16,3-1-16,-2 1 0,-3-3 0,-4 3 15,-1-3-15,-5 3 0,-3 0 16,-2-3-16,-5 3 0,-2-1 0,3 1 16,-5 2-16</inkml:trace>
  <inkml:trace contextRef="#ctx0" brushRef="#br1" timeOffset="-86926.89">25898 13152 0,'0'0'0,"0"-2"0,0 2 0,-2-2 15,2-1-15,0 1 0,0 2 0,-2 0 16,0 2-16,-3 1 0,-1 1 0,-3 0 16,-2 3-16,-2 2 0,-3 0 0,-1-3 15,-1 3-15,0-2 0,-8 2 0,4-5 16,0 0-16,0-1 0,4-6 15,0 1-15,5-2 0,4-5 0,0 0 16,7 0-16,4-8 0,3 1 0,2 1 16,1-5-16,3 0 0,5-2 0,1 4 15,3-1-15,9-1 0,0 2 16,-3 5-16,-2 2 0,1 4 0,-6 5 16,1 0-16,-4 4 0,-7 0 0,-1 5 15,-1 4-15,0 6 0,-1 3 0,-1 5 31,-1 3-31,0 12 0,3-3 0,0-1 16,-1-3-16,5 0 0,0-2 16,3 0-16,1-3 0,-2 5 0,3-4 15,-1 8-15,-2-6 0,-2 2 0,-4-4 16,2 2-16,-3-5 0,1-4 0</inkml:trace>
  <inkml:trace contextRef="#ctx0" brushRef="#br1" timeOffset="-75640.96">26591 14662 0,'-3'3'0,"3"-3"0,-2 0 0,2 2 0,0 0 16,0 2-16,2 3 0,-2 2 0,5 4 16,-1 2-16,3 5 0,-1 2 0,3 7 15,0 2-15,2 2 0,-2 0 0,0 2 16,-3 3-16,3 1 0,-2 3 15,-3 9-15,1-7 0,-5-6 0,2-5 16,-2-9-16,-2-2 0,-1-4 0,1-3 16,2-2-16,0-2 0,-2 3 0,2-3 15,-2-3-15,2-1 0,2 0 0,0-1 16,0-1-16,1-3 0,1 0 16,3-2-16,-1 0 0,1-2 0,0 0 15,-1 2-15</inkml:trace>
  <inkml:trace contextRef="#ctx0" brushRef="#br1" timeOffset="-75325.85">26192 14852 0,'0'0'0,"-3"-7"0,-1 3 0,0 2 15,-1 0-15,3-3 0,0 3 0,-1 0 16,3-3-16,3 3 0,3-2 0,5-1 16,5 1-16,8-1 0,16-3 0,4-1 15,2-4-15,3 4 0,1 0 16,21-4-16,-1 2 0,-1 2 0,19-2 16,-13-2-16,-16 2 0,-14 4 0,-10 0 15,-6 3-15,-1-3 0,-4 3 0,-4-3 16,0 3-16,-4-1 0,-3 1 0,-7 2 15,1 0-15,0 2 0,-5-3 16,2 1-16,-13 7 0,12-5 0,-3 4 16,0-2-16,0 3 0,4-1 0</inkml:trace>
  <inkml:trace contextRef="#ctx0" brushRef="#br1" timeOffset="-73904">26948 15608 0,'0'2'0,"0"1"0,-2-3 16,-1 0-16,3 0 0,-2 0 0,2 2 16,0-2-16,2 2 0,-2-2 0,0 2 15,-2 0-15,2 1 0,0-1 0,0 0 16,-2 0-16,0 0 0,0-2 0,-1 3 16,1-3-16,0 2 0,0-2 0,-3 0 15,3 0-15,-2 0 16,2 2-16,-1 0 0,1-2 0,0 2 0,0-2 15,2 0-15,0 3 0,2-1 0,0-2 16,0 2-16,-2 0 0,3-2 0,-1 0 16,-2 0-16,0 3 0,0-3 15,-2 0-15,-1 2 0,1-2 0,-2-2 16,2 2-16,-1 0 0,-1 0 0,2 0 16,-3 0-16,5 0 0</inkml:trace>
  <inkml:trace contextRef="#ctx0" brushRef="#br1" timeOffset="-73363.31">26879 15643 0,'0'0'0,"0"0"0,0 0 0,0 0 0,0 0 16,0 0-16,-2 5 0,2-1 0,0 3 15,0 2-15,-2 2 0,2 2 0,0 2 16,-4 3-16,-1 2 0,-1 6 15,1-1-15,1-1 16,-1-4-16,-1-3 0,1-1 0,3-3 0,0-4 0,0 0 16,-3-7-16,5 2 0,0-4 0,0 0 15,3-2-15,1-5 0,0-4 16,5-2-16,2-2 0,-2-5 0,2-4 16,-2-3-16,2 1 0,-2-5 0,4-9 15,-2 3-15,0 1 0,0 6 0,-2 3 16,-5 7-16,3 3 0,-5 3 0,2 8 15,-1 1-15,-3 8 0,0 3 16,2 1-16,0 6 0,0 0 0,1 1 16,1 3-16,3-4 0,-3 5 0,0-3 15,1 1-15,1-1 0,1 1 0,0-3 16,-3 0-16,3-2 0,-1-4 0,-1-1 16,1-1-16,-1-3 0,1-6 15,1-1 1,2-4-16,-3-2 0,3-4 0,2 0 0,-2-8 0,4-7 0,0-1 15,-2 2-15,1 3 0,-1 1 0,-3 6 32,1 1-32,-4 5 0,1 2 15,-1 4-15,-1 7 0,-2 2 0,5 3 16,-1 1-16,3 1 0,2 4 0,0 7 16,0-3-16,3 9 0,1 0 0,-2 1 15,0-5-15,1 2 0,-1-3 0,0 1 16,-2-4-16,2 1 0,1-1 0,-3-1 15,2-2-15,0 1 0</inkml:trace>
  <inkml:trace contextRef="#ctx0" brushRef="#br1" timeOffset="-72421.95">27519 15258 0,'-2'2'0,"-1"-2"0,3 0 0,-4 0 0,4 0 16,-2 0-16,0-2 0,2 4 15,0-2-15,2 0 0,4 0 0,1-2 16,2-1-16,4 3 0,0-2 0,5 0 15,-5 2-15,7-2 0,-2 2 0,-1-2 16,3-1-16,-2 1 0,2 0 0,-5 2 16,-2-2-16,-2 0 0,-2-1 0,-4 3 15,-1 0-15,-2 0 0,-2 0 16,0-2-16,0 2 0,0-4 0</inkml:trace>
  <inkml:trace contextRef="#ctx0" brushRef="#br1" timeOffset="-72263.18">27519 15200 0,'0'-4'0,"0"-3"0,0 7 0,2-6 0,0-3 0,3 4 16,1-1-16,1 4 0,0-3 0,4-4 15,2 5-15,0-3 0,0 1 16,0-1-16,3 3 0,-5-1 0,2 1 16,-2 2-16,0 0 0,2 2 0,3 2 15,-3 0-15,-2 0 16</inkml:trace>
  <inkml:trace contextRef="#ctx0" brushRef="#br1" timeOffset="-69959.9">28518 14466 0,'2'-2'0,"-2"0"0,0-1 0,0 3 0,0 0 0,2-2 0,-2 0 0,0 2 16,0 0-16,2 0 0,0-2 0,5 0 15,-2-3-15,3-1 0,1-3 0,0-2 16,2-2-1,-2-3-15,2-4 0,-2 0 0,2-10 0,-2 1 0,-3-2 16,-6-2-16,0 2 16,-4-2-16,-5 2 0,-4-6 0,-5 1 0,-6-12 0,-7 4 15,0 4-15,0 5 0,0 11 16,3 2-16,-10 13 0,-6 11 0,-13 20 0,-5 15 16,11 3-16,9 4 0,5 3 15,2-1-15,2-4 0,4 0 16,9 2-16,7 13 0,6 5 0,18 8 0,-2-23 15,9-8-15,2-8 0,6-4 0,-2-3 16,5 2-16,-3-1 0,-1-3 0,3-7 16,5-4-16,3-2 0,3-9 15,3-4-15,0-5 0,0-2 0,-7-7 16,-10 0-16,-8 3 0,-4-3 0,-2 1 16,0 1-16,-2 1 0,-2-1 0,-5 8 15,-2-3-15,0 0 0,-4 0 16,-1 4-16,-1-2 0,-3 0 0,-4 3 15,-1 1-15,-1 1 0,-3-3 0,5-2 16,2-4-16</inkml:trace>
  <inkml:trace contextRef="#ctx0" brushRef="#br1" timeOffset="-69800.08">28262 14343 0,'0'-3'0,"-2"1"0,0 2 0,-1 0 0,1 2 16,4 1-16,1 3 0,1 1 0,0 4 15,7 4-15,-2-1 0,7-1 0,-3 2 16,11 7-16,-2-2 0,0 0 0,0-2 16,-4-1-16,0 1 0,1-1 0,-1 1 15,2 0-15,-3-1 0,1-1 16,-5-3-16,3-2 0,-1-2 0,-2-2 16,3-3-16</inkml:trace>
  <inkml:trace contextRef="#ctx0" brushRef="#br1" timeOffset="-69529.82">28601 13712 0,'0'0'0,"-2"0"0,2 0 0,-2-4 15,-2 1-15,1 1 0,3 0 0,3 0 16,1 0-16,3-1 0,4 3 0,4 0 15,5 3-15,4-1 0,0 2 0,3 1 16,10 6-16,3-3 0,-5-1 16,5 2-16,-5 0 0,1-5 0,-3 3 0,-5-3 15,-3 1-15,-8-3 0,-1 0 16,-10-2-16,-1 0 0,-7 2 0,-1-2 16,1 2-16</inkml:trace>
  <inkml:trace contextRef="#ctx0" brushRef="#br1" timeOffset="-69324.26">28853 13465 0,'0'0'0,"-2"2"0,2-2 0,-3 5 0,1 4 16,0 4-16,0 2 0,-3 7 16,-3 11-16,1 5 0,-2-1 0,3-1 15,-6 3-15,1 1 0,0 2 0,-8 15 16,3-8-16,-1-10 0,3-6 0,3 3 15,2-12-15,5 0 0,2-11 0,0-2 16,4-6-16,0-1 0,0-4 16,5-4-16,-3-1 0,-2-1 0</inkml:trace>
  <inkml:trace contextRef="#ctx0" brushRef="#br1" timeOffset="-69165.37">28921 13675 0,'-2'-3'0,"-2"1"0,4 2 0,-9 0 0,0 0 0,-2 2 0,-5 5 16,-1-3-1,1 7-15,1-2 0,-3 7 0,3-3 0,-3 7 0,3 2 16,2 0-16,-1 2 0,3-4 0,-2 2 16,2-2-16,2 0 0,0-5 0,-2-2 15,3-2-15,-1-6 0,2-5 16,-2-2-16,3-1 0,-1-1 0</inkml:trace>
  <inkml:trace contextRef="#ctx0" brushRef="#br1" timeOffset="-69023">28601 13686 0,'0'0'0,"0"-3"0,0-1 15,0 4-15,0-4 0,3 4 0,1-3 16,3 6-16,2-3 0,2 4 0,0 0 16,4 3-16,-2 0 0,5 4 0,-1 0 15,6 4-15,-1 3 16,0 2-16,-3 4 0,-1 0 0,4 9 0,0 5 0,7 12 16,-3-6-16,-6-13 0</inkml:trace>
  <inkml:trace contextRef="#ctx0" brushRef="#br1" timeOffset="-68387.74">28934 14640 0,'-2'2'0,"-2"1"0,-1 1 0,1 5 0,2 0 16,0 2-16,-3 0 0,5 0 0,-4 2 16,4-4-16,0 2 0,4-2 0,-2 0 15,3-3-15,-1 1 0,3-5 16,-1-2-16,3-4 0,-2-3 0,4-4 16,-2-5-16,2-1 0,0-5 0,0-2 15,0-1-15,0 3 0,-2-4 0,2 4 16,-7 6-16,0 5 0,1 0 0,-1 2 15,1 3-15,-3 4 0,2-1 16,-1 6-16,1 1 0,0 7 0,1 2 16,-1 3-16,3 1 0,-1 3 0,1-2 15,-3 2-15,1 0 0,-1-5 0,3 5 16,-3 0-16,3-7 0,-3-4 0,1-3 16,-1-1-16,3-5 0,-1-3 0,1-5 15,2-3-15,0-5 0,-3 1 16,3-5-16,-2-2 0,1-7 0,-1 5 15,0 6-15,-5 1 0,2 6 0,-2 2 16,1 4-16,1 3 0,1 0 0,-1 2 16,0 2-16,3 5 0,0-1 0,-1 8 15,3-1-15,2 11 0,0 5 16,2-3-16,0 7 0,1-4 0,-3-3 16,0-1-16,-2-3 0,-1-2 0,-5-3 15,-1-1-15,-4 1 0,-3 1 0,1-3 16,2 3-16</inkml:trace>
  <inkml:trace contextRef="#ctx0" brushRef="#br1" timeOffset="-68069.54">28302 15209 0,'-3'-2'0,"-1"0"0,-5-3 16,5 1-16,-1-3 0,5 1 0,0 1 15,9 1-15,0-3 0,6 3 0,5-1 16,5 3-16,10 0 0,4 2 0,1 2 16,6 0-16,3-2 0,26 5 0,9 4 15,24 2-15,-2 6 0,-12-10 0,12 4 16,-31-4-16,0-5 16,-9 4-16,7-14 0,-11 5 0,0-1 0,-12 6 15,-8 5-15,-9-1 0,-4-3 0,-5-1 16,0-4-16,1 2 0,-8-3 0,-1 6 15,-5-1-15,-2-2 0,-3 2 0,1 0 16,-5 0-16,-2 5 16,0 0-16,-4-1 0,4-1 0</inkml:trace>
  <inkml:trace contextRef="#ctx0" brushRef="#br1" timeOffset="-67592.16">28480 15628 0,'2'-2'0,"-2"0"0,0 2 0,3-5 0,-1 1 16,4-3-16,-1-2 0,-1 5 0,1-3 16,1 1-16,3-1 0,-2 5 0,4 0 15,0 2-15,4 4 0,1 1 0,3 1 16,4 1-16,10 6 0,4 0 15,-4 3-15,0 4 0,-2 2 0,-2 4 16,-1 7-16,8 11 0,-5 2 0,-5 3 16,-2-3-16,-4 9 0,-7-10 0,-6-6 15,-3-8-15,1 0 0,-3 0 0,2 2 16,1-2-16,1 2 0,3 2 16,0 3-16,-5-5 0,1-2 0,-1-7 15,1-7-15,1 1 0,-1-5 0,-3 1 16,0-3-16,3-5 0,-3 3 0,2-5 15,-2 1-15,1-1 0,-1 3 0</inkml:trace>
  <inkml:trace contextRef="#ctx0" brushRef="#br1" timeOffset="-67385.86">28930 15935 0,'0'-3'0,"-4"-3"0,4 6 0,-3-7 0,1-2 0,-2 5 0,2-5 15,-1 5-15,1-3 0,0 5 0,0 4 16,-3 2-16,1 5 0,-1 2 0,-1 5 16,-3 4-16,-2-1 0,0 6 0,-7 8 15,-1 0-15,-1 4 0,-5 1 16,6-1-16,-12 16 0,2-2 0,5-3 16,2-6-16,4 0 0,3-2 0,8-3 15,7-1-15,7-1 0,4-4 0,-2 0 16</inkml:trace>
  <inkml:trace contextRef="#ctx0" brushRef="#br1" timeOffset="-66575.77">29289 16455 0,'0'-2'0,"-2"-3"0,2 5 0,-2-4 16,0-1-16,0 1 0,2 0 0,0-1 16,0 3-16,0 0 0,0-3 0,-3 3 15,3 0-15,0 0 0,0 0 0,-2-1 16,2 3-16,0 0 0,0 0 15,0 0-15,0 5 0,-2-3 0,2 2 16,-4 1-16,1 4 0,1-1 0,-2 3 16,-1-2-16,3 7 0,2-3 0,0 5 15,0-1-15,0 3 0,0-2 0,0-3 16,2 5-16,1-7 0,-1 3 16,-2-1-16,2-4 0,0-2 0,-2 0 15,0-5-15,0 1 0,2-5 0,1-3 16,-1-3-16,0-1 0,2-6 0,-1-3 15,1-3-15,0-3 0,5 0 0,-2-3 16,2 1-16,2-2 0,-3 4 0,3-9 16,-2 9-16,0 2 0,-2 7 15,-3 2-15,1 4 0,-3 2 0,2 3 16,1 2-16,-1 0 0,0 5 0,3 1 16,0 3-16,-1 2 0,1 2 0,2-4 15,0 4-15,2-2 0,-3 0 16,1 0-16,2-2 0,-4 0 15,2-2-15,-5-1 0,0-1 0,1-3 16,1-2-16,-1 0 0,-1-4 0,3-3 16,0-2-16,-3-2 0,3-2 0,-3-3 15,3 3-15,-3 2 0,3-2 0,-3 4 16,0-2-16,1 7 0,-3-1 0,0 1 16,3 6-16,-1 0 0,-2 5 0,3 0 15,-1 4-15,0 2 16,3 0-16,2 5 0,0-3 0,2 9 0,-2 1 0,2-3 15,0 0-15,2-5 16,0 1-16,0-3 0,1-1 0,3-8 0,-1 1 16,3-5-16,-3 0 15</inkml:trace>
  <inkml:trace contextRef="#ctx0" brushRef="#br1" timeOffset="-66209.98">30178 15304 0,'-2'-2'0,"0"2"0,2 0 0,-5-2 0,3-1 0,0 1 0,-1 2 0,1-2 0,4 0 16,1 2-16,3 0 0,3-5 0,0 5 16,6-4-16,1-1 0,1 1 0,3 0 15,9-3-15,-3 0 0,-1 1 16,-5-1-16,-1 3 0,-3-5 0,-3 5 15,-4-3-15,-5 3 0,-2 1 0,-2 1 16</inkml:trace>
  <inkml:trace contextRef="#ctx0" brushRef="#br1" timeOffset="-66100.11">30165 15167 0,'0'0'0,"-3"0"0,1-2 0,0 0 16,2-3-16,2-1 0,3-1 0,6 3 15,-2-1-15,6 1 0,-2-3 16,3 3-16,1 0 0,1-1 0,8-1 15,-4 1-15,3 1 0,-5-1 0,-5 3 16</inkml:trace>
  <inkml:trace contextRef="#ctx0" brushRef="#br1" timeOffset="-64003.68">30906 14005 0,'0'-4'0,"-3"4"0,1-5 0,0 1 16,-5 4-16,3-4 0,-3 4 0,-2 0 15,1 2-15,-1 4 0,-2 1 0,-2 0 16,-3-1-16,1 1 0,-10 2 0,3 0 15,0-1-15,-2 1 0,2-4 16,0-1-16,2-2 0,3-2 0,1 0 16,3 0-16,0-2 0,6 0 0,-2 0 15,5-1-15,2 1 0,4 0 0,-2 0 16,-2 2-16,-1 4 0,1 1 0,-2 1 16,2 1-16,-1 4 0,-3 0 0,1 2 15,-3 3-15,3-1 0,-4 5 0,0-3 16,1 3-16,-1 0 0,0 0 15,0-2 1,0-5-16,3 0 0,1-2 0,-1-4 0,6-1 0,0-1 0,2-5 16,-2 2-16,-2 0 0,4-2 0,5 0 15,-1-2 1,3 0-16,6-3 0,3-1 0,4 1 0,5-1 0,-1-1 31,0 0-31,3 3 0,6 0 0,-6 1 16,0 3-16,-5 3 0,-4-1 0,-5 2 15,-1 3-15,-8 0 0,1 6 0,-3-2 16,-2 4-16,-4 3 0,2-1 0,-6 3 16,-1 0-16,-6-2 0,-3-1 15,-1-1-15,-3-3 0,0 3 0,0-3 16,-2 0-16,0 0 0,-2-4 0,4 2 16,0 0-16,5-2 0,-1 0 15,5-3-15,2 1 0,5-3 0,2 1 16,4-3-16,5-2 0,1 0 0,6-7 15,-6 7-15,-1 0 0</inkml:trace>
  <inkml:trace contextRef="#ctx0" brushRef="#br1" timeOffset="-63685.01">31208 13972 0,'0'-4'0,"0"4"0,0 0 0,0-2 0,-3-1 0,3 6 15,-2-1-15,2 2 0,0 3 0,2 4 16,1 2-16,-3 3 0,0 1 0,0 3 16,0 2-16,0-2 0,0 13 0,0-2 15,0-3-15,-3 3 0,1-2 16,-2-3-16,2 1 0,-3-3 15,3-4-15,0 4 0,-3-4 0,3 0 16,-2-5-16,-1-1 0,3-3 0,0 0 0,2-5 16,-2-1-16,0-1 0,2-2 15,-5-4-15,5 2 0,-7-4 0,-1-3 0,-3-2 16,2 0-16</inkml:trace>
  <inkml:trace contextRef="#ctx0" brushRef="#br1" timeOffset="-63432.47">31055 13948 0,'0'2'0,"-2"-2"0,2 0 0,-2 2 0,-2-2 0,1 3 0,-3-1 0,-1 2 15,1 3-15,-3 2 0,-2-1 0,0 3 16,-2 0-16,1 3 0,-1 1 0,0 3 16,2-3-16,2 1 0,3-3 0,3-4 15,3 2-15,3-2 0,3-1 16,3 1-16,4-2 0,3-1 0,-1 1 15,3-3-15,2-1 0,-1-1 0,8-2 16,-7 2-16,0-2 16,8-4-16,-4 1 0,1 1 0,-3-2 15,-5-1-15,3 3 0,-2 0 0,0-5 0,-3 7 16,-2-2-16</inkml:trace>
  <inkml:trace contextRef="#ctx0" brushRef="#br1" timeOffset="-63083.47">31444 14080 0,'-3'0'0,"6"-6"0,-3 6 0,0-5 0,0-1 0,4-1 0,3 0 0,-1-1 15,3-1-15,2-2 0,2 0 0,3 2 16,-1 2-16,3 1 0,-1 3 0,5 6 16,-2-1-16,-2 4 0,-5-1 15,0 1 1,-2 1-16,0 2 0,-4 4 0,0 3 0,-5-3 0,-2 0 0,-5 0 15,1 0-15,0 5 0,-5-2 0,-4 8 16,-1 0 0,1 0-16,4-6 0,-2 4 0,5 0 15,1-2-15,1 0 0,4 0 0,2-5 0,2 3 0,7-3 16,1 3-16,7-3 0,1-2 0,4 1 16,1-6-16,6 1 0,-3-2 0,1 0 15,8-5-15,-6-2 16,-4 0-16,-12-2 0,1-1 0,-3 3 0,-4-2 31,-1 0-31,-1-5 0,-3 3 0,-1-3 16,1-4-16,-2 2 0,3-4 0</inkml:trace>
  <inkml:trace contextRef="#ctx0" brushRef="#br1" timeOffset="-62733.87">32262 14093 0,'-3'3'0,"3"-1"0,0-2 0,0 0 0,-2 2 0,0-2 0,0 0 16,-3 2-16,-1 0 0,-1 3 16,-4-1-16,-2 1 0,-5 1 0,1-1 15,-12 4-15,0 2 0,-2-5 0,3 1 16,1-3-16,1 1 0,2-3 0,1-2 16,4 0-16,5-2 0,3-3 0,3 1 15,3-1-15,3-3 0,4 1 16,3-4-16,3 0 0,1 0 0,2 0 15,5-2-15,-1-3 0,3 1 0,-1-3 16,1 3-16,2 1 0,0 3 0,-5 3 16,3 1-16,-5 3 0,0 1 0,0 6 15,-2 3-15,-2 1 0,2 4 16,-4 0-16,0 4 0,-1 3 0,3 2 16,-5 2-16,3 4 0,2 14 0,-3 0 15,1-1-15,0 3 0,-3-2 0,5-3 16,0 1-16,2-5 0,0 7 0,0-5 15,-2 0-15,-3 1 0,3-3 16,-5 0-16</inkml:trace>
  <inkml:trace contextRef="#ctx0" brushRef="#br1" timeOffset="-62079.58">30612 14942 0,'0'0'0,"-6"-2"0,6 2 0,-9 0 0,0-2 16,-4 2-16,2 0 0,-2 0 0,2 0 16,0 0-16,-1 0 0,4 0 0,3 0 15,-1 0-15,1 2 0,1-2 0,2 0 16,-1 0-16,1-2 0,0 2 0,2 0 15,0 0-15,4 0 0,1 0 16,6 0-16,2-2 0,7 0 0,2 2 16,7-3-16,4 1 0,17 0 0,6 0 15,5-1-15,34-1 0,0 0 0,31-1 32,-12 5-32,27-4 0,-52 6 0,-8-4 15,1 2-15,-5-2 0,7-1 0,-7 3 16,-7-4-16,-1 4 0,-5-4 15,0 1-15,0 1 0,-5 0 0,-2 2 16,-8 0-16,-3 0 0,-4-4 0,0 4 16,-2 0-16,-1 0 0,-3 0 0,-1-3 15,-2 6-15,-2-3 0,-2 0 0,-5 0 16,-2 0-16,-5 2 0,1 0 16,-2-2-16,-1 2 0,-4 0 0,0 1 15,-2-3-15,0 0 0,-5 0 0,0 0 16,1 0-16,-5 0 0,2 0 0,-13 0 15,7 0-15,-1 0 0,3 0 0,2 0 16,0-3-16,2 3 0,3 0 16,-5-2-16,4 2 0,-4 0 0</inkml:trace>
  <inkml:trace contextRef="#ctx0" brushRef="#br1" timeOffset="-60221.39">31080 15582 0,'0'-2'0,"-2"-1"0,2 3 0,-3-4 0,3 4 15,0-2-15,0 0 0,0 2 0,0 0 16,0 0-16,0 0 0,0 2 0,0 4 16,0 1-16,3 2 0,-1 6 15,-2-2-15,2 3 0,0 4 0,0 0 16,3 10-16,-1 1 0,1-2 0,-1 2 16,-2 0-16,0-3 0,1-1 15,1 1-15,0-3 0,3 1 0,0-4 16,-3-2-16,0 0 0,1-2 0,-1-3 15,1-2-15,-1-2 0,3 0 0,-5-2 16,2-2-16,-1-3 0,1 1 0</inkml:trace>
  <inkml:trace contextRef="#ctx0" brushRef="#br1" timeOffset="-59967.84">31549 15494 0,'0'-3'0,"0"3"0,-2 0 0,2 3 0,0-1 0,0 2 16,2 3-16,-2 2 0,3 6 0,-3 0 15,2 3-15,0 4 0,-2 0 0,7 11 16,-5 3-16,4-3 16,-1 2-16,-1-2 0,3 2 0,-7-2 0,-2 0 0,-3-2 15,-4 7-15,5-16 0,0-5 16,-3 1-16,0-2 0,1-5 15,-3 0-15,2-5 0,-4 3 0,0-2 0,0-5 16,2 0-16,3 0 0</inkml:trace>
  <inkml:trace contextRef="#ctx0" brushRef="#br1" timeOffset="-59694.31">31388 15580 0,'0'0'0,"-4"-5"0,4 5 0,-4-2 0,-1 0 0,3 0 15,-2 2-15,-1 0 0,1 2 0,-1 2 16,-1 3-16,-3-1 0,4 3 0,-3 2 16,1 0-16,0 2 0,1 3 0,1-1 15,3 3-15,0-3 0,4 7 0,0 1 16,7-4-16,-4-5 0,3-1 16,8 4-16,4-1 0,0-5 0,2 0 15,0-2-15,-2-3 0,-1-1 0,1-3 16,-4 2-16,1-1 0,-3-3 0,-1 0 15,-4 0-15,-3 0 0,1-3 0,-1-1 16,-1 4-16,4-2 16,-1 0-16,-1-1 0,4 1 0</inkml:trace>
  <inkml:trace contextRef="#ctx0" brushRef="#br1" timeOffset="-59428.48">31666 15778 0,'-2'0'0,"2"0"0,0 0 0,-4 0 0,1 0 0,1 0 0,0 0 15,0 2-15,2 0 0,0 3 0,0-1 16,0 3-16,4-3 0,1 5 0,1 0 16,3 2-16,0 0 0,2 0 15,2-2-15,-2-5 0,2 1 0,1-3 16,-1 0-16,-4-4 0,2 0 0,-3-3 16,1-1-16,-2-1 0,-3-2 0,-1 0 15,-3-4-15,-3 2 0,1-2 0,-4 2 16,-1-2-16,-2 2 0,0 2 0,-2 0 15,0 2-15,0 1 0,-2 1 16,4 3-16,-2 2 0,2 0 0,0 2 16,3 3-16,1 1 15,3 3-15,0 2 0,4-2 0,0 0 16,3 0-16</inkml:trace>
  <inkml:trace contextRef="#ctx0" brushRef="#br1" timeOffset="-59126.73">31931 15734 0,'-2'0'0,"-1"0"0,3 0 16,0 2-16,-2-2 0,2 2 0,0 3 15,0-1-15,2 3 0,-2-3 16,5 7-16,1-2 0,1 0 0,0 2 16,1-2-16,-1 2 0,2-3 0,0 1 15,0-2-15,-3-3 0,3-1 0,-2-3 16,-1-3-16,-1 1 0,1 0 15,-1-5-15,-3-2 0,0 1 0,0-3 16,-4-3-16,0 1 0,-3 2 0,1-4 16,0 4-16,-3 0 0,-2 2 0,3 0 15,-3 2-15,4 1 0,-3-1 0,1 3 16,0 4-16,1 0 0,-1 0 0,3 4 16,-1 1-16,1 1 0,2 1 15,-3 2-15,1 2 0,4 2 0,-2 0 16,2 3-16,0-3 0</inkml:trace>
  <inkml:trace contextRef="#ctx0" brushRef="#br1" timeOffset="-58805.8">32224 15710 0,'-2'0'0,"0"0"0,2 0 0,-5-5 16,1 5-16,-3 0 0,-2 0 0,1-2 15,-1 4-15,0-2 0,2 2 0,1 1 16,-1 3-16,3 1 0,1 2 0,3 0 15,0 2-15,5 0 0,-1 0 16,1 0-16,4 0 0,-3-5 0,5 3 16,-2-5-16,2 1 0,0-3 15,2-2-15,-4 0 0,2 0 0,0-4 0,0-1 16,0-1-16,-2 1 0,0-4 0,-3-2 16,-3 0-16,1 0 0,-4 0 15,2 0-15,-4 0 0,0 0 0,-3 0 16,-1 2-16,-3-2 0,-2 5 0,0-1 15,-2 1-15,-3 1 0,1 3 0,-1 0 16,1 2-16,0 0 0,1 0 0,-1 4 16,-1-2-16,3 3 0,2 1 0,0 3 15,2-2-15,1 2 0</inkml:trace>
  <inkml:trace contextRef="#ctx0" brushRef="#br1" timeOffset="-58377.12">32824 14995 0,'0'0'0,"2"-2"0,0 2 16,5-2-16,-1 0 0,8 2 0,1-5 16,1 3-16,6-2 0,8 1 0,1-1 15,-2 2-15,2-3 0,-3 3 0,-1 0 16,-3-2-16,0 1 0,-2-1 16,-2 0-16,0-3 0,-2 0 0,-5 1 15,-2 1-15,-4 1 0,2-1 0,-5 1 16,3 2-16</inkml:trace>
  <inkml:trace contextRef="#ctx0" brushRef="#br1" timeOffset="-58234.35">33033 14814 0,'0'5'0,"2"-5"0,-2 0 0,3 2 0,3-2 16,3 0-16,2 0 0,2 0 0,1-2 15,1 2-15,3 0 0,1 2 0,1 0 16,2-2-16,5 5 0,-1-3 15,-1-2-15,-6 0 0,1-2 0</inkml:trace>
  <inkml:trace contextRef="#ctx0" brushRef="#br1" timeOffset="-54998.01">28055 17963 0,'-3'0'0,"3"-4"0,-2 1 0,2-1 0,-4 0 0,-3-1 0,3 3 15,-5 0-15,2-3 0,-1 1 0,-3 0 16,0-3-16,-1 2 0,1 1 0,0 2 15,-2-3-15,0 5 0,-2 0 16,-5 5-16,4-3 0,-1 5 0,-3 6 16,0 5-16,2-1 0,3 3 0,2 2 15,2 2-15,4-2 0,5 3 0,0-1 16,4 0-16,2 0 0,7 1 0,2-3 16,7 0-16,2-2 0,3-5 15,5-6-15,1-5 0,5-4 0,-1 0 16,-4-4-16,-3-1 0,-1 3 0,-7-4 15,-5-3-15,-4-2 0,-2-5 0,2-1 16,-4-1-16,-1 3 0,-4-5 0,-2 0 16,-4-2-16,-11-11 0,-3 2 0,-8 5 15,8 10-15,-11-4 0,-4 5 16,2 2-16,0 2 0,3 2 0,-1 2 16,5 5-16,0 2 0,4 0 0,4 7 15,5-1-15,2 1 0,7-3 0,0 3 16,6 2-16,1-1 0,1 1 0,-1-2 15</inkml:trace>
  <inkml:trace contextRef="#ctx0" brushRef="#br1" timeOffset="-54870.62">28255 18058 0,'0'0'0,"0"0"0,0 0 0,0 0 0,0 0 0,0 0 0,-2 0 0,2 0 16,0 0-16,-2 0 0,2 0 15,0 0-15</inkml:trace>
  <inkml:trace contextRef="#ctx0" brushRef="#br1" timeOffset="-54422.88">28709 17806 0,'0'-2'0,"0"0"0,0 2 0,0-2 0,0 0 15,3-3-15,-1 3 0,2 0 0,1-3 16,1 1-16,3 0 0,2-1 0,2 3 16,3 0-16,1 2 0,3 0 0,-4 0 15,4 2-15,-3 0 0,-1 0 0</inkml:trace>
  <inkml:trace contextRef="#ctx0" brushRef="#br1" timeOffset="-54327.93">28877 17937 0,'0'2'0,"0"-2"0,0 0 0,0 2 0,0 0 0,0 0 16,4 3-16,1-1 0,-1 1 0,3 3 16</inkml:trace>
  <inkml:trace contextRef="#ctx0" brushRef="#br1" timeOffset="-54184.63">28899 18128 0,'0'0'0,"-2"0"0,2 0 0,-2 0 16,2 0-16,-3-2 0,3 2 0,0-2 0,0 2 0,0-2 15,3 0-15,-3 2 0</inkml:trace>
  <inkml:trace contextRef="#ctx0" brushRef="#br1" timeOffset="-54041.27">29516 17886 0,'3'-2'0,"-3"-3"0,0 5 0,0-6 0,0-3 0,-3-2 0,1 0 0,-2-2 16,-3-1-16,1 3 0</inkml:trace>
  <inkml:trace contextRef="#ctx0" brushRef="#br1" timeOffset="-53942.49">29351 17701 0,'-2'-3'0,"-5"1"0,7 2 0,-9-2 0,-2 0 16,-2 2-16,2 0 0,-2 0 0,2 4 15,0 1-15,0-1 0,0 3 0,4 1 16,-2-1-16,7 4 0,2 0 0,2 5 16,1-5-16</inkml:trace>
  <inkml:trace contextRef="#ctx0" brushRef="#br1" timeOffset="-53835.69">29397 17930 0,'5'2'0,"8"0"0,-13-2 0,18 7 0,6 2 0,9 2 16,0 2-16,-2 2 0,-5 3 0,-1 0 15,-1-1-15,-6 3 0,-3 2 0,0-2 16,-4 0-16,-2-2 15,-2-1-15,-5 1 0,-2 0 0,-4-1 0,-3-1 16,3-3-16,-3 0 0,0-2 0</inkml:trace>
  <inkml:trace contextRef="#ctx0" brushRef="#br1" timeOffset="-53706.4">29292 18183 0,'0'-4'0,"0"-3"0,0 1 0,0-5 0,2-5 15,2-6-15,7-15 0,-2 4 0,2 4 32</inkml:trace>
  <inkml:trace contextRef="#ctx0" brushRef="#br1" timeOffset="-53644.66">29466 17802 0,'2'-2'0,"2"-5"0,3-2 0,0 3 0,-1-3 0,1 2 16,-1 1-16,-3 1 0,-1-1 0,-2 1 15,0 3-15,0 0 0,-2 2 0</inkml:trace>
  <inkml:trace contextRef="#ctx0" brushRef="#br1" timeOffset="-53045.33">28568 17712 0,'-2'0'0,"2"0"0,0 0 0,-4-3 0,2 3 16,-1-2-16,1 0 0,0 0 0,2 0 15,-2-3-15,2 1 0,0 2 0,0-3 16,0 1-16,0-1 0,2 1 15,0 0-15,0 1 0,-2-1 0,3 0 16,-1 1-16,-2 1 0,4 0 0,1 0 16,-1 2-16,0 0 15,3 2-15,0 0 0,1 0 0,1 3 16,2-1-16,3 3 0,1-1 0,0 3 0,3 0 0,2 2 16,2 0-16,0 2 15,-7-2-15,3-2 0,-5 2 0,1-2 0,-3 0 16,-3-3-16,1 3 0,-4 0 0,-1-2 15,0-1-15,-1 1 0,1 0 0,-2 1 16,-2-3-16,0 1 0,2 1 0,-2 0 16,-2-1-16,2 1 0,-2-1 15,0 3-15,0-4 0,2 3 0,-5-1 16,1 2-16,-1-2 16</inkml:trace>
  <inkml:trace contextRef="#ctx0" brushRef="#br1" timeOffset="-52975.5">28754 17952 0,'-5'0'0,"3"0"0,2 0 0,-4-2 0,-1 2 0,-4 0 16,-2 0-16,-4 2 0,2-2 0,-1 2 31</inkml:trace>
  <inkml:trace contextRef="#ctx0" brushRef="#br1" timeOffset="-52785.87">28555 17952 0,'0'0'0,"0"0"0,0 2 0,0-4 0,0 2 0,0 0 16,2 0-16,-2 0 0,5 0 16,-1 0-16,1 0 0,-1-2 0,5 0 31,-3 2-31,5 0 0,3-5 0,1 5 15,1-2-15,-1 0 0,3 2 0,1 0 16,1 0-16,11 0 0,-7 2 16,-2 0-16,1 0 0,-6 1 0,1-1 15,-3 2-15,-2 1 0,1-1 0,-3 0 16,0-1-16,-2 1 0,-1 0 0,-3-1 16,-3 1-16,2-2 0,-1 3 0</inkml:trace>
  <inkml:trace contextRef="#ctx0" brushRef="#br1" timeOffset="-52675.45">28921 18029 0,'0'0'0,"0"2"0,0 3 15,-2-3-15,0 2 0,0 3 0,-1 0 16,1-3-16,0 5 0,0-3 0,-3 1 16,1 0-16,-3 2 0,1-3 0,-3 3 15,-4-2-15,-1-1 0,-1-1 16,0 1-16</inkml:trace>
  <inkml:trace contextRef="#ctx0" brushRef="#br1" timeOffset="-52549.38">28599 18153 0,'-4'0'0,"-1"0"0,5 0 0,-6 2 0,-3-2 0,0 0 0,0 2 16,3-2-16,-3 0 0,2 2 0,1-2 15,-1 2-15,3-2 0,-3 0 16,5 0-16,-3 0 0,3 0 0,2 0 16,-2 0-16,0 3 0,2-1 0,-2-2 15,2 0-15,0 2 0,0 0 0,0 0 16,0 1-16,2-1 0,-2-2 16,4 2-16</inkml:trace>
  <inkml:trace contextRef="#ctx0" brushRef="#br1" timeOffset="-50283.05">29305 17998 0,'0'-2'0,"0"0"0,0-3 0,-2 1 16,2 0-16,0-1 0,0 3 15,-3-2-15,1 4 0,2-3 0,0 1 16,0 0-16,0-2 0,0 4 0,0-3 16,0 3-16,0 0 0,0-2 0,0 2 15,0 0-15,0 0 0,-2 0 0,2 2 16,-2-2-16,2 3 0,2-3 16,0 0-16,-2 0 0,5 0 0,-1 0 15,0-3-15,3 1 0,0 0 0,1 0 16,1 0-16,0-3 0,2 1 0,-2-3 15,2 1-15,0-1 0,-2 2 0,4-1 16,-2 1-16,2-1 0,1-3 0,3-2 16,1-4-16,-1 1 0,1-1 15,0-1-15,-3-1 0,1-1 0,-1 1 16,-2 1-16,0 1 16,-4-1-16,-2 3 0,-5 0 0,0 2 0,-2 0 0,-4 4 15,2-2-15,-3 3 0,1-3 0,4 4 16,-5-1-16,-3 1 0,-1 1 15,0 0-15,-2 1 16,0 1-16,4-2 0,-6 2 0,-7 4 0,0-2 0,1 4 16,3-4-16,-8 5 0,2-1 0,0 0 15,-2 3-15,4 0 0,-2-1 0,4 5 16,-2-2-16,7 0 16,2 2-16,0 0 0,0 0 15,4-4-15,-2-3 0,3 5 0,-1-3 0,5 3 0,0 2 16,2 0-16,0-2 0,2 0 15,2 2-15,-1-2 16,1 2-16,3 0 0,-1 2 0,1 0 0,2 1 16,2-3-16,0 2 0,0-2 0,0 0 0,2 2 15,-2-4-15,2 0 0,-2-3 0,5 1 16,-5 0-16,2-3 0,0 3 0,0 1 16,1-3-16,3-1 0,1 3 0,-3-1 15,1 1-15,-1-2 0,-1 1 0,-1-1 16,-4 1-16,2-1 0,-3-1 15,-3 0-15,4 1 16,-3-1-16,-1 1 0,-1-1 0,-4 0 16,2 1-16,-2-1 0,2-2 0,1 3 0,-3 1 0,2-1 15,0 2-15,-2-1 16,-2-1-16,2 1 0,-2 3 0,2-5 0,-7 5 16,3-2-16,-1 2 0,1-1 0,-1-1 15,-1 0-15,1-1 0,5 1 16,-4-3-16,0 5 0,-3 0 0,3 0 15,-1-3-15,1 3 0,-3 0 0,-4 2 16,0 0-16,2-2 0,0-5 0,1 3 16,-1 0-16,0-1 0,0-1 0,0-1 15,1-4-15,-1 0 0,2-2 0,0 2 16,1 2-16,-1 0 0,-2-2 0,1-2 16,1 2-16,3-2 0,-5 0 15,2 2-15,1-3 0,-1 1 0,0 0 31,1 0-31,-1 0 0,0-1 0,-1 1 16,1 0-16,0-5 0,3 3 0,2-3 16,-3 1-16,5-1 0,-2-2 15,0 0-15,2-2 0,0 0 0,0-2 0,-2 2 16,0-2-16,-1 2 0,3-2 16,0-1-16,0 1 0,0 2 0,0-4 15,0 6-15,0-4 0,3 4 0,-3 0 16,2 0-16,0 0 0,-2 3 0,4-1 15,-1 1-15,1-3 0,3 2 16,-1-2-16,1 0 0,2 3 0,-1-3 16,3 2-16,1-1 0,1 1 0,-2 0 15,-2-1-15,-1 1 0,1-2 0,-2 2 16,2-1-16,-5 1 0,5-2 16,-2 5-16,-3-5 0</inkml:trace>
  <inkml:trace contextRef="#ctx0" brushRef="#br1" timeOffset="-50251.32">29481 17837 0,'0'0'0,"0"-2"0,0 2 0,2 0 0</inkml:trace>
  <inkml:trace contextRef="#ctx0" brushRef="#br1" timeOffset="-49168.91">28557 17996 0,'3'-2'0,"-3"0"0,0 2 0,0 0 0,-3-5 0,3 3 0,-2 0 0,-2 0 16,4-1-16,-5 3 0,3-2 0,0 0 16,0 2-16,0-2 0,2 2 15,-3 0-15,1 0 0,0 0 0,2 0 16,0 0-16,0 0 0,0-2 0,0 2 16,0-3-16,2 3 0,0-2 0,1 0 15,1-2-15,0 1 0,1 1 16,-1-2-16,3 2 0,-1-3 0,1 1 15,0-1-15,-1 1 0,1 0 0,-1-3 16,3 2-16,-2 1 0,2 0 0,2 1 16,-2-1-16,2 2 0,2 0 0,-4 2 31,4 0-31,-2 0 0,2 2 0,5 2 16,-5-2-16,0 1 0,3-3 15,1 0-15,-6 2 0,0-2 0,-2 2 16,-2 0-16,2 0 0,-5 3 0,0-1 15,1 3-15,-1-3 0,1 3 0,-3 2 16,0-5-16,0 1 0,0 1 0,-2 1 16,0-1-16,0-1 0,0 1 0,0-1 15,0 1-15,-2 1 0,0-2 16,0-1-16,0 3 0,2-3 0,-5 0 16,5 1-16,-4-1 0,-1 1 0,-1 1 15,-5-1-15,-2 3 0,-1-1 0,1 2 16,-2-3-16,1 3 0,-1-2 0,2 0 15,0-1-15,-1 3 0,1-5 16,2 3-16,0 0 0,-2-1 0,0-1 16,-3-1-16,3 0 0,2 3 0,-5 2 15,8-5-15,-3 1 0,4-5 0,0 0 16,3 0-16,0 0 0,-3 0 0,3 0 16,-3 0-16,2 0 0,1 0 0,-5 0 15,3 0-15,1 2 0,1 0 16,4-2-16,-5 2 0,-1 1 0,1-3 15,5 2-15,0-2 0,0 0 0,0 0 16,0 0-16,0 0 0,3 0 0,-3 0 16,2 0-16,-2 0 0,0 0 0,2 0 15,0 0-15,0 0 0,-2 0 16,0 0-16,3-2 0,-1 2 0,2-3 16,3 1-16,-1 0 0,1 0 0,2-1 15,2 1-15,4-2 0,1-1 0,4-1 16,-1 1-16,1 1 15,2 0-15,3-5 0,-1 2 0,-2 1 0,0-1 16,-2 0-16,-3 1 0,1-1 0,-5 3 16,-2-3-16,-4 0 0,2 3 15,-5 2-15,1-3 0,-3 3 0,2 0 0,-2 0 16,3 2-16,-1 0 0,3 0 16,-1 2-16</inkml:trace>
  <inkml:trace contextRef="#ctx0" brushRef="#br1" timeOffset="-46109.26">29889 17568 0,'-2'3'0,"0"-3"0,2 0 0,0 0 0,-5-3 0,1 1 0,-1-2 0,-1 4 0,1-5 0,-1 3 16,-3 0-16,5-3 0,-5 3 0,2-2 16,3-1-16,-1 5 0,1-2 0,2 2 15,2 0-15,0 0 0,4 2 32,3 3-32,2-3 0,6 0 0,0 3 15,5-3-15,0 2 0,4 1 0,9 4 16,1-3-16,-4-1 0,1 1 0,-2 1 15,-3-3-15,1 1 0,-3-1 0,-2-2 16,-2 3-16,-7-3 0,0 0 16,-6 0-16,-3-2 0,3 2 0,-5 1 15,-2-3-15,-2 0 0,-2 0 0,-3 4 16,5-4-16,-5 4 0,3 1 0,-7-1 16,4 3-16,-2 2 0,1 2 0,-1 2 15,0 2-15,2 3 0,-6 6 16,4 1-16,3-1 0,-1 0 0,3 0 15,-1 1-15,3-1 0,-2 0 0,4-2 16,-5 0-16,3-2 0,0 0 0,0 2 16,-1 0-16,3 0 0,0 0 0,-2 0 15,2-2-15,0 0 0,2-5 0,-2 1 16,0-3-16,0-2 0,3-2 0,-1 0 16,-2-5-16,2 0 0,0-4 15,-2 0-15,2-2 0,1-2 0,1-3 16,-2-4-16,3 0 0,-3 4 0,2-1 15,1-3-15,-1 2 0,3 2 0</inkml:trace>
  <inkml:trace contextRef="#ctx0" brushRef="#br1" timeOffset="-45838.14">29911 17932 0,'2'-2'0,"-2"-2"0,0 4 0,0-3 0,0 1 0,0-2 16,3-1-16,-3 3 0,2-2 0,0-1 15,2 3-15,1-2 0,-1-1 16,5 1-16,0-1 0,2 1 0,0 0 16,4 1-16,-1-1 0,3 2 15,3 0-15,6-1 0,-1 1 0,6 2 0,-5-2 16,1 0-16,-1 0 0,-4-1 16,0 3-16,-6-2 0,-1 0 0,-2 2 15,-4 0-15,0 2 0,-3-2 0,-1 0 16,-3 0-16,0 0 0,-6 0 0,4 2 15,4-2-15,-2 0 0,3 5 0,-3-5 16,0 0-16,5 0 0</inkml:trace>
  <inkml:trace contextRef="#ctx0" brushRef="#br1" timeOffset="-45058.36">30533 17800 0,'4'-2'0,"-1"-3"0,1-1 0,5-1 0,0-2 0,2 0 16,0-2-16,0 3 0,0-6 15,-3 3-15,1 0 0,-2-2 0,-3 4 16,1-2-16,-3 2 0,-2 1 0,-2 1 15,-3 0-15,-1 1 0,-1 1 0,-4 3 16,-2-2-16,2 1 0,-5 3 0,-1 0 16,1 3-16,-1 1 0,-1 0 15,-2 1-15,3 2 0,1 1 0,3 1 16,2 2-16,2 0 0,2 2 0,3 1 16,0 1-16,4 3 0,2-3 0,4 5 15,1-5-15,6 5 0,3-2 0,10 4 16,3 0-16,4-2 0,0-5 15,2 3-15,1-3 0,-6-1 0,1-1 16,-4 0-16,-3 0 0,-4-2 0,0 0 16,-5 0-16,-6-2 0,-2 0 0,-5 0 15,-4-3-15,-1 1 0,-1 2 0,-3 0 16,1-3-16,-3 5 0,-2-4 0,0 2 16,-5 0-16,1-1 0,-3-1 15,1 2-15,-1-3 0,-2 1 0,3 0 16,-3-3-16,0 0 0,0-1 0,2-3 15,1 0-15,1-3 0,1-1 0,-1 0 16,3-5-16,2 0 0,0-4 16,2 0-16,3-3 0,-1 3 0,3-3 15,2 1-15,2 0 0,2-5 16,2 0-16,3-2 0,-1 2 0,5-2 0,0 2 16,5 0-16,-1 0 0,7-4 0,5 0 15,-5 4-15,0 0 0,-2 5 16,0-3-16,-3 5 0,-1 0 0,-1 2 15,1 0-15,-8 2 0,6 2 0,-6 3 16,-1-1-16,0 1 0,-5 0 0,0 4 16,2-3-16,1 3 0,-1-2 0</inkml:trace>
  <inkml:trace contextRef="#ctx0" brushRef="#br1" timeOffset="-44006.25">31444 17672 0,'-3'0'0,"1"-2"0,2 2 0,-2 0 16,0 0-16,-1-2 0,3 2 0,-2-3 0,0 3 16,2 0-16,0 3 0,0-1 0,0 2 15,2 5-15,0 0 0,5 2 0,-2 4 16,1 1-16,3 1 0,0 3 0,6 4 16,-2 3-16,3-1 0,-1-1 15,1-6-15,-3 3 0,0-4 0,-4 2 16,2-7-16,-4 0 0,1-2 0,-1 0 15,-2-4-15,-3 0 0,0-3 0,2 3 16,-4-5-16,0 0 0,0-2 0,0 0 16,-2-2-16,2 0 0,0 0 15,-2-3-15,4-1 0,-2-1 0,2-4 16,-2 2-16,3-4 0,-1 0 0,0-5 16,2 0-16,-1-2 0,-1 1 0,0-3 15,0 0-15,-2-3 0,0 3 0,-4-9 16,4 3-16,0 3 0,-2 3 15,-1 0-15,3 5 0,-4-1 0,4 5 16,-2 0-16,2 4 0,-2 2 0,2-2 16,-3 5-16,3 2 0,0 2 0,-2 4 15,2-2-15,-2 5 0,2 2 0,-2 2 16,0 4-16,2 5 0,0 4 16,0 3-16,-3 1 0,3 3 0,-2 2 15,0 0-15,0 12 0,-3-4 0,3-1 16,-2-2-16,-1-1 15,1 3-15,-1-5 0,1 3 0,-3 1 0,3-6 0,-3-2 16,3-4-16,2-3 0,2-6 0,0-1 16,2-4-16,-2-2 0,2-2 0,-2 2 15,2-6-15,-2-1 0,3 1 16,1-5-16,0-3 0,1-1 0,-1-1 16,3-3-1,-1-1-15,1-4 0,-3 4 0,1 0 0,-3 2 0</inkml:trace>
  <inkml:trace contextRef="#ctx0" brushRef="#br1" timeOffset="-42640.79">31684 17945 0,'0'0'0,"0"-4"0,0 4 0,0-2 0,-5-3 0,3 3 16,0-2-16,-2-1 0,1 3 31,1 2-31,2 0 0,2 0 0,1 2 16,1 1-16,0-1 0,5-2 0,0 4 15,2-2-15,5 1 0,-1 1 0,5-2 16,-3 0-16,3 1 0,-2-3 16,2-3-16,-3 1 0,3 0 0,-4 0 15,-5-3-15,2-1 0,-2-5 0,-2 2 16,0-7-16,-3 1 0,-1 0 0,-3-3 16,-2 5-16,-7-3 0,3 7 0,-3 1 15,-2 1-15,-4 0 0,0 1 16,-5 4-16,1-3 0,-1 5 0,-2 5 15,-2 1-15,4 1 0,-1 2 0,3 4 16,1-2-16,2 4 0,4 1 0,2-1 16,3 5-16,-1-2 0,5-1 0,5 3 15,1 2-15,5-2 0,9 4 0,4 3 16,1-3-16,1-2 0,1-2 16,1 0-16,-3 0 0,3-3 0,-1-1 15,-1-1-15,1-4 0,-3-2 0,4-5 16,-1-1-16,-1-6 0,5-3 0,0-7 15,-7-3-15,1-6 0,-10 0 0,1-4 16,-8-1-16,-3-2 0,-3 1 0,-2 1 16,0-1-16,-2 1 0,0-4 15,-3 7-15,-6 2 0,0 7 0,-2 4 16,2 2-16,0 2 0,0 3 0,0 4 16,0 2-16,2 2 0,-2 1 0,2 4 15,2 2-15,-1 2 0,1 4 0,0 3 16,1-2-16,1 4 0,-1-2 15,1 4-15,1 0 0,0-2 0,4 0 16,-3 0-16,1 1 0,2-6 0,2-1 16,1-1-16,-3-2 0,2-2 15,0-2-15,0-5 0,0-1 0,3-3 16,-3 0-16,2-5 0,3-1 0,0-3 0,4-2 16,0-2-16,2-5 0,0 0 15,0-4-15,1 2 0,-1-2 0,2 0 16,-4 2-16,0 5 0,-2 0 0,0 1 15,-5 3-15,1 3 0,-1 3 16,-2 1-16,3 4 0,-5 4 0,4 1 16,-4 6-16,2-3 0,1 8 0,1-3 15,-2 5-15,5-1 0,-3 3 0,3 0 16,-3 0-16,1 0 0,-1-3 0,3 8 16,-1-6-16,-1-3 0,-1-3 0,1-2 15,-1-4 1,-2-3-16,0-2 0,1-2 0,1-2 0,-2-2 0,0-5 15,-2-2-15,3-2 0,-1-3 0,0-1 16,0-3-16,0-2 0,3 0 0,-1 2 16,1 0-16,-1 0 0,0 2 0,-1 3 15,1 6-15,-4-2 16,4 2-16,-1 5 0,-1 0 0,0 1 16,2 3-16,-1 3 0,-1 1 0,-2 5 15,2 0-15,0 2 0,-2 4 0,3-2 0,-1 3 16,-2-1-16,0-2 0,0 3 15,0-3-15,0-2 0,0 0 0,-2-2 16,-1 0-16,-1-5 0,4 1 0,-5-3 16,5-2-16,0 0 0,-2-5 0,2-1 15,0-1-15,2-4 0,3 0 0,-1-4 16,3-3-16,2 3 16,2-5-16,2 0 0,2-9 0,5 5 0,-2 2 15,0 0-15,-1 4 0,3 5 16,-5 0-16,3 0 0,-2 4 0,-1 2 0,-2 1 15,0 1-15,1 3 0,-3 2 0,0 0 16,2 0-16,-2 0 0,2 0 0,-2 0 31,0 0-31,0-2 0,-4-1 0,-3 3 16,1-4-16,-1 2 0,-4 0 16,2-1-16,-2 1 0,5 0 0,-5-2 15,0 1-15,0 1 0,0-2 0,0 2 16,0-3-16,0 3 0,-2 0 0,-1 2 15,1 0-15,-2 0 0,1 0 0,-1 2 16,0 2-16,-1-1 0,1 3 0,2 1 16,-1-1-16,3 5 0,-2-2 15,2 0-15,2 2 0,1-2 0,1 4 16,0-2-16,1 2 0,1-2 0,1 3 16,0-3-16,-1 0 0,1 6 0,0-3 15,-3-3-15,0 2 0,1-2 16,-5 7-16,0-1 0,-5-4 0,1 5 15,-3-3-15,1 1 0,-3-3 0,-2 0 16,0 1-16,-2-6 0,-1 3 0,3-2 16,-2-2-16,4 2 0,-2-5 0,7 1 15,-1-1-15,1-2 0,2 0 16,0-6-16,-1 0 0,3 6 0,0 0 16,5-2-16,-3-4 0,0 1 0,0 1 15,1-2-15</inkml:trace>
  <inkml:trace contextRef="#ctx0" brushRef="#br1" timeOffset="-33898.23">14093 14418 0,'0'0'0,"-2"-3"0,0 3 0,0-2 0,2 2 0,-2 0 0,2 0 15,0-2-15,2 0 0,0 2 16,2-2-16,1-1 0,-1-1 0,1 2 16,1-3-16</inkml:trace>
  <inkml:trace contextRef="#ctx0" brushRef="#br1" timeOffset="-27022.79">1519 15313 0,'0'0'0,"0"-2"0,0 2 0,0 0 0,-2 0 0,2-3 16,-4 3-1,4-4-15,0 4 0,0-4 0,0 1 0,0 1 0,0-2 0,4 2 16,-8-1-16,4-1 0,0 2 0,0-1 16,-3 1-16,3 0 0,-2 0 15,2 0-15,0-1 0,0 3 0,0-2 16,-2 2-16,2-2 0,-4 2 0,4 0 15,0-2-15,0 2 0,-3-2 16,3-1-16,-2 3 0,2 0 0,0-2 16,0 0-16,0 2 0,0-2 15,0 0-15,0 2 0,0 0 0,0 0 0,2 0 16,-2 2-16,-2 0 0,2 0 0,0 3 16,-2-1-16,2 0 0</inkml:trace>
  <inkml:trace contextRef="#ctx0" brushRef="#br1" timeOffset="-23405.2">423 15357 0,'0'-2'0,"0"-1"0,0 3 0,0-2 0,-4-2 16,2-1-16,2 1 0,-2 0 15,-1-1-15,3 3 0,0-2 0,0 1 16,-6 1-16,3-2 0,1 4 0,-4 0 15,3 0-15,-5 0 0,1 0 0,-4 2 16,-7 0-16,3 0 0,-5 1 0,2-1 16,-10 2-16,-7 3 0,-5-1 15,-4-1-15,-3-1 0,-14 1 0,21-1 16,40-2-16,0-2 0,0 2 0</inkml:trace>
  <inkml:trace contextRef="#ctx0" brushRef="#br1" timeOffset="-23069.49">0 15566 0,'0'-2'0,"0"0"0,0 0 0,0 2 0,0 2 0,0-2 0,13 4 0,3-4 0,4 3 0,-5 1 0,7 3 0,-7-1 0,5 1 0,-7-1 0,3 3 0,-16-9 0,0 0 0,11 7 0,-11-7 0,9 9 0,-9 2 0,0-11 0,2 8 0,2-1 0,-8 2 0,2 0 0,0 2 0,-9 0 0,2 0 0,-5 0 0,1 0 0,-7 0 0,-8 4 0,-5-1 0,-3-3 0,32 2 0,4-2 0</inkml:trace>
  <inkml:trace contextRef="#ctx0" brushRef="#br1" timeOffset="-21256.99">805 15275 0,'-5'0'0,"1"-2"0,2 0 0,0-3 0,-1 1 16,-1 2-16,2 0 0,0-1 0,2 3 15,-3 0-15,1-2 0,2 4 0,-4-2 16,1 5-16,3-1 0,0 5 0,0 2 16,-2 0-16,2 5 0,-2 1 15,-2 3-15,-1 9 0,3-1 0,-5 3 16,5-2-16,-7 0 0,5-1 0,-7-4 15,4 1-15,3-5 0,0-3 0,-3-1 16,3-1-16,-3 1 0,5-3 16,-5 0-16,3-2 0,1 0 0,-3-2 15,4 0-15,2-5 0,-5 3 0,5-3 16,0 1-16,-6-1 0,3 0 0,3 1 16,-2-3-16,-4-2 0,3 0 0,-5 0 15,3 0-15,-1 4 16</inkml:trace>
  <inkml:trace contextRef="#ctx0" brushRef="#br1" timeOffset="-20891.32">615 15313 0,'0'-2'0,"0"-1"0,0 3 0,0-4 16,0 0-16,0 1 0,0 1 0,0-2 15,0 2-15,0-1 0,0 1 0,0 2 16,0 0-16,-2 0 0,-5 2 0,5 1 16,0 3-16,-7-1 0,5 3 15,-5 3-15,-2 0 0,0 3 0,2 1 16,-2 0-16,7 1 0,-7-1 0,8 1 16,-5-3-16,5 0 0,-3 3 0,6-3 15,0-2-15,0-4 0,4 1 0,-2-1 16,3 2-16,4-5 0,-1 5 15,3-2-15,3-5 0,-1 0 0,2-2 16,5-2-16,-7 0 0,5 2 0,-5-3 16,3 1-16,-5 0 0,0 2 0,0-2 15,0 2-15,-7 0 0,5 0 0,-5 0 16,3 0-16,-5 0 0,5 0 16,-3-2-16,5 2 0,-5-5 0,5 3 15</inkml:trace>
  <inkml:trace contextRef="#ctx0" brushRef="#br1" timeOffset="-20558.59">831 15363 0,'0'-2'0,"0"-2"0,0 4 0,0-5 0,5 1 16,-3 0-16,0-1 0,0-1 0,3 1 16,-1-1-16,0-1 0,3 3 0,-2-1 15,3 3-15,1-2 0,-2 4 16,-1-3-16,5 3 0,-6 3 0,4-3 15,-1 4-15,-1 0 0,0 3 0,-5 0 16,4 1-16,-3 3 0,-1 0 0,-2 5 16,0-1-16,0 3 0,-2 0 15,-1 1-15,-3 8 0,4-5 0,-5 0 16,5 0-16,0-4 0,-1-1 0,-1-1 16,4-3-16,0-2 0,0-2 0,4 0 15,-1-1-15,1-1 0,3-3 0,1 1 16,1-3-16,2 0 0,5 1 0,-3-6 15,2 3-15,-1-2 0,-1 0 16,2 0-16,-1-1 0,-3 1 0,0 0 16,-7-2-16,5 1 0,-7 3 0,2-2 15,3 0-15,-5-2 0</inkml:trace>
  <inkml:trace contextRef="#ctx0" brushRef="#br1" timeOffset="-20177.7">1239 15370 0,'0'0'0,"0"-2"0,0 2 0,0 0 0,0 0 0,0-2 0,0 4 0,-2-2 0,0 2 15,-3 2-15,1 1 0,2 2 16,-7 1-16,0 1 0,5 2 0,-7 0 16,0 0-16,0 0 0,0 0 15,2-2-15,-2 0 0,6 0 0,-6-5 0,7 1 16,-5-1-16,7-4 0,-5 0 15,5-2-15,2-5 0,2 3 0,5-7 16,-5 0-16,2-3 0,5 1 0,0-2 16,-4-1-16,3 1 0,3 2 15,-6-3-15,4 3 0,-1 4 0,-3-2 0,1 5 16,-1-1-16,1 0 0,-3 5 16,-1 0-16,0 2 0,-2 2 0,7 5 15,-5-1 1,-2 8-16,2 1 0,0 5 0,3 0 0,-3 6 0,7 9 15,-3 1-15,1-5 0,4-1 0,-7 1 0,7-4 16,-2-1-16,2 3 16,0-3-16,-2 5 0,2 0 0,9 7 0,-5-3 15,1-9-15</inkml:trace>
  <inkml:trace contextRef="#ctx0" brushRef="#br1" timeOffset="-16666.7">4582 16675 0,'0'3'0,"0"-1"0,0 0 0,0 2 0,-3 1 0,3-3 16,-2 0-16,2 0 0,0 3 0,-2-3 16,-2 5-16,4-5 0,-3 0 0,1 2 15,2-1-15,0-1 0,-2-2 16,4 0-16,-2-2 0,0 2 0,5-3 16,-1 1-16,-2-4 0,0 1 0,5 3 15,-5-2-15,1 1 0,1 1 0,0-2 16,-4 4-16,3-2 15,1 2-15,-4 2 0,0-2 0,4 0 0,-1 0 16,-3 0-16,0-2 0,0-1 0,2 3 16,0-4-16,2 2 0,-4 0 0,3-1 15,1-1-15,-2 0 16,3-1-16,-3 1 0,0-1 0</inkml:trace>
  <inkml:trace contextRef="#ctx0" brushRef="#br1" timeOffset="-15618.68">4665 16638 0,'-2'-2'0,"2"2"0,-4 0 0,4 2 0,-2-2 0,2 4 0,-5-2 15,5 1-15,0-3 0,0 2 0,0 0 16,0-2-16,0 0 0,5 0 16,-5 0-16,2 0 0,-2-2 0,2 0 15,0-1-15,0 1 0,3 2 0,-5 2 16,-5 1-16,5-1 0,-2 0 0,2-2 16,0 2-1,2 1-15,-2-3 0,5 0 0,-5 0 16,0 0-16,2 0 0,-2 0 15,0 0-15,2-3 0,-2 3 0,0-2 0,0 2 0,3 0 0,-3 0 16,4-2-16,-4 0 0,0 2 0,0 0 16,0-3-16,0 1 0,0 2 0,0 0 15,0-2-15,0 2 0,-4-2 16,1 2-16,1-2 0,0-1 0,2 3 16,-5-2-16,3 2 0,2 0 0,-2 0 15,0 0-15,2-2 0,-2 2 0,-3-2 16,3 2-16,0 0 0,2-2 15,-7-1-15,5 3 0,-2 0 16,4-2-16,-5 0 0,3 2 0,0-2 0,0 0 16,-1 2-16,-3 0 0,6 0 0,-2 0 15,2 0-15,0 0 0,0 0 16,-3 0-16,3 0 0,-4-3 0,4 3 16,0 0-16,0 0 0,0 0 0,-2-2 15,2 2-15,0 0 0,-2 0 0,2-2 31,-3 2-31,3 0 0,0-2 0,0 0 16,0 2-16,0 0 0,0 0 0,0-3 16,0 1-16,0 2 0,0-2 0,0 0 15,0 2-15,0 0 0,-4-2 16,4-1-16,0 3 0,0 0 0,0 0 16,0 0-16,0 0 0,0 0 0,0 3 15,-2-1-15,0 4 0,2-1 0,-3 4 16,3-3-16,0 1 0,-2 4 0,-2-5 15,4 3-15,-3 0 0,1-2 0,2-1 16,0-1-16,0-1 0,0-2 0,0 3 16,0-5-16,0 0 0,0-5 15,0-1-15,0 1 0,0-3 0,0-3 16,0-3-16,0-1 0,0 2 0,0-3 16,0 1-16,0-1 0,-6 3 0,3 0 15,1 2-15,2 2 16,-2 2-16,2 3 0,-4 0 0,-1 1 15,3 6-15,2 1 0,-7 3 0,3 4 16,4 2-16,-2 5 0,-3-1 0,1 5 16,4-2-16,-2 2 0,2 0 0,-5-4 0,3-1 15,2 1-15,-2 0 0,0-3 16,2-6-16,0-2 0,-2 1 0,-3-3 16,5-3-16,0 2 0,0-1 0,0-6 15,-2 3-15,0-6 0,2-1 0,0-2 16,0-4-16,-2 0 0,2-3 0,0 1 15,-5-3-15,5 3 0,-2 4 0,2-2 16,0 4-16,0 2 0,-2 1 16,2 1-16,-2 3 0,2 2 0,0 4 15,-5 1-15,5 6 0,-2-2 0,2 4 16,0 0-16,0 3 0,0-5 16,0 2-16,2-2 0,3 0 0,-5-2 0,0 0 15,4-3 1,-4 1-16,7-1 0,-5-3 0,-2-1 0,4 0 0,1-4 15,-3 2-15,2-7 16,3 1-16,-7-3 0,2-2 0,-2-5 0,0 3 0,0-2 16,-2 1-16,2-1 15,-7 4-15,3 2 0,2 0 0,-5 5 0,5 2 16,-7-1-16,5 8 0,-1-1 16,1 3-16,1 2 0,1 4 0,2-2 15,0 4-15,0 3 0,2-3 0,-2 3 0,0 0 16,5-1-16,-5 1 0,2 0 15</inkml:trace>
  <inkml:trace contextRef="#ctx0" brushRef="#br1" timeOffset="-14709.53">2051 17319 0,'0'-2'0,"-3"0"0,3 2 0,-6-7 0,1 1 0,5-1 0,-2 3 15,-2-3-15,1 2 0,1 1 0,2 0 16,0 1-16,-2 1 0,-2 2 15,1 5-15,3-1 0,-2 0 0,2 8 16,0-1-16,0 2 0,0 4 0,-2 3 16,2 0-16,-2 0 0,2 4 0,0-4 15,0 2-15,0 5 0,-7-8 16,7-1-16,-2-3 0,0 1 0,-3-3 16,3-4-16,2 2 0,-2-4 0,2-3 15,0 3-15,0-5 0,0 2 0,0 1 16,0-5-16,0 0 0,0 2 0,0-2 15,0-2-15,2-1 0,0 1 0,5-2 16</inkml:trace>
  <inkml:trace contextRef="#ctx0" brushRef="#br1" timeOffset="-14502.87">1945 17297 0,'-3'0'0,"3"-2"0,0 2 0,0-2 0,0 0 0,0-3 31,0 3-31,3-3 0,-3 1 16,4 2-16,3-3 0,-3 3 0,3-2 16,4 2-16,-5 2 0,10-3 0,-5 3 15,4-2-15,-4 2 0,5 0 0,1 2 16,-1-2-16,4 0 0,-5 0 0,9 3 16,1-3-16,-3 0 0,0 2 0,2-2 15,-9 0-15,5 0 0,-9 4 16,-6 1-16,1 3 0,-4-1 0,1 2 15</inkml:trace>
  <inkml:trace contextRef="#ctx0" brushRef="#br1" timeOffset="-14296.11">2313 17564 0,'-2'2'0,"2"0"0,2-2 0,2 3 16,1-3-16,4 0 0,-5 0 15,5 0-15,2 0 0,-7 0 0,5 0 16,2 0-16,-7 0 0,5 0 0,0 0 16,-2 0-16,2 0 0,-1 0 0,-3 0 15,1 2-15,-1-2 0,1 2 0,-1 0 16,4-2-16</inkml:trace>
  <inkml:trace contextRef="#ctx0" brushRef="#br1" timeOffset="-14153.06">2322 17456 0,'-2'0'0,"2"0"0,0 0 0,2 0 0,0-2 16,7-3-16,-5 3 0,7-2 15,-2-1-15,4 1 0,-2-1 0,2 1 16,1-3-16,1 3 0,-2 0 0,-2 1 16,3-3-16,1 1 0,-2-1 0,3-1 15,-3 3-15</inkml:trace>
  <inkml:trace contextRef="#ctx0" brushRef="#br1" timeOffset="-12184.22">2913 17434 0,'0'-2'0,"-3"2"0,1 0 0,0-5 0,-5 1 16,3-3-16,-3 1 0,3-1 0,-7-4 15,2 4-15,3-1 0,-3-1 0,-2 4 16,0-1-16,0 1 0,0 1 0,2 4 16,0 0-16,-2 2 0,0 5 0,0-1 15,0 5-15,0 3 0,-2 5 16,2 3-16,4-6 0,3 8 0,1-4 15,-1-2-15,4-1 0,4-4 16,-1 3-16,5-3 0,-1 3 16,2-5-16,4-3 0,-4 1 0,2-4 0,2-1 0,0 0 15,1-1-15,-3-3 0,6 0 16,-1-3-16,-5 1 0,2-4 0,-2 1 16,0-4-16,-2 1 0,-5-3 0,-2 2 15,-2-7-15,0 3 0,-4 2 0,2-4 16,-7 1-16,7 3 0,-7 3 15,0-1-15,5 0 0,2 4 0,-5 1 16,5 2-16,-1-3 0,3 5 16,3 0-16,-1 0 0,7 3 0,-5-3 0,5 0 15,4 0-15,-2 0 0,0 2 16</inkml:trace>
  <inkml:trace contextRef="#ctx0" brushRef="#br1" timeOffset="-12009.63">3036 17524 0,'0'-4'0,"2"2"0,-2 2 0,3-5 0,-1 5 0,2-2 16,-2 2-16,-2 0 0,0 2 0,3-2 15,-1 2-15,2 1 0,-4-1 0,2 2 16,-2-2-16,5 3 0,1-1 0,-3 1 16,-1 1-16,4-1 0,-3-1 15,5-2-15,-5 3 0,1-1 0,0 1 16,-1-1-16,1-2 0,-2 3 0,5-3 16,-5 2-16,5-2 0,-5 5 0,2-3 15</inkml:trace>
  <inkml:trace contextRef="#ctx0" brushRef="#br1" timeOffset="-11293.52">3184 17282 0,'0'0'0,"-5"0"0,5 0 0,0 0 0,-2 0 15,2-3-15,0 3 0,0-2 0,0 0 16,0 2-16,2-2 0,3 0 0,1-3 15,5 5-15,-2-2 0,5 0 0,-3 2 16,2 0-16,2 0 0,3 0 0,-3 4 16,-4-2-16,3 1 0,1 1 15,-4 0-15,-2 3 0,2-2 0,-7 1 16,3 3-16,-5 0 0,-2 0 16,-2-1-16,0 3 0,-5 0 0,3-2 0,-5 5 15,4-3-15,-3 0 0,1 0 0,3 0 16,1 0-16,-3-3 0,6 3 15,0-2-15,6 2 0,-3-4 0,1 2 16,7 0-16,-2-1 0,2-3 0,9 6 16,-5-5-16,5 1 0,-5 2 0,1-3 15,1 3-15,-3-2 0,-3 2 0,0-3 16,0 1-16,-7 0 0,3 1 16,-5-3-16,-2 1 0,0 1 0,-2 0 15,-5-3-15,3 3 0,-5-1 0,2-1 16,1-3-16,-3 2 0,7 1 0,-7-3 15,4 2-15,-1-4 0,-1 5 0,1-5 16,1 0-16,-1 2 0,3-2 0,1-2 16,-4 2-16,1-2 0,5-1 15,-2-1-15,-2 2 0,1-3 0,3 1 16,0 4-16,-2-2 0,2 0 0</inkml:trace>
  <inkml:trace contextRef="#ctx0" brushRef="#br1" timeOffset="-9820.97">3823 17416 0,'0'-2'0,"0"0"0,0-3 0,-6 1 0,1-3 0,3 3 16,-7-5-16,0 5 0,1-3 0,-1-2 15,-7 5-15,3-1 0,-2-1 0,1 1 16,-8 3-16,3 0 0,3 2 0,3 0 15,0 4-15,-3-1 0,10 1 16,-3 0-16,7 1 0,-1 1 0,3 3 16,3 0-16,1-2 0,5 4 0,4 0 15,7 0-15,2 0 0,-2 2 0,4-2 16,5 0-16,6 5 0,-9-1 0,5 0 16,-11 1-16,2-1 0,-4-1 15,-5-1-15,-4 0 0,-5-2 0,-2 0 16,-2 0-16,-4-2 15,2 0-15,-7 0 0,-4-3 0,2 3 16,0-5-16,0 3 0,-3-3 0,-3 1 0,1-1 0,3-2 16,4 1-16,1-3 15,1 0-15,0 0 0,3-3 0,-3 1 0,5-4 16,0-1-16,2-2 0,0 0 16,0-2-16,0 0 0,2-2 0,0-2 0,3-1 15,-3-1-15,-2-1 0,2-2 16,-2 2-16,2 1 0,3 1 0,-3 1 15,-2 4-15,0-2 0,0 4 0,2-2 16,-2 2-16,0 0 0,0 3 0,0-3 16</inkml:trace>
  <inkml:trace contextRef="#ctx0" brushRef="#br1" timeOffset="-9488.55">3881 17315 0,'-5'0'0,"1"0"0,4 0 0,0-2 0,0 2 0,0-3 0,4 3 0,1-2 15,-3 0-15,2 0 0,3 0 0,-1-3 16,1 5-16,4-2 0,0 0 16,0 0-16,2 2 0,-6-3 0,8 1 15,-4 2-15,-2 0 0,0-2 0,0 2 16,-5-2-16,3 2 16,-3 0-16,-2 2 0,3 0 0,-3 5 15,0 2-15,-2-1 0,3 6 0,1 1 16,-4 0-16,0 5 0,2 0 0,-2 9 15,0-5-15,0-2 0,2 0 0,-2-2 0,0-2 16,0-3-16,3-2 0,1 3 16,-4-7-16,0 2 0,2-3 0,-2 1 15,0-2-15,2-3 0,1 1 0,-3-1 16,2-2-16,-2-4 0,0 0 0,-2 0 16,2 2-16,0 0 0,2 4 0,-2 0 15,0-1-15,0-1 0,4 0 0</inkml:trace>
  <inkml:trace contextRef="#ctx0" brushRef="#br1" timeOffset="-8929.81">3931 17555 0,'2'-2'0,"-4"-3"0,2 5 0,-2-4 0,2 0 0,0-1 16,0-1-16,0 1 0,0-1 0,4-3 16,5 4-16,-4-1 0,4-1 0,2 1 15,2 1-15,0 1 0,5-1 16,-5 1-16,2 2 0,5-1 0,2 1 15,-2 2-15,0 0 0,0 2 0,2 1 16,-7-1-16,5 2 0,-5 3 0,1 0 16,2-3-16,-5-2 0,4 0 0,1-2 15,-2-2-15,-5 0 0,0-2 16,-3-1-16,3-1 0,-6-1 0,1 0 16,-3-2-16,1 3 0,-4-1 0,0-4 15,0 2-15,0-2 0,-4 3 0,1-3 16,-5 2-16,1 0 0,0 0 15,1 5-15,1-3 0,-1 5 0,-1 0 16,1-1-16,1 1 0,-4 4 0,5 1 16,-3-1-16,3 2 0,-1 3 0,3-3 15,2 7-15,0-4 0,7 2 0,-7 2 16,6 0-16,1 0 0,-3-2 0,5 2 16,0-3-16,2 6 0,0-3 15,-4 0-15,6 2 0,-2-2 0,2 2 16,-2 3-16,-2-5 0,2 2 0,-2-4 15,2 4-15,-7-4 0,3 2 0,-5-2 16,0-1-16,-2 1 0,0 0 0,0-2 16,-2-1-16,2 1 0,0-3 15,-6 1-15,3-1 0,1 3 0,-7-5 16,5 0-16,-3 3 0,3-5 0,-5 0 16,7 0-16,-5-3 15,1 1-15,1-2 0,1-1 0,2-1 0,-5-1 0,5-4 16,0 0-16,2-2 0,0 0 0,0-5 15,0-2-15,2 3 0,0-6 16,-2 4-16,4 1 0,-1 0 0,-3 3 16,2-1-16,0-3 0,0 10 15,3 0-15,-5 2 0,4-1 0,3 3 0,-3 1 16</inkml:trace>
  <inkml:trace contextRef="#ctx0" brushRef="#br1" timeOffset="-7117.72">1376 15222 0,'0'0'0,"0"0"0,2-2 0,0 0 0,-2 0 0,2 0 16,1 2-16,3-3 0,-6 1 16,2 0-16,5 0 0,-5 0 0,0 2 15,1 0-15,1-3 0,-4 3 0,2 3 16,1-3-16,-3 0 0,0 2 0,2 0 16,-2-2-16,6 0 0,-3 4 15,-1-1-15,0-1 0,5 0 0,-5 0 16,7 0-16,-5 3 0,5-3 0,0 0 15,-3 3-15,3-3 0,2 2 0,-2 1 16,-2 1-16,1 1 0,3-1 0,0-1 16,0 1-16,-4 3 0,4-2 15,0 0-15,7 4 0,-5-3 0,2 3 16,3 0-16,0 0 0,2 0 0,4-2 16,0 5-16,7-3 0,-5 0 0,3 0 15,6 2-15,-4 0 0,-4-2 0,-3 5 16,-4-3-16,-5-2 0,3 2 0,-3 0 15,7 0-15,-6 1 0,4-1 16,4 2-16,-2-4 0,7 0 0,1 0 16,-3 0-1,6-2-15,-2 0 0,-3 2 0,6-2 0,-10 2 0,4 0 0,-1 2 32,-1-4-32,-1 2 0,-1 2 0,2-2 15,3 3-15,-3-1 0,3-2 0,0 2 16,-5-2-16,5 0 0,-7 0 15,0 0-15,0 0 0,-2 2 0,-5 1 16,7 1-16,0 0 0,-4 1 0,2-1 16,4-1-16,-2-1 0,2-2 0,0 0 15,1 2-15,-1-2 0,0-4 0,-4-1 16,4 1-16,-2 0 0,-4-1 16,2 1-16,-7 2 0,-2-3 0,5 3 15,-8 0-15,6-3 0,-1 3 0,2 0 16,1 0-16,-3 0 0,0 2 0,7 0 15,2-2-15,0 2 0,2 0 16,-4 0-16,2 0 0,-2-2 0,0-1 16,-5-1-16,1 2 0,-3 0 0,2-3 15,-4 3-15,-2-5 0,2 5 0,-2-2 16,2 2-16,-2-3 0,2 3 0,-4-4 16,1 3-16,1-1 0,2 0 0,-4-1 15,2-1-15,0 1 0,4-1 16,-4 3-16,-3-1 0,3-3 0,2 3 15,-2 0-15,-2-3 0,1 3 0,1-3 16,-2 1-16,2-1 0,-1 0 0,-1 1 16,4-3-16,-4 2 0,4-1 0,-5-1 15,1 0-15,4 0 0,-9 0 16,7-2-16,-5 0 0,5 3 0,-7-1 16,5-2-16,-3 2 0,1 0 0,-1-2 15,1 5-15,3-5 16,-3 2-16,1 0 0,-3 0 0,6 0 15,-7 1-15,7-3 0,-7 4 0,7-4 0,-5 2 16,5 0-16,-7 1 0,2-1 16,3 2-16,-5-1 0,7 1 0,-7-2 0,7 3 15,-7-3-15,3 2 0,1 1 0,3-1 16,-4-2-16,3 3 0,-1-3 16,2 2-16,2-2 0,-2 1 0,2 1 15,0-2-15,-3 0 0,1 3 0,2-3 16,0 0-16,3 0 0,-6 1 0,3-3 15,0 2-15,0 2 0,-4-4 0,4 2 16,-4 1-16,-1-3 0,3 0 0,0 2 16,-5 0-16,5-2 0,0 5 15,-2-5-15,1 2 0,1 0 0,5 0 16,-10 3-16,5-5 0,0 4 0,2-2 16,-5 0-1,5 1-15,0-1 0,0 2 0,3 1 0,-3-3 0,2 2 0,4 1 16,-3-1-1,-3-2-15,2 3 0,0-1 0,3 0 16,-1 3-16,-2-3 0,0 1 0,3 1 16,2-1-16,-5-1 0,2 1 0,-2-1 15,5 1-15,-7-3 0,2 4 0,1-1 0,1-1 0,0 3 16,-6-5-16,7 2 0,-10-1 16,5 1-16,-2 0 0,0-1 0,-2 1 15,-1 0-15,1 1 0,-1-3 0,3 0 16,-7 3-16,9-3 0,-4 2 0,4 1 15,0-3-15</inkml:trace>
  <inkml:trace contextRef="#ctx0" brushRef="#br1" timeOffset="-4433.91">4613 16631 0,'-3'2'0,"-1"-2"0,4 3 0,0-1 0,-2-2 0,0 2 16,2-2-16,0 2 0,-3-2 0,3 0 16,0 2-16,0-2 0,0 0 15,0 0-15,3 0 0,-1 0 0,0-2 16,2 2-16,-1 0 0,-3 0 0,0-2 16,2 0-16,-2 2 15,2-2-15,2-3 0,-1 5 0,-3-2 0,0 0 0,2 0 16,-2-1-16,0 1 0,0 0 15,0-2-15,0-1 0,0 3 0,0-2 16,0-1-16,0-1 0,2-1 0,-2 0 16,0 1-16,0-1 0,0 1 0,-2-3 15,2 2-15,0-2 0,-2 3 16,2-1-16,0 0 0,-3-1 0,3 3 16,-4-4-16,2 1 0,0 1 0,2-2 15,-3 0-15,-1 3 0,2-3 16,0-2-16,-1 2 0,3-2 0,0 2 0,-4-2 15,2-2-15,0 0 0,-1 2 0,-3-3 16,1 3-16,3 3 0,-5-6 0,3 3 16,-3-2-16,3 0 0,-3 2 31,3-2-31,2-1 0,-5 1 0,5 0 16,0-3-16,2 1 0,-7 0 0,7-1 15,0 3-15,-2-2 0,2-1 0,0 3 16,-2 0-16,2 2 0,0 0 15,-7 2-15,5 0 0,0-2 0,0 4 16,-5 1-16,3-3 0,-1 0 0,1 0 16,1-2-16,1 0 0,-2 0 0,-1-2 15,5 2-15,0-2 0,-2-1 0,2 1 16,0 0-16,2-2 0,-2 1 16,0 3-16,0 0 0,0 0 0,0 2 15,0-2-15,-2 3 0,-2 1 0,2-2 16,-1 3-16,1-3 0,2 2 0,-4-2 15,2 3-15,-1-1 0,1-4 16,2 2-16,0 0 0,-2-2 0,2 0 16,0 0-16,0 0 0,0 2 0,2-2 15,-2 3-15,0-1 0,0 0 0,0 2 16,-2 1-16,2-3 0,0 5 0,-4-5 16,1 2-16,3 1 0,-2-1 0,2-2 15,0 2-15,0-1 0,-2 1 16,2-2-16,0 0 0,-4 1 0,8-1 15,-4 0-15,2 0 0,-2 0 16,0-2-16,0 5 0,0-1 0,0-2 16,0 3-16,0-1 0,0 0 0,0 1 15,0 1-15,0 1 0,0-3 0,0 3 16,0-1-16,0 1 0,0 0 16,2-3-16,-2 0 0,7 1 0,-5-1 0,-2 1 15,2-1-15,3-2 0,-5 5 16,4-5-16,-4 5 0,0-3 0,2 3 15,-2-1-15,0 1 0,0-1 0,0 3 16,0-2-16,0 4 0,-2-5 0,2 5 16,0-2-16,0 0 0,0 0 0,0-3 15,0 5-15,0-2 0,2 0 0,-2 0 16,0-1-16,0 3 0,0-4 16,0 4-16,0-4 0,0 4 0,0-3 15,0-1-15,0 4 0,0-2 0,0 0 16,0 2-16,0-5 15,-2 5-15,2 0 0,2-2 0,-2 0 0,0 2 0,3 0 16,-3-2-16,6-1 16,-4 3-16,1 0 0,3 0 0,-4 0 15,3 0-15,2 0 0,-5 0 0,2 0 0,3-2 16</inkml:trace>
  <inkml:trace contextRef="#ctx0" brushRef="#br1" timeOffset="-2295.73">4564 15304 0,'0'2'0,"0"-4"0,0 0 0,0 2 0,0-5 0,0 1 16,2 0-16,-2-1 0,0 1 16,0-1-16,0 1 0,-2-1 0,2 1 15,-4 2-15,-1-3 0,3 3 0,-5-2 16,1 2-16,-3-1 0,2 3 0,1 0 16,-3-2-16,5 2 0,-7 0 0,2 0 15,4 0-15,-4 0 16,3 0-16,1 2 0,3-2 0,-4 0 15,1 0-15,3 0 0,-2 0 0,1 0 0,1-2 16,0 0-16,-2 2 0,1-2 0,1 0 16,2 2-16,-2-3 0,2 1 15,0 2-15,0-2 0,0 2 0,0 0 16,0 0-16,0 0 0,0 0 0,0 2 16,0-2-16,4 2 15,3 1-15,-5-1 0,7 0 0,-5 0 16,5 0-16,4 1 0,-2-1 0,5 0 0,-3 0 15,5 3-15,-3-3 0,5 2 0,-2 1 16,6-1-16,-4 0 0,2 3 0,0-2 16,0 1-16,-4 1 0,1-3 0,-1 3 15,2-3-15,0 1 0,4 1 0,-2 1 16,-2-1-16,4 1 0,5 2 16,-5-3-16,5 3 0,-1 2 0,-1-2 15,-5 0-15,0 0 0,0 0 0,-4 2 16,-1 0-16,-1 0 0,-1 0 0,5 0 15,0 2-15,-3-2 0,3 0 0,2 0 16,-4 0-16,4 0 0,0 0 0,0 0 16,0 0-16,-2-2 0,0-2 15,0-1-15,-3 1 0,1 4 0,-3-5 16,1 3-16,-1 0 0,-1 2 0,1-2 16,5 0-16,-5-3 0,5 3 0,2 0 15,-2-2-15,6 1 0,-1 1 0,-1 0 16,2 0-16,-1 2 0,-1 0 15,-2-2-15,0 2 0,0 0 0,-7 0 16,1 0-16,-1-2 0,-4 6 0,5-2 16,4 3-16,-3-1 0,5-2 0,0 3 15,5-3 1,-1-2-16,3 0 0,0-2 0,-1 0 0,1-5 0,-3 3 16,1-1-16,-3 1 0,0-3 0,-2 3 15,-2 2-15,2-5 0,-2 5 0,2-2 16,0 2-16,3-1 0,-1 1 0,2-2 15,5 2-15,-7-3 0,5 3 0,-3-2 16,1 1-16,-1 4 0,-4-4 16,1 3-16,1-2 0,0 4 0,0-2 15,5 0-15,2 0 16,2 0-16,2 1 16,-4 1-16,2-7 0,-6 5 0,-1 0 15,-2 0-15,3 3 0,-5-3 0,0 2 16,-2-2-16,6 2 0,-2-2 15,1 2-15,1-4 0,1 0 0,1-2 16,-4-1-16,1 3 0,-1-4 0,0 1 16,-2 1-16,0-1 0,-6 1 0,4 0 15,-5-1-15,5 3 0,-5-2 0,5 1 16,-4-1-16,3 2 0,3-2 16,3-1-16,-5 5 0,2-2 0,0 0 15,-2 0-15,2-1 0,-5-1 0,3 4 16,-5-4-16,-1-1 0,1 1 0,-2 0 15,-2-1-15,0-1 0,-2 1 0,7-1 16,-8-1-16,4 0 0,3 3 16,-6-3-16,2 3 0,4 0 0,-4-3 15,2 3-15,1-1 0,-1-1 0,-2-1 16,4 3-16,-1-3 0,-3 1 0,2-1 16,-2 0-16,4 1 0,-6-3 0,0 0 15,2 0-15,-2 1 0,0-1 16,-3 0-16,5-2 0,-4 0 0,2 0 15,-5 0-15,7 0 0,-6 2 0,3 0 16,1-2-16,-2 5 0,2-3 0,2 0 16,-3 3-16,1 1 0,2 1 0,0 2 15,3 0-15,-3-1 0,2 3 0,-2 0 16,4 3-16,-6 1 0</inkml:trace>
  <inkml:trace contextRef="#ctx0" brushRef="#br1" timeOffset="-1831.65">8277 16735 0,'-2'2'0,"2"0"0,0-2 0,0 3 0,-2-1 0,2 0 0,-3 0 0,3-2 31,3 2-31,-3-2 0,2 0 0,-2 3 16,4-3-16,-4 0 0,5 0 0,1 2 16,-4 0-16,3-2 0,-1 2 0,1-2 15</inkml:trace>
  <inkml:trace contextRef="#ctx0" brushRef="#br1" timeOffset="-1212.44">8180 16728 0,'4'-2'0,"-4"-2"0,0 1 0,-4-1 0,4-3 0,0 3 0,0-5 16,0 3-16,0-5 0,0 2 0,0-4 16,0 1-16,0-1 0,0 0 15,0-2-15,0 1 0,0-3 0,-2 4 16,0-5-16,2 0 0,-3-4 0,3 0 15,-6 4-15,4-6 0,-1 2 0,3 0 16,0-4-16,3-1 0,-1-6 0,-2 2 16,6-11-16,-6 5 0,3-1 15,1 1-15,0 4 0,-1 4 0,-1 3 16,-4-1-16,-1-1 0,-3-5 0,1-1 16,-3-3-16,-1 2 0,2-7 0,-4 2 15,-2 5-15,4 4 0,0 5 16,5-3-16,-7 2 0,6 3 0,1-2 15,2-1-15,0 3 0,2 2 0,0 0 16,0-2-16,0 4 0,-7-2 0,5 0 16,0 0-16,-3 4 0,1 0 0,-3 3 15,3 2-15,-1-3 0,-6 3 0,5 0 16,-1 2-16,0-2 0,3 2 16,-3-3-16,3 3 0,0-2 0,-1 2 15,3-4-15,0 1 0,-3-1 0,5 2 16,-2-3-16,0 1 0,2 2 0,-2-3 15,-3 5-15,3 0 0,0 2 0,0 0 16,2 1-16,-5 1 0,3 0 0,0 1 16,0-3-16,-3 5 0,3-5 15,2 2-15,0 3 0,-2-3 0,2 3 16,-2-1-16,2 1 0,0-1 0,0 3 16,0 0-16,4 6 0,-4 1 0,0-5 15,0 2-15,0-2 0,0-2 16,0 0-16,0 2 0,-2 2 0,0-2 15,2 4-15,-2 3 0,2 0 0,0-1 16,-5-1-16</inkml:trace>
  <inkml:trace contextRef="#ctx0" brushRef="#br1" timeOffset="-624.88">7907 15039 0,'0'0'0,"0"0"0,0-4 0,2 4 15,-2-4-15,2 1 0,-2 1 0,2 0 16,0-2-16,1 1 0,-1 1 0,-2 0 15,6 0-15,-6 2 0,0-3 16,3 1-16,-1 0 0,-2 2 0,7 0 16,-7 0-16,2 2 0,2 0 0,3 1 15,-1 1-15,3 1 0,2 1 0,2 3 16,5-2-16,-3-1 0,12 7 0,2-2 16,-5 3-16,2-3 0,3 4 15,0 1-15,4 1 0,-2 1 0,15 6 16,0-2-16,0-2 0,3-2 0,8 4 15,-8 2-15,-3 2 0,-2 1 0,0 4 16,5 2-16,-1 4 0,3-1 0,-2-3 16,-3-5-16,-2 1 0,-2-3 15,-2-1-15,-1-8 0,1 3 0,0-7 16,4 3-16,0-3 0,-5 2 0,-1 5 16,-5 0-16,-2 0 0,0 4 0,6-2 15,3 3-15,0 1 0,2-4 0,2 2 16,-5-6-16,-1 2 0,-3 0 0,3 2 31,-3 0-31,2-5 0,5-1 16,2 1-16,3-1 0,-3-1 0,-2 3 15,-3 2-15,-6-3 0,-2 1 0,0 0 16,0 2-16,4-3 0,5 3 0,0-5 16,2 1-16,-3-1 0,-1-1 0,-7 1 15,-1 0-15,1 3 0,-2-2 16,2-3-16,-3-2 0,6 2 0,-1-4 15,2 2-15,0 0 0,-2-2 0,-2 6 16,-4-4-16,-1 2 0,-2 1 0,-2-1 16,3 0-16,-1 0 0,5 3 0,-1-1 15,3 1-15,2-1 0,0-2 0,0 0 16,-2 1-16,0-1 0,0 2 16,-2 1-16,1-1 0,6 1 0,-1 1 15,5 3-15,-1 0 0,1-2 0,0-3 16,-1 1-16</inkml:trace>
  <inkml:trace contextRef="#ctx0" brushRef="#br1" timeOffset="509.71">11582 16843 0,'-2'0'0,"2"0"0,0 0 0,-4 2 0,1-2 0,1 0 0,2 0 0,2 0 15,3 0-15,1 0 0,3 0 0,2 2 16,2 1-16,-2-1 0</inkml:trace>
  <inkml:trace contextRef="#ctx0" brushRef="#br1" timeOffset="668.71">12385 16742 0,'0'0'0,"-3"0"0,3 0 0,-2 0 0,2-3 0,0 1 0,5 0 0,1 0 0,3-1 0,2 1 31,7 0-31,-1-2 0,5 1 0,14-3 16,-1-1-16,0-2 0,-2 1 15</inkml:trace>
  <inkml:trace contextRef="#ctx0" brushRef="#br1" timeOffset="827.65">13342 16603 0,'-3'0'0,"3"-3"0,0 3 0,-4-4 0,2 0 16,0-1-16,2 3 0,2-2 16,0 1-16,5 1 0,6-2 0,2 2 15,7-1-15,9-3 0,2 1 0,-6 1 16</inkml:trace>
  <inkml:trace contextRef="#ctx0" brushRef="#br1" timeOffset="953.72">14193 16484 0,'0'-3'0,"0"1"0,0 2 0,2-4 0,-2 2 0,4-3 16,1 3-16,4-3 0,2 1 0,4 2 15,5-3-15,0 1 0,15-3 16,2 3-16,-3 0 0,-1-3 0</inkml:trace>
  <inkml:trace contextRef="#ctx0" brushRef="#br1" timeOffset="1080.59">15225 16376 0,'2'0'0,"0"-5"0,-2 3 0,2-3 0,0 3 15,-2 0-15,5 2 0,-1-2 0,3 2 16,4-2-16,2 2 0,3 0 0,-1-5 16</inkml:trace>
  <inkml:trace contextRef="#ctx0" brushRef="#br1" timeOffset="1223.85">16087 16173 0,'0'0'0,"-3"-7"0,3 7 0,0-4 0,-2-5 16,4 2-16,3 3 0,-1-1 0,5 1 16,-2 4-16</inkml:trace>
  <inkml:trace contextRef="#ctx0" brushRef="#br2" timeOffset="-214304.1">26988 4599 0,'-3'0'0,"-1"0"0,-3 0 0,1 0 15,-3 0-15,2 0 0,1 3 16,1-3-16,3 0 0,-2 0 0,1 0 16,3 2-16,0-2 0,3 0 0,1-2 15,3-1-15,1 3 0,1-2 0,4 0 16,1 2-16,1 0 0,3-2 0,2 0 16,2 2-16,2 0 0,9-3 15,0 1-15,2 2 0,-2 0 0,-2-4 16,2 4-16,0-3 0,5 1 0,15 0 15,4-2-15,3-1 0,8 1 0,-8-1 16,-10 1-16,1 2 0,2-3 16,6 3-16,5 0 0,0 0 0,-6 2 0,-8 0 15,-1 0-15,2 2 0,8 2 16,3 1-16,0-3 0,-5 2 0,-11 1 16,-2 1-16,3 3 0,8 0 0,0-4 15,2-1-15,-2-2 16,-6 0-16,-3 1 0,0 1 0,7 3 0,7-3 15,2-6-15,-1 0 0,-6-1 16,-4 3-16,0 5 0,0-3 0,6-2 0,2 4 16,-3-4-16,-4 3 0,-5 1 0,-8 5 15,10-3-15,-1 1 0,5 2 0,0-7 16,0 2-16,-6-1 0,-1 1 16,0 5-16,5-2 0,4-3 0,0-4 15,5-4-15,-5 1 0,-2 1 0,-5 4 16,-2 1-16,7 1 0,0 0 0,7-8 15,-7 4-15,-3-7 0,-5 7 16,3 3-16,1 1 0,1 3 0,3-3 16,5-2-16,-3-2 15,-7 0-15,-2 5 0,3-3 0,-1 0 0,5 0 0,0-4 16,0-2-16,-2-1 0,-3-4 0,-1 7 16,-1 0-16,-2-2 0,5 4 15,-1-7-15,1 0 0,-3 1 0,-4-1 16,-2 3-16,-5 4 0,0 2 0,3 0 15,3 0-15,4-2 16,-4-4-16,1 2 0,-2-3 0,-2 5 0,-3 5 0,2 1 16,3 1-16,2 2 0,6-5 0,-4-4 15,-4 0-15,0-4 0,-7 4 16,-2 0-16,-3 0 0,-1 2 0,-1 0 16,-1-2-16,-1 5 0,-2-1 0,2-4 15,-2 0-15,0 0 0,-2 0 0,2 0 16,-2 0-16,2-4 0,0 4 0,0 4 15,0-4-15,-4 2 0,2 3 16,-7-1-16,2 0 0,1-1 16,-5 1-16,0-2 0,0 3 0,-2-3 0,-3-2 15,1 0-15,-3 0 0,1 4 16,-5-4-16,2 0 0,-13-4 0,9 4 16,0-2-16,6 4 15,0-2-15,1 0 0,-1 0 0,1 0 0,1 0 0,-1 0 16,-1-2-16,5 2 0,-3 0 0,3 0 31,0 0-31,-2 0 0,2 0 0,-1 0 0,-1 2 0,0-2 0,-1 0 16,1 4-16,-3-4 0,3-4 0,-1 4 15,1 0-15,0 0 0,1 0 0,1 4 32,5-8-32,-3 4 0,2 0 0,0 0 15,-2 4-15,2-4 0,-2 0 0,0 0 16,-2 0-16,0 0 0,-7 0 15,0 2-15,-2-2 0,3 0 0,-6-2 16,3 2-16,-4-4 0,-3 2 0,-1-1 16,1-1-16</inkml:trace>
  <inkml:trace contextRef="#ctx0" brushRef="#br2" timeOffset="-212976.4">27378 4520 0,'-2'0'0,"-3"-2"0,-4 4 0,-2-2 0,-2 2 0,-2 3 0,-3-1 0,-2 0 0,-9 3 15,-1 2-15,-1-3 0,-2 3 16,0 0-16,2-2 0,-5-3 0,8 1 0,-3-1 15,2 0-15,3-4 0,2 0 16,2 0-16,-1-4 0,4 2 0,-1-5 16,2 0-1,3 3-15,-1-7 0,1-2 0,2 2 0,2-7 0,0-6 0,4 0 16,-2-5-16,5 0 0,-1-2 16,3-2-16,2 0 15,0-6-15,-2-5 0,4-5 0,0-4 0,-2 5 0,-2 4 16,2 13-16,-2-5 15,0 3-15,-1-2 0,1-2 0,0-8 0,2 1 0,0 2 32,-2 3-32,2 1 0,0 10 0,0-1 15,0 2-15,0 1 0,2-5 16,0-2-16,3-2 0,-3-3 0,0 1 16,3 2-16,-1 4 0,0 4 0,3 3 15,0 2-15,-3 7 0,5 1 16,-5 3-16,5-4 0,2-1 0,2 3 15,3 0-15,4-5 0,-1 1 0,6-3 16,-1 2-16,2-2 0,3 5 0,0-5 16,8 5-16,12-5 0,6 4 0,0-1 15,0 1-15,-4-1 0,-1 3 0,1 1 16,9 0-16,4 0 0,11 4 16,-11-4-16,-3 2 0,-1 0 0,6 0 15,13-5-15,-8 3 0,-1-5 0,1 5 16,0-2-16,8 1 0,0-3 0,-2-1 15,1 7-15,3-4 0,3 1 0,0 3 16,-3 0-16,3-4 0,2 6 0,2-2 16,-4-4-16,2 6 0,-2-4 15,0 2-15,6 0 0,-8 0 0,1 4 0,1-4 16,4-2-16,-4 2 0,-4 0 16,-1-3-16,-6 3 0,6 3 0,-2-6 15,-6 6-15,-1-4 0,1 6 0,2-5 16,-5 0-16,3 0 15,-7 4-15,-1 3 0,12 2 0,3-7 0,-6 4 16,-1-3-16,-7-1 0,11 6 0,2 1 16,-2-9-16,-2 2 0,-9 5 0,0-3 15,6 3-15,10-5 0,-8 5 16,-6-3-16,-4 5 0,4 0 0,9-3 0,-2-1 16,-7 1-16,-2-1 0,-4 6 15,-3-7-15,3 7 0,3-2 0,-3 0 16,-3-1-16,-8-1 0,-5 4 0,4 4 15,5-1-15,5-3 0,-3 2 0,-2 0 16,-7 5-16,-4-3 0,-5 3 16,1-3-16,6 3 0,5-5 0,-3-2 15,-2 0-15,-9 2 0,-2 7 0,-2-7 16,-2 0-16,2-2 0,-3-2 0,3 2 16,2 0-16,9-2 0,2 4 0,3-2 15,-1 0-15,-40 0 0,-6 0 0,0 0 16,0 0-16,0 0 0,0 2 15</inkml:trace>
  <inkml:trace contextRef="#ctx0" brushRef="#br2" timeOffset="-212608.63">33864 4665 0,'0'7'0,"0"4"15,0 2-15,0 5 0,0 2 0,0 0 0,0 8 0,0-1 0,0-27 0,0 0 0,0 24 0,0-24 0,0 24 0,0-2 0,0-2 0,0-2 0,0-18 0,-6 15 0,-1 1 0,7-16 0,-4 13 0,-1 0 0</inkml:trace>
  <inkml:trace contextRef="#ctx0" brushRef="#br2" timeOffset="-211354.21">27898 3839 0,'2'0'0,"1"0"0,-1 0 0,-2 6 16,4-6-16,-2 5 0,1 4 15,1-5-15,-2 3 0,0 4 0,3-5 16,-3 3-16,0 0 0,0 2 0,-2-2 16,0-1-16,-4 3 0,2 1 0,-3-4 15,-1 3-15,-1 0 0,1 0 0,-3 3 16,-2-8-16,0 3 0,0 0 15,0 2-15,-3-4 0,-1 1 0,-3-1 16,1 0-16,1-1 0,1-6 0,-1 5 16,1-5-16,-1 0 0,1-3 0,2 1 15,0-4-15,-1-1 0,3 0 16,-2-1-16,2-3 0,-2-1 0,2-1 16,2 2-16,-2-2 0,2 0 0,3-3 15,1 3-15,-1-5 0,3 3 0,-1 2 16,2-5-16,2 3 0,0 2 0,2-1 15,2-1-15,5-1 0,0 1 16,2 0-16,2-1 0,0 1 0,1 1 16,1-3-16,1 4 0,1-3 0,-1 5 15,3-2-15,-3 2 0,4 2 0,-5 0 16,3 5-16,2-3 0,-3 3 0,3 4 16,0-2-16,0 4 0,0-2 15,0 2-15,-1 5 0,1-5 0,-2 4 16,-1 3-16,-1 0 0,-3 4 0,3 1 15,-5 3-15,0-4 0,-3 9 0,-1-4 16,0 2-16,-3 4 0,0 0 0,-1-2 16,-3 3-16,0-3 0,0 0 0,0-2 15,-5 0-15,3-1 0,-2-5 16,-1 8-16,1-9 0,-3 2 0,1 3 16,-1-5-16,-4 3 0,2-3 0,0 4 15,-2-5-15,5 1 0</inkml:trace>
</inkml:ink>
</file>

<file path=ppt/ink/ink3.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16:49.846"/>
    </inkml:context>
    <inkml:brush xml:id="br0">
      <inkml:brushProperty name="width" value="0.05292" units="cm"/>
      <inkml:brushProperty name="height" value="0.05292" units="cm"/>
      <inkml:brushProperty name="color" value="#0070C0"/>
    </inkml:brush>
  </inkml:definitions>
  <inkml:trace contextRef="#ctx0" brushRef="#br0">4659 5144 0,'0'-4'0,"2"-7"0,2-3 0,3-1 16,2-5-16,2 0 0,-2 0 15,2-8-15,4 3 0,-8 1 0,4 2 16,-2 4-16,-1 1 0,-3 1 0,-3 5 16,0 3-16,-2-1 0,-2 4 0,0 1 15,-3 2-15,-3 4 0,1 2 16,0 3-16,-4 4 0,-2 4 0,-4 5 16,-1 4-16,-4 3 0,-11 15 0,2 0 15,0-3-15,-2-1 0,2 2 0,-4 15 16,6 0-16,7-2 15,9 0-15,6-7 0,5-2 0,9-6 0,-1-8 16,8 1-16,3-4 0,5-3 0,0 2 16,3 1-16,-1 6 0,-2 2 0,-9 3 15,-2 1-15,-9 1 0,-2 0 16,0-3-16,-9-1 0,-2 3 0,-4 5 0,-7 7 16,-4 4-16,-3 0 0,2-8 0,8-14 15,-1-5-15,-2-6 0,8-2 16,-3 0-16,6-2 0,4-1 0,3-6 15,2 0-15,4-4 0,2 4 0,-4-7 16,2 1-16,9-3 0,-6-2 0,6-2 16,2 0-16,5-1 0,-3 3 0,7 0 15,0 0-15,2 5 0,1 1 0,1 3 16,-2 7-16,7 1 0,5 8 16,-1 5-16,-9 6 0,5 1 0,-4 5 15,-1 7-15,-2 4 0,-4 4 0,0 7 16,-7 4-16,-6 5 0,-3-7 0,-4 0 15,-11 16-15,2 2 0,-6-5 16,-3 0-16,1 5 0,-5 9 0,8-3 16,-3 3-16,10-5 0,-4-4 0,11 4 15,0 0-15,5-2 0,3 4 0,8-4 16,6-2-16,2-2 0,7-1 0,4 3 16,1 2-16,10-6 0,-11-8 0,0-3 15,-8-1-15,-5-4 0,-7 2 16,-4-2-16,-2-7 0,-2 3 0,2-3 15,-3 1-15</inkml:trace>
  <inkml:trace contextRef="#ctx0" brushRef="#br0" timeOffset="908.11">1887 6604 0,'-2'2'0,"-7"-2"0,9 0 0,-6 0 0,-12 2 0,5 0 16,-7 3-16,2 1 0,-10 3 0,-1 2 15,3 4-15,-5 3 0,2 2 0,-6 4 16,-5 5-16,-11 17 0,1 9 0,-19 25 16,10-3-16,10-11 0,5-6 15,11-5-15,7 4 0,4 14 0,0-5 16,0-4-16,8-4 0,1-5 0,4 2 16,7 3-16,4-1 0,7-6 0,0-9 15,4-8 1,0-10-16,9-2 0,0-4 0,3 0 15,1-5-15,9-1 0,10-6 0,3-1 0,12-7 16,-1-4-16,-2-7 0,1-3 0,-8-1 0,8-5 16,4-2-16,6-2 0,-13 6 0,-7-4 15,-8 2-15,-7 5 0,-11-5 0,-4-2 16,0 0-16,-5 0 0,-2 2 0,-7 5 16,1 1-16,-10 3 0,1 3 15,-5-6-15,2 5 0,-10 1 0,4 1 16,-12 0-16,1 3 0,-7 0 0,-4-1 31,-16 5-31,0-2 0,-4 0 0,9 0 0,2-3 0,15 1 0,5-3 16,4 3-16,9-1 0,9 1 0,0-1 15,2 3-15,2 0 0,7-5 0,2 5 16,-2 0-16,8 0 0,-4 0 0,-2-1 16,5 6-16,4-3 0,-5 2 15,5 2 1,-5 3-16,5-1 0,-9 6 0,3-1 15,-3 2-15,0 2 0,-7 3 0,5-3 16,-7 1-16,0-3 0,5-2 16</inkml:trace>
  <inkml:trace contextRef="#ctx0" brushRef="#br0" timeOffset="1084.09">2320 7607 0,'0'-2'0,"0"2"0,0 0 0,2 2 0,-2 0 0,0 2 16,0 3-16,0 4 0,2-2 0,-2 2 16,4 2-16,-1-2 0,-3 2 15</inkml:trace>
  <inkml:trace contextRef="#ctx0" brushRef="#br0" timeOffset="1290.38">2383 7155 0,'-2'0'0,"0"-2"0,2 2 0,-7-3 0,3-1 0,2 2 0,2 0 15,-7 2-15,7 0 0,-2 4 0,0 0 16,0 1-16,-3 4 0,1 2 0,2-3 16,-3 1-16</inkml:trace>
  <inkml:trace contextRef="#ctx0" brushRef="#br0" timeOffset="1688.06">2436 7605 0,'0'2'0,"0"0"0,0-2 0,0 4 0,0 5 0,0 2 0,0 2 0,5 3 15,1 2-15,-3-1 0,5 12 0,-1-3 16,0-1-16,4-1 0,-7 0 16,5-6-16,-5 2 0,3-5 0,4-2 15,-9 0-15,7-2 0,-7-2 0,3-2 16,-1-3-16,-2 1 0,-2-1 0,2-4 16,1-2-16,3 0 0,-4 0 0,-2-3 15,5-2-15,1-4 0,-1-4 0,1-3 16,-1-4-16,4-4 0,2-3 15,0-10-15,0 1 0,0 5 16,0 4-16,-5 5 0,3 2 0,2 4 0,-2 3 16,-2-1-16,4 8 15,-2-1-15,2 2 0</inkml:trace>
  <inkml:trace contextRef="#ctx0" brushRef="#br0" timeOffset="1989.12">2822 7748 0,'0'0'0,"0"-2"0,0 2 0,0 0 0,0 0 0,0-3 0,0 3 0,2 3 31,-2-3-31,3 0 0,1-3 16,3 3-16,-5-2 0,4-2 0,-3-1 16,1-3-16,1-3 0,-5 0 0,0-3 15,0 1-15,-5-5 0,3 3 0,0 0 16,-7 4-16,7-3 0,-5 6 15,3 1-15,1 3 0,-3 1 0,1 6 16,5 1-16,-6 5 0,1 2 0,5 4 16,0 3-16,0-1 0,3 6 0,3-4 15,-1 1-15,3 2 0,-1-2 0,4 0 16,5-5-16,-1 1 0,7-3 16,0 0-16,2-6 0,1-3 0,1-1 15,-2-3-15,3-5 0,-1-4 0,-2-2 16,3-6-16,-5 1 0,2-1 0</inkml:trace>
  <inkml:trace contextRef="#ctx0" brushRef="#br0" timeOffset="2274.82">3201 7549 0,'0'3'0,"0"-1"0,0-2 0,-6 0 0,4 4 0,-1 5 0,-3 0 16,4 2-16,-1 4 0,1 1 0,2 1 16,0 3-16,0 0 0,0-2 0,2-1 15,1 1-15,-1-3 0,4-1 0,-3-3 16,-1-2-16,4-1 0,-3-5 15,3-3-15,-4-3 0,3-1 16,2-5-16,-3-2 0,5-2 0,-7-3 0,7-3 16,2-1-16,-5-2 0,5 0 0,-2 2 15,4 2-15,1-4 0,-1 7 16,-2 4-16,0 2 0,2 4 0,5-1 16,-3 6-16,3 2 0,-5 2 0,3 5 15,-5-4-15,4 10 0,0-2 0,-1 3 16,1 4-16,-2-1 0,1-1 0,3 4 15,-1 0-15,4 2 0,4 3 0,-2-1 16,6 5-16,1-7 0</inkml:trace>
  <inkml:trace contextRef="#ctx0" brushRef="#br0" timeOffset="35974.24">17469 2317 0,'0'-6'0,"-2"6"0,2 0 0,-7-5 0,1 5 16,-5-4-16,0-1 0,0 3 0,0 0 15,0-2-15</inkml:trace>
  <inkml:trace contextRef="#ctx0" brushRef="#br0" timeOffset="36806.96">17015 2335 0,'2'-2'0,"-4"0"0,2 2 0,-2 0 0,0-3 16,2 6-16,-3-3 0,3 4 0,0 3 16,3-3-16,-3 5 0,4-5 0,5 5 15,-3 0-15,8-7 0,-1 7 0,4-7 16,1 7-16,4-7 0,7 5 15,6-3-15,-2-4 0,7 2 0,0 1 16,6-3-16,16-3 0,-5 1 0,-4 2 16,-2 2-16,-5-2 0,-2 0 15,7 5-15,-5 1 0,0-6 0,-2-2 16,3-4-16,-5 3 0,-5 3 0,0 0 16,5-2-16,2 2 0,7 5 0,-2 1 15,-1-1-15,3 1 0,-7-10 0,-2 2 16,0-1-16,0 3 0,4 0 15,2 3-15,-3-3 0,-1 0 0,-5 0 16,3 2-16,-2-2 0,4 0 0,2 6 16,3-6-16,-3 0 0,-2-2 0,-4-4 15,4 3-15,0 6 0,5-6 0,4 6 16,-1-3-16,-1-3 0,-9 3 0,-9-6 16,2 6-16,-1-5 0,1 3 0,-2-2 15,-2 2-15,2 4 0,2 2 16,0-4-16,-4 0 0,-2-6 0,2 1 15,-5 5-15,3 0 0,0-2 0,-1-5 16,3 5-16,0 0 0,2-3 0,4 3 16,5 2-16,-6-2 15,-3 0-15,2 2 0,-4 0 0,-2 0 0,-3 0 0,-2-5 16,-2 5-16,0-4 16,0 4-16,-2 0 0,5 0 0,-1 0 0,2 0 15,3-2-15,6 2 0,0 0 0,7 0 16,-6-2-16,-3-5 0,-5 5 0,-1 0 15,-3 2-15,-6 2 0,-1-2 0,-1 2 16,-1 0-16,-2 5 0,1-7 16,-3 0-16,0 0 0,2 0 0,2 2 15,-1 0-15,-1 0 0,4 3 0,-1-5 16,2 2-16,-3 0 0,5-2 0,-3 0 16,-1-2-16,-1 2 0,1 0 0,-1 0 15,1 0-15,-3 2 0,0 0 16,-2 3-16,-2-5 0,0 2 0,0-2 15,-5 0-15,3 0 0,-1 0 0,1 0 16,2-2-16,-3-3 0,3 5 0,0-2 16,2 2-16,-2 0 0,2 0 0,0 2 31,0-2-31,0 5 0,0-3 16,-2-2-16,2 0 0,0 0 0,-2 0 15,-1 0-15,3 0 0,-4 0 0,0 0 16,-1 0-16,1 0 0,-5 0 0,2 0 15,-8 0-15,4 0 0,0 0 0,-2 0 16,4 0-16,0 0 0,0 0 16,5-2-16,-5 2 0,0 0 0,1 0 15,-1 0-15,0 2 0,5-4 0,-1 2 16,3-7-16</inkml:trace>
  <inkml:trace contextRef="#ctx0" brushRef="#br0" timeOffset="42581.98">21775 2483 0,'0'0'0,"-2"-5"0,2 5 0,-2-2 15,2 2-15,-2-2 0,-1 2 0,3-2 0,-2 2 16,2 0-16,0 0 0,-2 0 0,2 0 16,0 0-16,0 0 0,2 0 0,0-3 15,-2-1-15,5 2 0,-1 0 16,3-1-16,-3-5 0,5 1 0,2 0 15,2 1-15,-2-1 0,5-4 0,-1 2 16,3-2-16,-3 7 16,7-7-16,0 6 0,-4 3 0,0 2 0,-1 7 0,-1 4 15,-1 0-15,1 2 16,-3 3-16,2-3 0,-2 7 0,3-5 16,-1 5-16,1-7 0,-1 9 0,3-9 0,2 1 15,0-1-15,-5-4 0,5 0 0,0-9 16,0 0-16,2-9 0,2-2 0,7-5 15,4-6-15,0-2 0,1-5 16,-1 3-16,-2 2 0,-4 2 0,-5 6 16,-4 3-16,-7 2 0,-4 4 0,-3 7 15,3 5-15,-2-3 0,2 4 0,-3 3 16,3 4-16,-2 1 0,4 3 16,0-6-16,6 5 0,5 1 0,3-1 15,5 4-15,-1-7 0,2 0 0,2-8 16,2 1-1,1-4-15,-3-2 0,2-4 0,-2-7 0,0-4 0,-2 1 0,0 1 16,-2 0-16,1 0 0,3-5 0,-4 0 16,0-1-16,-5 3 0,-2-4 15,-2 5-15,-5 6 0,1 5 0,-3 4 16,-2 0-16,0 6 0,0 1 0,0 4 16,-2 0-16,4 2 15,0-2-15,1 2 0,3 1 0,1-3 16,6-3-16,3 3 0,3-8 0,-1-1 15,-2 4 1,1-6-16,-6 0 0,3 0 0,3-6 16,1 6-16,2-2 0,2 2 0,-2 0 15,-5 0-15,-4 0 0,-2 0 0,-2 0 16,-5 0-16,0 0 0,3 0 0,-3 0 16,0 2-16,0 0 0,0 2 0</inkml:trace>
  <inkml:trace contextRef="#ctx0" brushRef="#br0" timeOffset="43777.81">25616 2214 0,'0'0'0,"-2"0"0,2 0 0,-2 0 0,-3 2 0,3 0 0,0 5 16,-3-1-16,5 5 0,-2 5 0,-2-3 16,4 0-16,0 5 0,-2 0 15,2-3-15,2 5 0,-2-9 0,2 2 16,0 0-16,0-4 0,3-4 0,-1 1 16,5-1-16,0 1 0,2-4 15,0 1-15,4-3 0,-1-3 0,3-3 16,1-1-16,6-4 0,0 0 0,-4 2 15,0 5-15,-2-1 0,-1 1 0,-3 4 16,-3 2-16,0 0 0,0 5 0,0 2 16,0 2-16,2-4 0,-2-1 15,4 5-15,1-4 0,1-1 0,3 1 16,-2 0-16,2-3 0,0 0 0,-1-1 16,4-3-16,-1-3 0,2-1 0,4 0 15,10-3-15,2 0 0,-1-4 0,-6-2 16,0 0-16,-4-3 0,0 5 15,-12-2-15,3 7 0,-4-3 0,-5 9 16,-2 0-16,2 0 0,0 2 0,0 0 16,0 5-16,0-3 0,-2 3 0,2-1 15,2-1-15,2 1 0,3 3 16,2 0-16,6-4 0,-2 1 16,5-10-16,-2-1 0,-5 1 0,0-5 0,2 0 15,-2 0-15,0-4 0,-2-2 0,0 2 16,0 2-16,-1-1 0,-1 4 0,-3 3 15,-1 3-15,-6 2 0,1-4 0,0 4 16,-4 4-16,6-4 0,-3 2 16,3 3-16,3 1 0,1-1 0,3 4 15,2-5-15,2 3 0,4-5 0,1-2 16,-3-2-16,2 2 16,-2 0-16,-1 0 0,-4-3 0,1 3 15,-2 3-15,-3-3 0,3 0 0,-3 0 0,1 4 16,1 3-16,3-3 0,2 5 0,5 2 0,4 2 15,0 0-15,2-2 0</inkml:trace>
</inkml:ink>
</file>

<file path=ppt/ink/ink4.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18:12.505"/>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F0"/>
    </inkml:brush>
    <inkml:brush xml:id="br3">
      <inkml:brushProperty name="width" value="0.05292" units="cm"/>
      <inkml:brushProperty name="height" value="0.05292" units="cm"/>
    </inkml:brush>
  </inkml:definitions>
  <inkml:trace contextRef="#ctx0" brushRef="#br0">27356 6081 0,'-2'0'0,"-1"-2"0,3 2 0,-4 0 15,-1-2-15,1-1 0,0 3 0,-1-2 16,1 0-16,2 2 0,-1-2 0,1 2 15,2-2-15,-2 2 0,0 0 16,4 0-16,0 0 0,-2 0 0,5 0 16,-1 0-16,3 0 0,-3 0 0,3 2 15,2-2-15,-1 2 0,6-2 0,-1 0 16,2 0-16,3 0 0,4 0 0,0-2 16,11 0-16,-2 2 0,-2 0 15,-1-3-15,-1 3 0,-3-2 0,0 2 16,0 0-16,1 0 0,1 0 15,-2 0-15,3 0 0,2 2 0,8-2 16,0 0-16,1 0 0,-5-2 0,-2-2 16,-2 2-16,-3-3 0,0 1 0,-1-1 15,-1 3-15,2-2 0,-1-1 0,3 3 16,1-2-16,2-1 0,0 1 0,-3 2 16,1-3-16,0 3 0,-3 0 0,3 2 15,-3-2-15,1-1 0,-1 1 16,1-2-16,1 2 0,1-1 15,4 1-15,0 0 0,0 2 0,0-4 0,-2 4 16,2 0-16,-2 0 0,-2 0 0,-1 0 16,1-3-16,-2 1 0,-1-2 0,3-1 15,2 3-15,-1-4 0,4 3 16,-4-1-16,3 4 0,-4-2 16,0 2-16,-1 0 0,-1 0 0,4 2 0,4-2 15,3 4-15,-1-4 0,3 3 0,-3-3 16,-6-3-16,2 6 0,-4-3 15,-1 0-15,-1-3 0,4 1 0,4 2 16,0 0-16,7 2 0,-6-2 0,-1-2 16,-4 0-16,-3 0 0,3 0 15,-4 2-15,1-3 0,3 1 0,0 2 16,2 0-16,5 2 0,6 3 0,-2-3 16,2 0-16,0 3 0,-2-5 0,-7 2 15,-6 0-15,-3 0 0,1 0 0,-1-2 16,0 3-16,1-1 0,-1-2 0,3 0 15,4 0-15,5 0 0,1-2 16,1 2-16,-3 2 0,-1 0 0,-8 0 16,1 0-16,-2-2 0,-1 0 0,3 0 15,4 3-15,0-3 0,4 2 0,5-2 16,-4 4-16,-5-4 0,-5 2 0,1 1 16,-5-1-16,1-2 0,1 0 0,0 0 15,3 0-15,2 2 0,4-2 16,3 0-16,4 0 0,-5 2 0,-2-2 15,-4 0-15,2 0 0,-2 2 0,4-2 16,3 3-16,-3-3 0,3 0 0,-3 2 16,-4 0-16,-2 2 0,-3-4 15,-2 3-15,1 1 0,1-2 0,0 0 16,1 1-16,2 1 0,1-2 0,3 3 16,-2-3-16,2 2 0,-2-1 0,-2-1 15,0 0-15,-5 0 0,-2 0 0,-2 1 16,-5-1-16,1 2 0,-3-4 0,0 5 15,0-3-15,1 0 0,-3 0 16,4 0-16,-2-2 0,-2 5 0,5-5 16,-5 2-16,2 2 0,0-4 0,0 3 15,1-3-15,-1 2 0,-2-2 16,0-2-16,0 2 0,0-3 0,-2 3 16,2-4-16,-5 4 0,3-2 0,-2-3 15,-1 5 1,-3-2-16,1 0 0,3 0 0,-5 0 0,0-3 0,-2 1 0,0 2 15,-4-3-15,1 1 0,-1 4 0,2 0 16</inkml:trace>
  <inkml:trace contextRef="#ctx0" brushRef="#br0" timeOffset="1035.86">28798 4412 0,'-5'-2'0,"5"-5"0,0 7 0,0-4 0,0-3 0,0 0 0,0 1 0,0 1 0,-2-3 15,0 5-15,0-3 0,-5 4 0,0-1 16,-1 3-16,-6 3 0,1-3 15,-4 4-15,-3 3 0,-5-3 0,-14 7 16,3 0-16,1 0 0,0 2 0,2 5 16,4-3-1,5 5-15,2 2 0,4 3 0,3-1 0,4-2 0,2 4 0,5 1 16,6 1-16,2-8 0,5 2 16,2-2-1,7-2-15,-1-3 0,8-6 0,1-2 0,5-5 0,-2-4 0,4 2 16,8-7-16,-3-2 0,-3-2 0,-4-9 15,-2 5-15,-3-9 0,-4 4 0,-2 2 32,-7 3-32,-2 2 0,-4 6 0,-3 0 15,-1 5-15,-1-2 0,-2 4 16,0 4-16,-2 3 0,-1 2 0,-1 2 16,-3 2-16,5 2 0,0 1 0,4-5 15,0 0-15,3 2 0,-1 2 0,3-4 16,2 3-16,2-6 0,4 1 15,-2-2-15,3-1 0,1-3 0,3-3 16,-2 0-16,2-3 0,-3-1 0,3-3 16,-4-4-16,1-2 0,-3-4 0,-1-1 15,-2-6-15,-2 2 0,-3-3 16,-4 6-16,-2-1 0,0 2 0,-4 5 16,-3-3-16,1 5 0,-5 5 0,-2 4 15,-1-5-15,1 7 0,0 0 0,2 7 16,-2-7-16,4 6 0,0 1 0,2-3 15,1 3-15,3-3 0,1 5 0,-2 0 16,4 4-16,2-2 0,0 0 16,3 2-16,1-2 0,3-2 0,-2 2 15,-1-9-15,1 1 0,0 1 0</inkml:trace>
  <inkml:trace contextRef="#ctx0" brushRef="#br0" timeOffset="1288.94">29333 4511 0,'0'0'0,"-4"-2"0,-3-2 0,-1-1 0,-3 3 0,0 0 16,-3 0-16,1-1 0,0 3 0,2-2 16,2 4-16,0-2 0,3 3 0,-1 1 15,3-2-15,1 5 0,6 2 16,-1-5-16,2 3 0,3 1 0,4 3 16,4 0-16,3 0 0,2 7 0,2-5 15,6 9-15,-1-2 0,-7 0 0,0-2 16,-7-3-16,-2 1 0,-7 1 15,1-4-15,-10 3 0,-1-5 16,-8 2-16,-1-2 0,0-2 0,-7-2 0,2-1 16,0 1-16,4-3 0,1 1 0,2-1 15,4-4-15,2 2 0,1-2 0,1 0 16,5 0-16,2-2 0,5-5 16,0 5-16,4 0 0</inkml:trace>
  <inkml:trace contextRef="#ctx0" brushRef="#br0" timeOffset="1526.82">29788 4167 0,'0'0'0,"0"-2"0,0 2 0,0 2 16,0 0-16,0 3 0,0 1 0,0 8 0,0 3 0,0 5 16,0 3-16,-3-1 0,1 13 0,-2-1 15,2 1-15,-3 5 0,1-5 16,2 8-16,-3 7 0,3-3 0,2-5 15,0-6-15,-2-8 0,2-8 0,0-2 16,0-4-16,0-3 0,0-2 0,0 0 16,0 0-16,0-7 0,0 1 0,0-3 15,0 2-15,2-1 0,0-1 16</inkml:trace>
  <inkml:trace contextRef="#ctx0" brushRef="#br0" timeOffset="1733.22">29550 4551 0,'0'-5'0,"2"3"0,-2 2 0,0 0 0,4-2 0,3 0 0,2 2 15,4-5-15,2 3 0,7 2 0,5 0 16,12 2-16,3-2 0,5 5 0,-3-5 31,2 2-31,7 0 0,-5-2 0,-10 0 0,-3-2 0,-4 2 0,-4 2 16,1-2-16,-1 0 0,-1 2 0,-2 3 15,3-3-15</inkml:trace>
  <inkml:trace contextRef="#ctx0" brushRef="#br1" timeOffset="33903.75">4189 6141 0,'0'2'0,"0"-2"0,2 0 0,1 0 0,3-5 0,-6 1 16,2 0-16,7-3 0,-7 2 0,3-3 15,2-1-15,-5 0 0,0-2 0,5 0 16,-5-2-16,-2 2 0,4-5 0,-4 1 16,5 2-16,-10-7 0,3 0 15,0 7-15,0-3 0,-7 3 0,-2-2 16,-3 4-16,3-3 0,-4 8 0,2-1 15,-7 3-15,5 2 0,-12 4 0,3 2 16,0 5-16,-3 0 0,1 2 0,-3 6 16,0 3-16,-2 7 0,3 8 15,-3 9-15,-7 22 0,1 5 0,-7 8 16,9-15-16,6-13 0,7-7 0,11-2 16,4 0-16,7 2 0,7-2 0,-1-9 15,10-5-15,-1-3 0,7-5 0,0-5 16,3-2-16,3-2 0,3-6 0,4-1 15,1-4-15,1-2 16,1-3-16,6-6 0,0-4 0,-4 0 0,1-1 16,-5-2-16,-10 1 0,-2-3 0,-1 2 15,-10 1-15,2-1 0,-4 3 0,-4 4 16,-3 2-16,-8 0 0,6 2 0,-4-1 16,2 1-16,-9 0 0,7 1 15,-11-1-15,2 3 0,0-3 0,-3 3 16,-3-1-16,-1 1 0,-2 2 0,0-1 15,0-1-15,-2 4 0,3-4 0,3 4 16,3 0-16,-3 0 0,8 0 0,-3 0 16,0 2-16,2 0 0,7 2 15,-5-1-15,3 1 0</inkml:trace>
  <inkml:trace contextRef="#ctx0" brushRef="#br1" timeOffset="35198.03">4807 6083 0,'0'-2'0,"-3"0"0,3 2 0,0-2 0,0-1 0,3 1 16,-3 0-16,0 2 0,-3 0 0,1 0 16,2 0-16,-2 0 0,-5 4 0,1 1 15,-3 1-15,0 3 0,-4 4 16,0 3-16,-1 4 0,-5 11 0,3 2 0,-4-2 16,7-1-16,0-1 0,-5 4 15,9 2-15,-2 3 0,3 15 0,8 2 16,4 0-16,5 11 0,6-13 0,3-11 15,4-11-15,2-7 0,-2-2 16,2 0-16,1 3 0,-8-1 0,1 2 0,0 1 16,4 1-16,-2-1 0,2-3 15,-5-4-15,1-2 0,-5-5 0,-2-2 16,0-2-16,-4-3 0,-3 1 0,3-1 16,-1 1-16,-1-5 0,1 3 0,-6-3 15,3 2-15,-1 1 0,0-1 16</inkml:trace>
  <inkml:trace contextRef="#ctx0" brushRef="#br1" timeOffset="36236">5389 6407 0,'0'-2'0,"2"2"0,0-4 0,5 4 16,-5-5-16,7 3 0,-7-2 0,2 1 16,5 1-16,0-2 0,-7-1 0,7-1 15,-5 1-15,3 1 0,-5 0 0,0-3 16,5 0-1,-5 1-15,-2-1 0,0-4 0,0 0 0,-9-4 16,5-3-16,-5-2 0,0-4 0,-8-5 0,-5-2 16,0 3-16,-5 1 0,-8 3 0,-5 4 15,1 7-15,-8 4 0,8 9 0,-3 11 16,6 7-16,1 8 0,0 10 16,-5 14-16,5 1 0,4-5 0,9-4 15,7 2-15,6 5 0,6 4 0,12 6 16,7-6-16,4-4 0,6-14 0,7-6 15,2-7-15,1-3 0,-5 1 0,2-6 16,-3-3-16,6-7 0,-1-2 16,3-2-16,6-4 0,-2-3 0,-1-4 0,-3 0 15,-7-4-15,-3 1 0,-3-1 16,-3 0-16,-2 1 0,-5-5 0,-4 3 16,-2-6-16,-9 0 0,0 0 0,-7 0 15,3 2-15,-5-2 0,-2 2 0,-2-2 16,-3 2-16,-4 0 0,-2 3 15,5-1-15</inkml:trace>
  <inkml:trace contextRef="#ctx0" brushRef="#br1" timeOffset="36411.33">5093 6449 0,'0'2'0,"-4"1"0,4-3 0,0 2 0,0 2 0,4 3 16,-4 2-16,11 2 0,-4 0 0,4 2 15,7 5-15,8 4 0,3-3 0,2 1 16,2 0-16,0-2 0,2-3 0,-6-2 16,1 1-16,-3-3 0,-3 0 0,7 0 15,-13-2-15,2-1 0,-5-1 16,3 2-16,-5-5 0,0 5 0,3-2 16</inkml:trace>
  <inkml:trace contextRef="#ctx0" brushRef="#br1" timeOffset="37050.4">5777 6853 0,'0'0'0,"-2"2"0,2 0 0,0 0 0,-7 1 0,7 1 15,-2-2-15,0 0 0,2 3 0,0-3 16,0 2-16,0-4 0,0 3 0,0-3 16,4-3-16,-2 1 0</inkml:trace>
  <inkml:trace contextRef="#ctx0" brushRef="#br1" timeOffset="37494.21">5786 6707 0,'0'0'0,"2"-4"0,-2-1 0,0 3 0,0-4 0,0 3 16,0-1-16,0 2 0,0 2 0,0 2 15,0 7-15,-7 0 0,7 2 16,-2 6-16,0 3 0,0 4 0,-5 12 16,3 1-16,-1 7 0,1-4 0,1 2 15,1-7-15,-2-6 0,2-1 16,-1-1-16,3-5 0,3-2 0,-3-5 16,0-2-16,-3-2 0,3-2 0,0 0 15,0-7-15,0 0 0,0 1 0,0-3 16,3-3-16,3-1 0,-4 0 0,10-5 15,-8 2-15,3-2 0,-1-4 16,5-2-16,2-3 0,3-2 0,-3-2 16,-2 2-16,0 3 0,2 1 0,-2 1 15,-4 4-15,2 2 0,-5 2 0,3 7 16,2 0-16,-5 3 0,3 1 16,-3 5-16,5 0 0,-5-1 0,3 6 0,0-3 15,-1 2-15,1-2 16,2 7-16,-1-5 0,6 0 0,-3 2 0,4-3 15,-2-1-15,3-3 0,-1 1 0,1 0 16,-1-2-16</inkml:trace>
  <inkml:trace contextRef="#ctx0" brushRef="#br1" timeOffset="38101.44">5704 6070 0,'0'0'0,"-4"-2"0,1 2 0,3-2 15,-2 2-15,2 0 0,-2 0 0,4 0 16,-2-3-16,2 3 0,5 3 0,-3-3 16,5 2-16,-2 0 0,8-2 15,-4 0-15,3 2 0,1-2 0,5 0 16,-5-2-16,5 2 0,-2-2 0,2 0 16,4-3-16,-2 5 0,0-4 0,-9 4 15,3-2-15,-5-1 0,-3 3 0,1 0 16,-4 0-16,-3 0 0,-2 0 0,0 0 15,-2 3-15</inkml:trace>
  <inkml:trace contextRef="#ctx0" brushRef="#br1" timeOffset="38306.82">5869 5973 0,'-4'0'0,"4"0"0,0 0 0,0-2 0,0 2 15,0-2-15,-2 2 0,2 0 0,2 0 16,-2 4-16,0-2 0,0 5 0,0 2 15,4 4-15,-4 0 16,0 7-16,0 0 0,0 0 0,0 4 0,0-2 0,0 4 16,-4 3-16,4-5 0,0-4 15,4-2-15,-4-1 0,0-3 0,-4-3 16,4-3-16,0 1 0,4-4 0,-4-1 16,5 1-16,-3-1 0,5-6 15,1 0-15,-3 2 0</inkml:trace>
  <inkml:trace contextRef="#ctx0" brushRef="#br1" timeOffset="38607.89">5827 6066 0,'-2'2'0,"0"0"0,2-2 0,-7 2 0,1 3 15,1 1-15,1 1 0,2-1 0,-5 3 16,3 0-16,2 2 0,-3 2 16,1-2-16,2 3 0,-7 1 0,7-2 15,-5-2-15,5-4 0,-1 0 0,1-3 16,-2-2-16,-1-2 0,3 0 15,-4-2-15,3-2 0,1-5 0,-2 0 16,-1-2-16,3-2 0,0 2 0,-2-3 16,1 1-16,1 2 0,0 0 0,2 2 15,0 3-15,0-1 0,2 3 0,3 1 16,1 1-16,1 2 16,4 0-16,4 2 0,-1 3 0,1 1 15,5 3-15,-7 0 0,5 0 0,-1 2 16,1 2-16,4 3 0,0 1 0,0 1 0,-2-5 15,-2 3-15,-1-3 0,-4-2 0,1 0 16</inkml:trace>
  <inkml:trace contextRef="#ctx0" brushRef="#br1" timeOffset="39229.28">6357 6013 0,'0'-3'0,"0"1"0,0 2 0,0 0 0,-3-4 16,3 4-16,0-2 0,0 2 0,3-3 16,-3 3-16,6 3 0,-1-1 0,1 4 15,-4 1-15,7 6 0,-4 3 16,4 1-16,2 5 0,0 11 0,2 3 15,-7-5-15,5 2 0,3-2 0,-3-1 16,4-1-16,-6 2 0,6 2 0,-1 16 16,1 1-16,3 1 0,-5 9 15,-2-8-15,-4-10 0,-7-11 0,-3-7 16,-1-4-16,-5-4 0,0-3 0,3 0 16,-3-2-16,0-2 0,0 2 0,0-2 15,3 2-15,1-2 16,1-3-16,2 1 0,0-5 0,4-8 0,0 1 0,-4 10 15,2-5-15,0 0 0,0 0 0</inkml:trace>
  <inkml:trace contextRef="#ctx0" brushRef="#br1" timeOffset="39578.03">7135 6751 0,'-2'0'0,"2"0"0,2 0 0,2-2 0,1 0 0,6 2 0,-2 0 16,4 0-16,-2-2 0,2-1 0,-2 3 16,5 0-16,-5-2 0,2 0 0,2 0 15,-6 0-15,2-1 0,-2 1 0,0 0 16,-3 0-16,-1-3 0,-1 3 16,3-4-1,-5 1-15,-2 3 0,-2-2 0,-3-1 16,-1 1-16,-3-3 0,-2 1 0,-2 1 0,2 1 0,-3-3 0,1 3 15,0-5-15,2 2 0,-2 1 16,2 1-16,-5 1 16,3 2-16,6 2 0,-4-3 0,5 1 0,1-2 0,5 2 15,0-3-15,0 5 0,5-4 0,4 4 16,-1-2-16,1-1 16,2 1-16,0 0 0,0-2 0,-2 1 0,0-1 15,-7-3-15,3 1 0,-5-1 0</inkml:trace>
  <inkml:trace contextRef="#ctx0" brushRef="#br1" timeOffset="40787.17">7860 6683 0,'-2'2'0,"2"-2"0,0 0 0,-2-2 0,2 2 16,0 0-16,2 0 0,-2 0 0,5 4 16,-1-1-16,0 1 0,1 3 0,6 1 15,-2 6-15,2-1 0,4 2 0,3 12 16,4 1-16,2 1 0,-2 2 16,2 0-16,1 0 0,-1 2 0,9 0 15,-9-2-15,-4-7 0,0-6 0,-5-3 16,-2 0-16,-4-6 0,-2 0 0,2-2 15,-5-3-15,-2 1 0,3-5 0,-12-5 16,9 5-16,1 0 0,-1-2 16,-2 0-16,0-7 0,0-2 0,0 0 15,0-2-15,0-7 0,-2-4 0,2-5 16,-5-17 0,3-3-16,0 3 0,2-3 0,-2-1 15,-1-1-15,-1-4 0,-5-18 0,0 7 0,0 2 0,1 11 16,-1 4-16,-2-4 0,2 5 0,-4 2 15,2-1-15,0-1 0,2-1 0,-2 1 16,-2 4-16,2 8 0,0-3 0,2-3 16,2-11-16,1-9 0,-1 3 0,3 1 15,-8 10-15,4 10 0,1 3 0,0 4 16,3-6-16,4-7 0,-7 2 16,5-2-16,-2 13 0,-1 2 15,1 7-15,4 0 0,-2 2 0,4 5 0,-2 2 16,7-3-16,-1 3 0,3 2 0,4-2 15,0 4-15,3-4 0,4-1 16,4-1-16,0-3 0,3 1 0,1 1 16,3 3-16,2 4 0,-2-4 0,7 2 15,10 4-15,5-2 0,7 3 0,-3 6 16,-4-5-16,-7 1 0,0 0 0,10-1 31,8-1-31,4-1 0,2 3 0,-8 1 0,-7 3 0,0 0 0,14-2 16,12-4-16,-10-1 0,6 3 0,-2 1 15,4-3-15,3 1 0,2-4 0,-9 3 16,9-1 0,4-2-16,-7 1 0,3-1 0,-2 0 0,-1 0 0,7 0 15,-4-2-15,2 2 0,0-2 0,-2 3 16,9-6-16,-3 6 0,0-3 0,3-3 31,2 3-31,0-2 0,4 2 0,4 0 16,-1-2-16,2 2 0,-1 0 0,-1-2 15,-1 6-15,-2-6 0,0 6 0,-2-4 16,-2 4-16,2-4 0,-4 5 16,-1-5-16,-1 0 0,1 0 0,-1 0 15,-1 0-15,3 2 0,-3 4 0,-2-1 16,1 4-16,1-3 0,-2 5 0,-4-4 16,0 2-16,0 2 0,-7-3 0,2 3 15,-10 0-15,-6-2 0,6 0 16,-1 2-16,-4 0 0,-7-7 0,-6 7 15,-7-2-15,-4 0 0,-3 2 0,-1-7 16,-5 5-16,-3 0 0,-6 0 0,-2 0 16,-9 2-16,-6 0 0,-3 0 15,-7 0-15,-6 2 0,-2 2 0,9-4 16</inkml:trace>
  <inkml:trace contextRef="#ctx0" brushRef="#br1" timeOffset="41535.79">8572 6021 0,'0'0'0,"0"0"0,0-2 0,-4 0 0,2 0 0,2-3 15,0 3-15,2-2 0,2-1 0,-4 1 16,3 0-1,-1 1-15,5 1 0,-1-2 0,5-1 0,0 3 0,2-2 0,5 4 16,-3 0-16,5 0 0,0 2 0,-2 2 16,-1-1-16,-1 3 0,-1 1 0,5 6 15,-7 0-15,1 7 0,-3 0 16,-3 4-16,-3 3 0,-3 1 0,-4 3 16,-3 0-16,-3-2 0,-8-3 0,-4-2 15,1 1-15,-6-3 0,1 0 0,-5 2 16,3-2-16,2-9 0,10-2 15,-1 3-15,4-6 0,0-1 0,2-3 16,5-1-16,1-1 0,3-2 0,0 0 16,0-2-16,3 2 0,1-3 0,7 3 31,-2 0-31,6 0 0,5 0 0,2-2 16,5 0-16,4-2 0,-5 4 15,3-3-15,13 1 0,-3-2 0,-3 2 16,-3 2-16,-2 0 0,-3 0 0,-4 0 15,-4 0-15,-4-3 0,-3 3 0,-2 0 16,-2 3-16,-3-3 0,-1 0 0,-3 0 16,-4-3-16,0 1 0,-1 2 0,8 0 15,-3-2-15,2 0 0,1 2 16</inkml:trace>
  <inkml:trace contextRef="#ctx0" brushRef="#br1" timeOffset="41900.37">9459 5962 0,'0'-2'0,"0"2"0,0-2 0,0 2 0,0 0 0,0 0 0,0 0 15,0 0-15,-2 0 0,2 0 16,-7 4-16,3 0 0,-5 5 0,0 2 15,-2 5-15,0 3 0,-2 4 0,2 12 16,-3 0-16,6 3 0,1-1 16,3-2-16,1 5 0,10-5 0,2 3 0,11 8 15,8-2-15,8 5 0,12 4 0,1-9 16,-12-11-16,-6-7 0,-7-8 16,-2-3-16,-2 1 0,2-7 0,-4 2 15,-1-5-15,-3 1 0,-3-3 0,0 1 16,-5-3-16,3-2 0,-4 2 15,1 0-15,-1-2 0,-3 0 0,-11-9 16,11 9-16,0 0 0,-2 0 0,0 3 16,-2-3-16,0-3 0,-2 3 0,-3 0 15,0 0-15,-4-2 0</inkml:trace>
  <inkml:trace contextRef="#ctx0" brushRef="#br1" timeOffset="44048.88">10032 6275 0,'0'2'0,"0"-2"0,0 0 0,0 2 0,0 3 0,2-5 0,-2 4 16,3 1-16,-3-1 0,2 0 0,0 3 15,-2-2-15,2-1 0,0 0 0,3 1 16,-1 1-16,1-3 0,1-1 16,-1 0-16,1-2 0,3 0 0,-2-2 15,1-3 1,1-1-16,0-3 0,-2 0 0,2 0 0,-3 0 0,3 1 31</inkml:trace>
  <inkml:trace contextRef="#ctx0" brushRef="#br1" timeOffset="44143.99">10074 6222 0,'-2'2'16,"0"-2"-16,-3 3 0,5-1 0,-4 0 0,2 2 0,-1-4 15,1 5-15,-2-5 0,4 4 16,0-4-16</inkml:trace>
  <inkml:trace contextRef="#ctx0" brushRef="#br1" timeOffset="44191.33">10061 6264 0,'0'0'0,"0"2"0,0 0 0,0 1 0,-2-1 0</inkml:trace>
  <inkml:trace contextRef="#ctx0" brushRef="#br1" timeOffset="45423.56">9809 6326 0,'3'4'0,"-1"5"0,-2-9 0,0 11 0,2 2 0,2 5 0,-4 2 0,3 2 0,-1 2 31,-2 0-31,2 7 0,0-7 0,-2-2 16,0-2-16,2-4 0</inkml:trace>
  <inkml:trace contextRef="#ctx0" brushRef="#br1" timeOffset="46715.44">9787 6427 0,'3'0'0,"-3"-2"0,0 0 0,-3 2 16,1-2-16,2-1 0,-4 3 0,4 0 15,-2 0-15,-1 0 0,1 3 16,0-1-16,0 0 0,2 0 0,0 0 16,0 1-16,0-1 0,0 0 0,0 0 15,0-2-15,0 0 0,2 2 0,-2-2 16,2-2-16,-2 2 0,2-2 0,-2 0 16,3-3-16,-3-1 0,0 1 15,0-3-15,0-3 0,-3 2 0,3-5 0,0-1 16,-2 0-16,-2-5 0,-1-9 15,-3-2-15,1 0 0,2-2 0,-1-2 16,1 0-16,-1 2 0,-1-5 0,1 7 16,-3 3-16,4 1 0,-1 5 0,-1 0 15,1 2-15,1 3 0,1-1 0,2 7 16,-3 0-16,5 2 0,0 5 16,0-1-16,0 5 0,0-2 0,2 4 15,1 0-15,1 5 0,-2 0 0,3 2 16,-1-1-16,3 3 0,-3 5 0,0 4 15,1 4-15,1 5 0,-1 1 16,-1 6-16,1-1 0,-1 16 0,3-5 16,-3-2-16,-2-6 0,0-1 0,1-2 15,-1-4-15,-2 2 0,0-4 0,2 0 16,-2-5-16,0-4 0,2-3 0,-4-1 16,2-5-16,0-5 0,-2-6 0,2 5 15,0-3-15,0 0 0,0-4 16,0-5-16,0 1 0,0-5 0,0-2 15,0-7-15,0-5 0,0-1 0,0-5 16,-2 0-16,-1-2 0,3-2 0,0 0 16,0 2-16,0-9 0,0 6 0,-2 6 15,0 3-15,2 7 0,-4 3 16,4 3-16,-3 3 0,-1 5 0,4 1 16,-2 1-16,2 2 0,0-1 0,2 6 15,-2 1-15,4 3 0,-1 2 0,-1-1 16,-2 6-16,0-6 0,-2 6 0</inkml:trace>
  <inkml:trace contextRef="#ctx0" brushRef="#br1" timeOffset="47239.89">9990 6310 0,'0'-2'0,"0"0"0,0 2 0,0-5 0,0 3 0,0 0 15,0-2-15,-2 1 0,0 1 16,2 0-16,-2 0 0,-1 2 0,-1-2 31,0 4-31,-1-2 0,-1 4 0,-1-2 0,0 5 0,1-3 0,1 5 0,-1 0 16,1 2-16,1 0 0,4 0 15,0 2-15,0-2 0,6 3 0,-1-3 16,4 2-16,2-2 0,2-2 0,-2 0 31,4-1-31,-1-1 0,3-5 0,1 0 16,-3-2-16,1-2 0,-3-2 0,2-3 16,-4 1-16,3-5 0,-5 0 0,2-3 15,-5-1-15,3-1 0,-5 1 16,-1-5-16,-1-4 0,-2 6 0,-5 3 15,1-1-15,-3 3 0,1 0 0,-3 4 16,-2 0-16,-2 5 0,-3 0 0,-1-1 16,1 5-16,-1 2 0,1 1 15,-2 1-15,1 0 0,1 5 0,3-2 16,2 2-16,0 2 0,2-3 0,5 3 16,2 3-16,-1-6 0,8 6 0,-3-3 15,5 0-15,2-2 0,-1 2 16,6-3-16,-3 1 0,4-2 0,0-1 0,3-1 15,0-3-15,-1 3 0,1-5 0,0 0 16,-3 0-16,1 0 0,-5 2 16</inkml:trace>
  <inkml:trace contextRef="#ctx0" brushRef="#br1" timeOffset="47605.79">10420 6293 0,'0'-3'0,"0"1"0,-2 0 15,2 0-15,-2 2 0,2 0 0,-2 0 16,-3 4-16,3 1 0,-2-1 0,1 3 16,-1 2-16,2-1 0,-3 1 0,5 0 15,3 0-15,-1 0 0,0-1 0,5 3 16,-1-4-16,5 0 0,-2-1 0,2 1 16,2-5-16,0 3 0,-1-5 15,3 0-15,-4-3 0,0 1 0,0-2 16,0-3-16,-2 0 0,0 1 0,-3-3 15,1-2-15,-3 2 0,1-2 0,-5 0 16,0 0-16,0 0 0,-5 2 16,-1 0-16,-3 3 0,0-1 0,-4 3 15,0-3-15,-3 3 0,-1-1 0,1 3 16,-4 2-16,5 0 0,-3 2 0,3 1 16,2 1-16,1-2 0,1 5 0,3-3 15,1 3-15,5-1 0,0 1 0,4 0 16,2-1-16,3 1 0,4-3 0,2 3 15,5-3-15,-1 1 0,3-1 16,0-2-16</inkml:trace>
  <inkml:trace contextRef="#ctx0" brushRef="#br1" timeOffset="48082.19">10872 5944 0,'0'-2'0,"0"0"0,0 2 0,0-2 0,0-1 0,0 1 0,2 0 16,1 4-16,-3 0 0,2 1 15,0 3-15,5 3 0,-5 2 0,2 2 16,-2 3-16,5 6 0,0 7 0,-1 1 16,1 3-16,2 3 0,-3-3 0,1 2 31,2-2-31,-3 0 0,-1-2 0,-1 2 16,-2 7-16,-2 0 0,0-3 15,0 3-15,-4-3 0,-3 1 0,-1-3 16,-3-4-16,2-5 0,-2 1 0,-3-10 15,3-3-15,0-8 0,3 1 0,-1-1 16,0 1-16,2-3 0,1 3 16,-1-5-16,3 1 0,-1 1 0,3-4 15,4-9-15,-2 5 0,0 1 0,0 1 16,-2 2-16,0 2 0,0 1 0,-1-3 16,1 2-16,2-2 0,-2 0 0,2 0 15,-2 0-15,0 0 0,-3-2 16,1-1-16</inkml:trace>
  <inkml:trace contextRef="#ctx0" brushRef="#br1" timeOffset="51609.11">11324 5969 0,'0'0'0,"-4"0"0,4 0 0,-2 0 0,-1-3 16,1 1-16,-2 2 0,4 0 0,-5 0 0,3 0 0,-2 0 15,-3 5-15,0-3 0,-1 7 16,-3-1-16,0 8 0,-3 1 0,-5 14 16,1 2-1,0 0-15,3 3 0,2-3 0,2 2 0,2-4 0,4 0 0,5-2 16,5-1-16,1 1 0,10 8 15,4-1-15,2-1 16,0-6-16,2 1 0,0-1 0,1 0 16,-1-3-16,0 1 0,-2-7 0,-2-1 0,-2-5 0,-3-3 15,-4 0-15,0-5 0,-4 1 0,-1-3 16,3 1-16,-5 1 16,1-4-16,-3 1 0,-6-8 0,-1 1 15,3 2-15,2 2 0,-2 0 0,2 0 0,2 4 16,0-4-16,0 2 0,-2-4 0,5 2 15,-1 0-15</inkml:trace>
  <inkml:trace contextRef="#ctx0" brushRef="#br1" timeOffset="52198.54">11635 6110 0,'0'0'0,"-2"0"0,0 0 0,-1-3 16,3-1-16,0 0 0,0-1 0,0-1 15,0-1-15,0 3 0,0-3 0,3 0 16,1 1-16,0 1 0,3-1 0,2-1 16,0 3-16,4-1 15,-2 3-15,2 0 0,-2 0 0,5 4 0,-5 0 16,0 5-16,0-1 0,0 5 15,-5 3-15,1 3 0,-3 3 0,-1 2 0,-3 2 16,-9 9-16,0 1 0,-2-4 16,-4-1-16,-1-3 0,1 1 0,-3-3 15,3 0-15,-1-4 0,3 0 0,-3-2 16,5-5-16,3 0 0,1-4 0,3 0 16,-1-3-16,5-1 0,0-3 0,7 0 15,2-2-15,2 0 0,2 0 16,5-2-16,-1 0 0,3-3 0,-5 3 15,10-4-15,-3-1 0,0 3 0,2-1 16,-4 1-16,2 2 0,-4-3 0,-1 3 16,-1 0-16,-5 2 0,-3 0 15,1-2-15,-2 2 0,-5-3 0,0 1 16,1 4-16,-1-2 0,0 0 0,0 3 16,0-3-16,1 0 0,-1 0 0,-2 0 15,2 0-15</inkml:trace>
  <inkml:trace contextRef="#ctx0" brushRef="#br1" timeOffset="52533.06">12098 6328 0,'-2'-2'0,"2"0"0,-2-3 15,-1 1-15,1-1 0,0 5 16,0-6-16,0 3 0,-5 1 0,5 2 16,0 5-16,-3-3 0,1 0 0,2 5 15,-1-3-15,3 3 0,0-1 0,0 1 16,5 2-16,-1-5 0,3 5 0,2-2 15,-1-3-15,1 0 0,2 3 0,3-5 16,-1 0-16,0-2 0,2 0 0,-1-2 16,1 0-16,-4 0 0,2 0 15,-2-3-15,-2-1 0,0 1 0,-2-4 16,-5 3-16,0-3 0,-2-2 0,-2 2 16,0 0-16,-5 3 0,0-3 0,-1 2 15,-1-2-15,-4 3 0,1-1 0,-3 3 16,0 2-16,-3-3 0,3 5 15,-3 5-15,2-3 0,3 4 0,0 1 16,0-3-16,2 1 0,2 1 0,-2 1 16,7 0-16,-3 2 0,5-1 0,-1 3 15,1 0-15,2 0 0,-2 3 0</inkml:trace>
  <inkml:trace contextRef="#ctx0" brushRef="#br1" timeOffset="53540.11">12554 6227 0,'0'-3'0,"-2"1"0,0 0 16,-2-5-16,-1 1 0,-1-1 0,1 0 0,-1 3 15,-1 0-15,3 1 0,-1 1 16,-4 0-16,1 2 0,-3 0 0,-1 4 16,-1 3-16,2 0 0,0 4 0,0 0 15,2 2-15,1-2 0,-1 2 0,4-2 16,1 2-16,2-2 0,-1 0 0,3 1 15,3-4-15,-1 3 0,2-2 0,1-2 16,4 2-16,-3-3 0,5-1 0,-2-1 16,0-4-16,4 2 0,-2-2 15,0-2-15,0 0 0,-2 0 0,2-3 16,0-1-16,0-1 0,-4 0 0,1-1 16,-3-3-16,-1 4 0,-2 0 0,3-2 15,-5 1-15,0-1 0,-5-2 16,1 2-16,-3 0 0,3 3 15,-5-1-15,0 0 0,1 3 0,-3 0 0,2 1 16,-4 1-16,4 2 0,-2 5 0,4-1 16,0 0-16,1 3 0,1-3 0,1 3 15,4 0-15,-4-3 16,1-2-16,-3-2 0</inkml:trace>
  <inkml:trace contextRef="#ctx0" brushRef="#br1" timeOffset="53887.59">12707 6216 0,'4'0'0,"0"2"0,3-2 16,-3 0-16,1 0 0,-5 0 0,2 2 16,-2 0-16,-2 0 0,2 3 0,-5-1 15,1 3-15,2-1 0,-3 1 0,5 0 16,-4-1-16,4 3 0,0-2 16,2 1-16,0 1 0,3-2 0,-1 2 15,3-5-15,-1 3 0,3-3 0,-2 3 16,0-5-16,4 2 15,-3-4-15,3 3 0,-4-3 0,2-3 0,-5 1 16,3 0-16,-3-2 0,1-1 0,-1-1 16,-4-3-16,0 0 0,0 0 15,-2-2-15,-3 0 0,1 2 0,0-2 0,-3 2 16,-2 1-16,0 3 0,-2-1 0,0 3 16,-2 1-16,2 2 0,-2 2 15,2 1-15,0 1 0,2 0 0,0 1 16,3 1-16,-1-1 0,3 1 0,1 3 15,1-2-15,4 2 0,1-3 0,1 1 16,5-1-16,-3 3 0,1-4 16,0 1-16,-3-3 0</inkml:trace>
  <inkml:trace contextRef="#ctx0" brushRef="#br1" timeOffset="54511.73">13031 6260 0,'2'0'0,"-2"2"0,2-2 0,-2 0 15,-2 0-15,0 0 0,2 0 0,-5 0 16,3 0-16,-2-2 0,-1 2 0,1-3 16,-1 3-16,-1 0 0,1 0 15,-1 3-15,-1-1 0,3 0 0,-3 2 0,3 1 16,2 1-16,-1-1 0,1-1 16,2 3-16,2-3 0,1 3 0,1 0 15,5-1-15,-3-1 0,5 1 0,0 1 16,-2-3-16,7 1 0,-5-3 0,2 0 15,0 0-15,-2-2 0,0-2 0,0 2 16,-2-2-16,0-3 0,0 3 16,-3-2-16,-1-3 0,-1 3 0,-2-3 15,1-2-15,-3 3 0,0-3 0,-5 4 16,3-3-16,-5 3 0,3-1 0,-3-3 16,-1 4-16,-1 1 15,-2 0-15,-3 1 0,1-1 0,-2 0 0,2 1 0,-5 1 16,2 0-1,1 4-15,0 0 0,1 1 0,-1 1 0,4 3 0,-2-1 16,4 1-16,-2 2 16,6 2-16,1 2 0,4-2 0</inkml:trace>
  <inkml:trace contextRef="#ctx0" brushRef="#br1" timeOffset="55709.57">13245 5962 0,'-3'-2'0,"3"-3"0,0 5 0,-2-6 0,0 1 0,2 1 0,0-1 0,0 1 15,0 2-15,0 0 0,4 2 0,-1 2 16,1-2-16,3 2 0,-1 0 16,3 3-16,2 4 0,-2-1 0,2 3 31,-2 3-31,4 5 0,-2 1 0,4 13 15,-1-2-15,-3 2 0,2 0 0,-2 3 16,-2-3-16,-3-5 0,3 3 0,-4-7 16,-1 1-16,-2-3 0,-2 2 15,0 3-15,-4 3 0,-5 3 0,0 1 16,-2-1-16,0-3 0,2 4 0,-2-8 16,2 0-16,3-1 0,-3-8 0,5 1 15,-5-5-15,2-2 0,3 0 0,-1-2 16,3 0-16,-2 0 0,2-3 15,-1-1-15,3-1 0,-2 1 0,0-5 16,2 4-16,-2-4 0,4-7 0,-2 3 16,2 2-16,-2 0 0,2 2 0,-2 0 15,0 0-15,0 0 0,0-3 0,0 3 16,0 3-16,0-3 0,0 0 0,3-3 16,-6 6-16,3 1 0,0-2 0,-2 0 15,2 1-15,0-3 0,2 2 16,-2 0-16,5 0 0</inkml:trace>
  <inkml:trace contextRef="#ctx0" brushRef="#br1" timeOffset="58562.3">13641 5944 0,'0'-6'0,"0"1"0,0-1 16,0 3-16,0 1 0,0-2 0,3 2 15,-1-1-15,-2 3 0,0-2 0,0 0 16,-5 0-16,1 2 0,-3 2 0,1 2 15,-5 1-15,0 4 0,-2-1 16,2 4-16,-5 1 0,3 0 0,0 9 16,-1 4-16,6 1 0,-1-1 0,4 3 15,3 2-15,4 0 0,5-3 0,2 1 16,4-2-16,5-3 0,2 0 16,-1 0-16,3-2 0,7 5 0,-5-7 15,-2-3-15,-4 1 0,0-3 0,-3-1 16,1-1-1,-8-2-15,3 0 0,-2-4 0,-4 1 0,1-3 0,-1 1 0,-1-3 16,-4-1-16,-4-7 0,1-1 0,1 6 16,2-2-16,0-1 15,0 3-15,0 0 0,-2 0 0,4 0 0,-2 3 16,5-3-16,-1-3 16,0 3-16,3-2 0,-3 0 0</inkml:trace>
  <inkml:trace contextRef="#ctx0" brushRef="#br1" timeOffset="59217.07">14104 6116 0,'-2'0'0,"2"-4"0,0 4 0,-2-5 0,0-1 16,-3-1-16,3 1 15,-2-3-15,2 0 0,-5 0 0,3 3 0,-1-3 0,-1 2 16,-3 0-16,2 3 0,1 0 15,-1 1-15,-2 1 0,-2 4 16,2 3-16,-2 4 0,2 0 0,-2 4 0,0 2 16,3 1-16,-1 3 0,-2 8 0,2-1 15,4 1-15,3-3 0,4-2 0,3-4 16,-1-3-16,5 1 0,0-1 16,4-6-16,-4 0 0,2 0 15,4-3-15,3-1 0,-2-5 0,-3 2 0,0-2 16,0-2-16,0-1 0,-2-1 0,3 0 15,-3-5-15,0-2 0,-5-3 16,1-1-16,-3-3 0,-1-1 0,-6-3 16,1 2-16,-4-2 0,1 2 0,-6 2 15,2 3-15,-2 1 0,0 3 0,-2 3 16,2 3-16,-2 1 0,0 2 0,2-1 16,0 6-1,2 1-15,2 0 0,3 3 0,-1-3 0,5 3 0,0 2 0,0-3 16,2 3-16</inkml:trace>
  <inkml:trace contextRef="#ctx0" brushRef="#br1" timeOffset="59392.15">14276 6202 0,'0'-2'0,"0"2"0,0 0 0,3 0 0,-3 0 0,2 2 0,-2 0 16,0-2-16,2 5 0,0-3 0,-2 0 15,3 5-15,-1-5 0,0 3 0,0-1 16,0 0-16,1-1 0,-1 1 0,-2-2 15,0 0-15,2 1 0,-2-3 0,2 2 16,-2-4-16,0-1 0,2-1 0,-4-5 16,2 0-16,0 3 0</inkml:trace>
  <inkml:trace contextRef="#ctx0" brushRef="#br1" timeOffset="59725.5">14455 6024 0,'2'0'0,"-2"-5"0,0 5 0,-2-4 0,2-1 0,0-3 0,2-1 16,-2 2-16,5-2 0,-1 1 0,1 1 15,1 0-15,3 1 0,0-1 0,2 3 16,0 1-16,0 1 0,2-2 0,0 2 16,1-1-16,-1 1 0,0 4 15,-2 1-15,2-1 0,-2 2 0,-2 3 0,-2 0 16,-1 4-16,-1 0 0,-3 4 15,-4 3-15,-3 1 0,-1 1 0,-3 2 16,-7 7-16,5-7 0,3 0 16,-6 5-16,6-1 0,1-6 0,3 0 15,1 0-15,8-5 0,-1-2 0,3 0 16,4-2-16,2-2 0,0-2 0,3-3 16,1 1-16,1-3 0,0 0 0,-1-2 15,-1 0-15,-1 0 0,-2-2 0,1 0 16,-3-3-16,-3 1 15,1 0-15,-2-1 0,2-2 0,-3-1 0,-1 1 16,-1-2-16</inkml:trace>
  <inkml:trace contextRef="#ctx0" brushRef="#br1" timeOffset="60027.66">14975 5938 0,'0'0'0,"-2"0"0,2 0 0,-4 0 0,-3-3 16,1 1-16,-3 2 0,0-2 0,-2 2 15,2 0-15,0 2 0,0 0 0,1 1 16,1 1-16,3 3 0,1-1 0,1 1 16,4 0-16,1 1 0,3 3 0,3 3 15,4-3-15,-2 4 0,3 1 0,1 1 16,7 7-16,-4 3 0,-1-5 16,-3 2-16,-3 0 15,-3-2-15,-1-2 0,-3 0 0,-1-2 0,-6-5 0,1 2 16,-4-4-16,1 3 0,-4-3 15,-2-2-15,2-3 0,-2 1 0,0-3 16,3-2-16,-3 1 0,2-3 0,0-3 16,0-1-16,0 0 0,5-3 0,-1 0 15,3-1-15,-2-6 0,2 1 0,-1-5 16</inkml:trace>
  <inkml:trace contextRef="#ctx0" brushRef="#br1" timeOffset="60250.33">14861 5991 0,'2'0'0,"-2"0"0,-2-3 16,2 1-16,0-2 0,2 2 0,0-3 16,3 1-16,1-1 0,3 1 0,0 2 15,4-3-15,0 1 0,3 2 16,1-5 0,-1 5-16,1-3 0,1 3 0,0-2 0,-3-1 0,1 1 0,-8 2 15,3 0-15,-2-1 0,0 3 0,-2-2 16,-3 2-1,1-2-15,-5 2 0,4 2 16,-2-2-16,-2 0 0,0 2 0,0-4 0</inkml:trace>
  <inkml:trace contextRef="#ctx0" brushRef="#br1" timeOffset="60583.85">15247 5790 0,'-3'-2'0,"3"0"0,3 2 0,1 2 0,0 0 15,3 0-15,0 5 0,4 2 16,-2 2-16,2 2 0,2 2 0,-2 3 16,-2 0-16,2 4 0,-3 2 0,-1 2 15,-3 1-15,1 4 0,-5 2 0,0 0 16,-5 2-16,1 0 0,0 1 15,-5 3-15,0-6 0,2-6 0,-1-5 16,-1-4-16,2-1 0,-2-6 0,5 2 16,-3-4-16,3 2 0,-1-4 0,1 0 15,0-1-15,-1-4 0,1 1 0,2-1 16,-3-2-16,1 0 0,2 0 0,-3-2 16,1 2-16,-3-3 0,1 1 0,-1 2 15,0 0-15,3 0 0,2 5 16</inkml:trace>
  <inkml:trace contextRef="#ctx0" brushRef="#br1" timeOffset="62291.62">15469 5960 0,'-2'0'0,"2"2"0,0-2 0,-2 0 0,0 0 0,-1 0 0,1 0 16,-2 0-16,2 0 0,-3-2 16,3 0-16,0-1 0,2 1 0,-2-2 15,2-1-15,0-1 0,2-1 0,0 0 16,0-1-16,0-1 0,3 0 0,-3 0 15,5-4-15,-1 2 0,3 2 0,0 0 16,2 0-16,0 3 0,0-3 0,-2-2 16,0 2-16,-3-2 0,3 5 0,-2-1 15,-1-2-15,1 5 0,-3-1 16,-1 1-16,1 2 0,-4 2 0,0 0 16,0 4-16,0 1 0,-4 3 0,-3 3 15,3 3-15,-5 1 0,0 0 0,2 5 16,-2-2-16,1 2 0,1 0 15,3-1-15,4 4 0,0-1 0,0 2 16,4 7-16,5 0 0,-3-3 0,5 3 16,1-2-16,1-5 0,2 0 0,3-2 15,2 0-15,2-2 0,0-7 0,0 3 16,-2-3-16,2-2 0,-5 0 16,-1 0-16,-1-6 0,-4-3 15,0 2-15,-2-4 0,-2 0 0,-3 2 16,-2-2-16,3 0 0,-5-2 0,-5-2 15,5-1-15,-2 1 0,0 4 0,2-2 16,0 2-16,0 0 0,4 2 0,-2 0 16,1 0-16,-1 1 0,-2-1 0,2-2 15,-4 2-15,2 0 0,-2 0 0,-1 1 16,-1-1-16,-3 0 0</inkml:trace>
  <inkml:trace contextRef="#ctx0" brushRef="#br1" timeOffset="64563.25">15868 6030 0,'3'2'0,"-1"-4"0,-2 2 0,0-4 0,2-5 0,0 5 0,-2-5 16,0 0-16,-2 2 0,0-4 0,-3 5 15,1-1-15,0 1 0,-1 1 0,-4 1 16,3 4-16,-5 0 0,2 0 15,-2 4-15,-2 1 0,-3 1 0,3 3 16,2 0-16,-2 4 0,2 2 0,4 3 16,0 0-16,5 6 0,2-4 0,0 0 15,7 4-15,4 0 0,0-4 0,0-5 16,0-1-16,7-3 0,1-2 0,-3-5 16,2 0-16,-5-4 0,0 0 15,-2-4-15,2 0 0,-2-3 0,-2-2 16,2-2-16,-2-2 0,-5-3 0,3 3 31,-5-4-31,-2-1 0,-4 0 0,-1 3 0,-3-1 0,-1 3 0,-2 0 0,0 4 16,-3 0-16,3 3 15,-2-1-15,2 3 0,2-1 16,0 3-16,3 2 0,-1 0 0,3 0 0,2 2 0,-1 0 16,3-2-16</inkml:trace>
  <inkml:trace contextRef="#ctx0" brushRef="#br1" timeOffset="64753.63">16115 6074 0,'3'3'0,"-3"-3"0,-3 0 0,3 2 16,0-2-16,0 4 0,0-2 0,0 3 16,0-1-16,0 1 0,0-1 0,0 3 15,0-3-15,3 0 0,-3 1 16,2-1-16,-2 1 0,0-3 0,0 0 15,0 0-15,0-2 0,0 0 0,0 0 16,2-4-16,0 0 0,-2-3 16,2 0-16,1 1 0</inkml:trace>
  <inkml:trace contextRef="#ctx0" brushRef="#br1" timeOffset="64944.08">16248 5929 0,'0'0'0,"0"0"0,0-2 0,0 4 15,0-2-15,2 4 0,0 1 0,2 1 0,-1 3 16,1 4-16,0 3 0,1-1 16,-1 3-16,1-1 0,-1 8 0,-2-1 15,3-2-15,-5-2 0,0-2 16,0-1-16,2-4 0,-4 1 0,2-3 16,0-3-16,0-1 0,0-2 15,2-1-15,2 3 0,1-3 0,4 5 16</inkml:trace>
  <inkml:trace contextRef="#ctx0" brushRef="#br1" timeOffset="65246.32">16697 5935 0,'0'-4'0,"0"0"0,-2-1 0,-2 3 0,-1-2 0,-6-1 16,3 3-16,-3 2 0,-5 0 0,3 2 15,-3 0-15,-1 3 0,4-1 0,-3 1 16,5 1-16,2 1 0,3 2 0,3-3 15,3 5-15,7 0 0,0 0 16,6 3-16,2 1 16,3 0-16,0 3 0,8 2 0,-2 4 0,-2-4 0,-4 0 15,-3 0-15,1-3 0,-7-1 16,0-1-16,-3 3 0,-4-3 0,1 1 16,-6-5-16,1 0 0,-2-2 0,-7-3 15,2 3-15,-4-2 0,-1-3 0,1-2 16,-2 1-16,2-3 0,-1 2 0,1-2 15,2-2-15,2 2 0,3-3 0,-1-1 16,3-3-16,1-4 0,1 2 16</inkml:trace>
  <inkml:trace contextRef="#ctx0" brushRef="#br1" timeOffset="65468.45">16486 5947 0,'0'0'0,"-2"0"0,2 0 0,-3-3 15,1 3-15,-2-2 0,4 0 0,0 2 16,0-2-16,6 2 0,3-3 0,4 3 16,5-2-16,2 0 0,2 0 0,9 2 15,0-2-15,-5-1 0,3 1 16,-3 0-16,-2 0 0,1 0 0,-3-1 16,-2 1-16,-3-2 0,1 4 0,-5-5 15,0 5-15,1-4 0,-3 2 0,2-3 16</inkml:trace>
  <inkml:trace contextRef="#ctx0" brushRef="#br1" timeOffset="65801.23">17088 5671 0,'2'-2'0,"2"2"0,-4 0 0,2 2 16,5 2-16,0 3 0,2 0 0,-3 4 16,3 2-16,0 2 0,-3 7 0,8 7 15,-6 6-15,6-4 0,-3 2 0,-5 0 16,3-2-16,-4 2 0,1 5 16,-4 1-16,3 10 0,-3-1 0,2-4 15,-4-4-15,0-5 0,-2-6 0,-4-2 16,-5-3-16,2-4 0,-7-1 15,3-3-15,-5-1 0,1 1 0,1-3 16,8 0-16,-3 0 0,2-4 0,2-2 16,3 2-16,-3-5 0,5 3 0,0-3 15,-1-2-15,3 1 0,7-12 0,-3 4 16,-1 3-16,-3 2 0,-5 5 16,1-3-16,-1-2 0</inkml:trace>
  <inkml:trace contextRef="#ctx0" brushRef="#br1" timeOffset="67040.64">14556 4507 0,'0'0'0,"0"0"0,0 0 0,-4 0 0,2 0 0,-5 2 0,3 0 0,-3-2 15,1 0-15,-1 5 0,0-5 16,3 0-16,-3 0 0,3 0 0,0 0 15,-1 0-15,-1 0 0,1-5 0,1 3 16,-1 0-16,1 0 0,-1-3 0,1 1 16,2-1-16,-3 3 0,1-2 0,2 1 15,-3 1-15,1-2 0,0-1 16,1 5-16,1-2 0,-4 2 0,3 0 16,1 0-1,-2 0-15,2 0 0,-1 0 0,1 0 0,0 0 0,0 0 0,2 0 31,0 0-31,0 0 0,0 2 0,4-2 0,3 0 0,-1 0 0,3 0 16,4 3-16,1-3 0,3 0 0,1 0 31,2 0-31,4 0 0,2 0 0,3 0 16,9 0-16,-1 0 0,1 0 0,1-3 16,1 3-16,0-2 0,-1 2 0,12 0 15,2-4-15,-2 2 0,-1-3 0,10 3 16,-9 0-16,-7 2 0,0-2 15,2-1-15,3 1 0,-1 0 0,1 2 16,-5 0-16,-5 0 0,-1 0 0,2 0 16,2 0-16,4 0 0,2 4 0,-1-4 15,-5 0-15,-5 0 0,-4 0 0,7 3 16,-1-3-16,6-3 0,1 3 16,-2 0-16,2 3 0,-4-3 0,-7-3 15,-6 3-15,0 0 0,-3 0 0,1 3 16,4-3-16,2 2 0,2-2 0,5 0 15,-3 2-15,7 0 0,-6 0 0,-1 1 16,1-1-16,-3-2 0,0 4 16,-8-4-16,1 0 0,-1 2 0,-1-2 15,1 3-15,-1-3 0,1 2 0,-1-2 16,5 4-16,-2-4 0,1 0 0,-1 0 16,0 0-16,-3 0 0,-2 2 15,3 1-15,-5-1 0,2 0 0,0 3 16,-1-3-16,5 2 0,-1 1 0,4-1 15,-1-2-15,1 3 0,-2-3 0,-5 0 16,0 0-16,-4 0 0,0 1 0,-4-1 16,-1 0-16,-2 0 0,0 5 0,1-7 15,-1 2-15,0 0 0,0 5 16,5-7-16,-3 4 0,3-2 0,0 1 16,2-1-16,-3 0 0,-1 0 0,-1 0 15,-2-2-15,-2 3 0,0-3 0,-4 0 16,0 0-16,-3 0 0,0-3 0,-1 3 15,-3 0-15,2 0 0,-11 0 0,5 0 16,1 0-16,1-2 0,2 0 16,0 2-16,5 0 0,-1-2 0,-2 2 15,3 0-15,-5 0 0,4 0 0,-4 0 16,0 0-16,0 0 0,0 0 16,-2 0-16,2-2 0</inkml:trace>
  <inkml:trace contextRef="#ctx0" brushRef="#br1" timeOffset="68240.89">17943 6279 0,'2'-2'0,"-2"0"0,0 2 0,0-4 0,3-1 0,-1 1 16,2-3-16,1 3 0,-1-1 0,3 5 15,1-2-15,3 0 0,3 2 0,1 0 16,5-2-16,-2 2 0,4 2 0,-2-2 16,10 0-16,-1 0 0,0 0 0,-1-2 15,-1 0-15,-3 2 0,0 0 16,-4-3-16,0 6 0,-2-3 16,-5 0-16,0 2 0,-6 0 0,-1-2 0,1 0 15,-3 0-15,1 0 0,-5 0 0,-5-2 16,8 2-16,-1-2 0,0 2 15,0-3-15,0 1 0,3-2 0,-1 2 16,-2-5-16,1-2 0,1 0 0,3 5 16</inkml:trace>
  <inkml:trace contextRef="#ctx0" brushRef="#br1" timeOffset="69264.14">18089 6068 0,'0'-2'0,"0"2"0,-3-3 16,3 1-16,-2 2 0,2 0 0,-2-2 15,2 2-15,2-2 0,0 2 0,1 0 16,1-2-16,5-1 0,0 1 0,4 0 16,2 0-16,1 0 0,4-3 15,0 1-15,10-1 0,-1 3 0,-2-2 16,1 1-16,-1 1 0,-1-2 0,1 4 15,-3-2-15,0-1 0,0 3 0,-4-2 16,-2 2-16,-3 0 0,-2 0 0,-2 0 16,-2-2-16,-2 2 0,-3 0 0,-4 0 15,0 0-15,0-2 0,0 2 0,0 0 16,0 0-16,3 0 0,-1 0 16,-2 0-16,4 0 15,-2 0-15,3-2 0,-5 2 0,2 0 0,0 0 0,-2 0 16,0 0-16,0 0 0,2-3 0,-2 3 15,-2 0-15,2 0 16,0 0-16,0 0 0,0 0 0,0 0 0,0 0 16,0 0-16</inkml:trace>
  <inkml:trace contextRef="#ctx0" brushRef="#br1" timeOffset="72465.97">19734 5616 0,'-3'-2'0,"-1"-1"0,-3-1 15,-6 2-15,-2 0 0,-7-3 0,-3 5 16,-3 0-16,-16 0 0,-3 5 0,-3-1 15,-3 7-15,-20 2 0,2 5 0,7-3 16,0 10-16,25-6 0,17 1 16,8 0-16,6-2 0,8-1 0,4 3 15,11-2-15,12 2 0,10-3 0,14 3 16,17 0-16,-4-2 0,-2-1 0,-11-1 16,-3 1-16,-1 3 0,1 0 0,-2 4 15,-12 1-15,-8-1 0,-8 0 16,-7 0-16,-7 1 0,-6-1 0,-7 0 15,-9 3-15,-4-5 16,-11-3-16,-6-5 0,-5 1 0,-14-6 0,7 4 0,5-6 16,0 6-16,0-6 0,1 1 0,4-3 15,1-3-15,11 0 0,5-2 0,4 2 16,5-2-16,4 0 0,2 3 16,2-6-16,3-1 0,4-3 0,0-1 15,6-8-15,3-4 0,5-11 16,1-6-16,0 4 0</inkml:trace>
  <inkml:trace contextRef="#ctx0" brushRef="#br1" timeOffset="72768.94">19240 5369 0,'0'-2'0,"-3"-3"0,-1-1 0,2-1 0,0 3 0,2 1 0,0 8 15,0 4-15,4 6 0,3 7 16,1 2-16,6 16 0,-3 6 0,2 5 15,-2 9-15,-2 28 0,-3 2 0,-1 23 16,-1-19-16,1-5 0,-5 12 0,-3-37 16,3-7-16,0-8 0,3-7 0,-3 2 15,2 4-15,-4 1 0,2-3 0,-5-8 16,3-10-16,0-3 0,2-6 16,2 1-16,0-4 0,3-8 0,-3 1 15,2 0-15,-2-2 0,1 2 0,1-5 31,-4-2-31,0-13 0,2 7 0,-2-1 16,0 8-16,2-1 0,-2-4 16,3-1-16,-1-3 0,0 1 0,2-1 15,-4-1-15,0 7 0,-2-4 0</inkml:trace>
  <inkml:trace contextRef="#ctx0" brushRef="#br1" timeOffset="75329.97">20044 5722 0,'-4'-3'0,"2"1"0,-5-2 0,3 2 0,2-5 0,-1 5 0,6-3 16,1 3-16,5-2 0,2-1 15,9 3-15,-1-2 0,6 2 0,6-1 16,-3 3-16,1 0 0,-3 0 0,-1 5 16,-1-1-16,-2 1 0,-4 1 0,-3-1 15,-4 1-15,-2 3 0,-5-2 16,-4 4-16,-2 0 0,-7 2 0,3-2 15,-3 0-15,-4 2 0,-3 5 0,-6 4 16,9-7-16,0-1 0,-1 1 0,3-4 16,3 2-16,1-2 0,5 2 0,2-4 15,2 7-15,2-5 0,5 2 16,2 0-16,5-2 0,-1 2 0,5 3 16,0 2-16,2-3 0,-2 5 0,-3 0 15,-1 2-15,-5-2 0,0 2 0,-7 0 31,-2-3-31,-6 1 0,-3-2 0,-6-3 0,-2-1 0,-5-3 0,2 0 16,-4 0-16,0-2 0,-2-1 0,0 1 16,4-2-16,-2-3 0,4-2 0,0 1 15,7-3-15,0-3 0,3 1 0,3 2 16,1-4-16,2-1 0,2-1 0,4 1 16,3-3-16,-3-1 0,9-2 15,0-5-15,1-1 0,-3-1 0</inkml:trace>
  <inkml:trace contextRef="#ctx0" brushRef="#br1" timeOffset="75711.28">20832 5865 0,'-3'0'0,"1"-4"0,2 4 0,-4-9 0,-3-7 0,0 3 0,-4-5 16,0 1-16,-6 4 0,-5-7 0,-3 4 15,1 3-15,-2 6 0,-3 1 0,3 4 16,-3 4-16,0 4 0,1 1 15,3 6-15,6 0 0,3 5 0,7 0 16,3-1-16,6 1 0,4 0 0,5-1 16,6 1-16,-4-5 0,14 7 0,1 0 15,-4-2-15,9 6 0,2 0 0,-2 2 16,2 5-16,-2-2 0,-5 4 0,7 5 16,-8-5-16,-10-5 0,-8-3 15,-5-6-15,-6-3 0,-3-1 0,-4-2 16,-5-1-16,-1-4 0,-5-3 0,0 1 15,-3-1-15,-1-3 0,4-2 0,-2-2 16,2-3-16,0-1 0,2-1 16,4 1-16,5-8 0,2-1 0,3-5 15,4-2-15,2-2 0,4-3 0,5-1 16,0-1-16,0 2 0,4-1 0,0 4 16,2 4-16,3 0 0,2 2 0,2 3 15,2 2-15,5 2 0,-3-3 16,7 3-16,-4 2 0</inkml:trace>
  <inkml:trace contextRef="#ctx0" brushRef="#br1" timeOffset="76061.53">20869 5686 0,'2'-2'0,"-2"0"0,0 2 0,0-4 0,2-3 0,5 2 0,2 3 15,2-2-15,4-1 0,3 1 0,2 0 16,11 1-16,4 1 0,-2-2 0,0 2 15,-2-1-15,4-1 0,-6 2 16,4-3-16,-7 3 0,1 0 0,-5 2 16,-4-2-16,-5 0 0,-2 4 0,-2 0 15,-5 5-15,-2-1 0,-2 5 16,-2 7-16,-2 2 0,-3 6 0,0 5 0,-1 2 16,-1 5-1,0-3-15,-2 0 0,4-2 0,1 0 0,-1 0 0,-2 9 0,5 5 16,-1-6-16,3 1 0,2-4 15,-2-3-15,2-6 16,-2-7-16,2-7 0,0-2 0,0 1 0,0-8 0,-2 5 16,2-6-16,-3 1 0,3-3 0,0 1 15,0-2-15,-2-2 0,4 0 16,-2-2-16,0-2 0,3-3 16,-1 3-16,-2-1 0,0 1 0</inkml:trace>
  <inkml:trace contextRef="#ctx0" brushRef="#br1" timeOffset="76315.99">20944 6030 0,'0'0'0,"2"-2"0,-2 0 0,2-3 0,-2 3 0,7 0 0,2 0 0,2 0 16,2-1-16,7 3 0,4 0 0,3 0 15,10-2-15,3 2 0,-1 0 31,3-2-31,-2 2 0,-2-2 0,-3 0 16,-2 2-16,-4 0 0,-3-3 0,-4 3 16,-2-2-16,-5 2 0,-1 0 0,-6-2 15,-1 2-15,-9 0 0,0 0 0,2 0 16,0 2-16,-3-2 0,6 0 0,-3 0 16,0 0-16,0 0 0,0 0 0,0 0 15,0 2-15,4-2 0</inkml:trace>
  <inkml:trace contextRef="#ctx0" brushRef="#br1" timeOffset="77965.61">21632 6266 0,'0'-4'0,"0"2"0,0 2 0,2-5 0,-2 5 0,2-2 0,-2 2 0,3 2 0,-3-2 0,4 5 15,-2-3-15,0 0 0,1 2 16,-1-1-16,0 1 0,0-4 0,0 4 16,-2-4-16,0 0 0,3 3 0,-3-3 15,0 0-15,0 0 0,2-3 0,-2-1 16,2-3-16</inkml:trace>
  <inkml:trace contextRef="#ctx0" brushRef="#br1" timeOffset="78409.96">21888 5900 0,'0'-6'0,"0"-1"0,-3-2 0,1 0 0,4-2 16,1 2-16,-1 1 0,4-1 15,3 2-15,5 1 0,3-1 0,5 0 16,9 1-16,4 1 0,-4 1 16,2-3-16,-2 5 0,-7 0 0,3 2 15,-7 0-15,0 4 0,-5 1 0,-2-1 16,-2 3-16,-4-1 0,-3 3 0,-2 2 16,-4 2-16,-4 1 0,-5-1 0,2-4 15,-2 2-15,-5-2 0,1 4 0,-3-4 16,3 2-16,2 2 0,2-4 0,2 4 15,2 0-15,3 0 0,6 7 0,7 0 32,0 0-32,6 2 0,0 0 15,3 0-15,-2 2 0,1 1 0,-1 1 16,1 7-16,-1-6 0,-3-5 0,-4-5 16,-5-1-16,1-1 0,-8-2 15,1 3-15,-4-5 0,-5 2 0,-3 0 16,-3-4-16,-3 2 0,0-2 0,-2-2 15,-5 1-15,3-1 0,-7-3 0,-4 1 16,0-5-16,4 0 0,7-2 0,4-3 16,7 3-16,2 0 0,4-3 0,0-1 15,5-1-15,7-2 0,-1 3 16,7-5-16,2 2 0,-4 2 0,2 1 16,0-1-16</inkml:trace>
  <inkml:trace contextRef="#ctx0" brushRef="#br1" timeOffset="78775.02">22677 5980 0,'2'0'0,"-2"0"0,0 0 0,0 0 0,0-5 0,0 5 0,0-4 15,-2-3-15,0 3 0,2-1 0,-5 1 16,3 2-16,-2-3 0,-5 3 0,0 0 16,0 4-16,-6 5 0,2-1 0,-3 5 15,3 7-15,0 2 0,0 13 16,-3 4-16,3-1 0,4 3 0,2-3 15,5-1-15,7-4 0,1-3 0,7 1 16,3-5-16,-1-2 0,5-2 0,2-2 16,0-5-16,3-2 0,-3-4 0,4-3 15,1-4-15,6-6 0,2-5 16,-4-5-16,-3-2 0,-1-4 0,-5 0 16,-2-4-16,-7-5 0,-2-2 0,-7-9 15,-4 5-15,-4-1 16,-9 5-16,-9 2 0,-5 5 0,-4 4 0,1 2 0,-4 7 15,6 4-15,1 2 0,7 5 16,1 2-16,5 4 0,-1 3 0,0 4 16,-3 0-16,2 2 0,1 7 15,0 4-15,-1 1 0,-1-1 0,1-7 16</inkml:trace>
  <inkml:trace contextRef="#ctx0" brushRef="#br2" timeOffset="92403.06">4311 10328 0,'0'-3'0,"0"-1"0,0-3 0,6 3 0,-4-3 16,3-2-16,1 5 0,-1-5 0,1 0 15,-3 1-15,-1 1 0,4-4 0,-3 4 16,-3-1-16,0-3 0,0 0 0,-3-5 15,-3 1-15,1-5 0,-3 0 0,-3-9 16,-5 3-16,3-1 0,-5 5 0,3 0 16,-9 5-16,-1 1 15,-3 7-15,-3 5 0,-2 4 0,-3 2 0,1 7 16,-7 9-16,0 10 0,3 1 0,-1 6 16,-9 14-16,3-3 0,0-4 15,8 0-15,3 0 0,2 8 0,7 3 16,8 5-16,5-8 0,2-3 0,4-8 15,-2-3-15,3 1 0,10 3 0,0 0 16,7-3-16,5-2 0,6-4 0,0-4 16,9-8-16,4-1 0,3-2 0,1-8 15,5-1-15,3-3 0,-1-6 0,-6 0 16,4-5-16,-5-1 0,12 3 16,0-8-16,4 0 0,-4-3 0,-7 3 15,-9 4-15,-6-2 16,2 0-16,-7 0 0,0-4 0,0 4 0,-2-3 0,-6 1 15,4 2-15,-9 0 16,-7 5-16,3-1 0,-7-2 16,0 2-16,-9 1 0,0-3 0,-4 2 0,0-1 0,-1 1 15,-8-2-15,3 3 0,1-3 0,-4 2 16,2 1-16,2-1 0,-4 2 0,3 3 16,1-2-16,-4 2 0,9 2 0,-7-3 15,7 3-15,-1 0 0,3 3 16,-2-3-16,2 2 0,2 0 15,5-2-15,-3 0 0,5 2 0,2 0 0,0-2 16,0 0-16,2 3 16,-4-3-16,2 2 15,0 0-15,0 0 0,-2 3 0</inkml:trace>
  <inkml:trace contextRef="#ctx0" brushRef="#br2" timeOffset="92997.49">4081 10709 0,'0'-2'0,"0"2"0,0 0 0,2 0 0,-2 2 0,0 0 16,0 0-16,3 1 0,-3-1 0</inkml:trace>
  <inkml:trace contextRef="#ctx0" brushRef="#br2" timeOffset="93667.79">5047 10131 0,'0'0'0,"0"0"0,0 0 0,0-4 0,2-3 15,-2 3-15,2-1 0,1 1 16,-3 0-16,0 1 0,-5 1 0,3 2 0,-7 5 16,0 1-16,-4 5 0,-5 5 15,-1-1-15,-12 12 0,0-1 0,0 7 16,2 2-16,1 7 0,-1 13 0,5-2 16,13-4-16,0-5 0,8-2 0,6-7 15,8-2-15,6 0 0,8-2 0,5-2 16,19 4-16,6-7 0,-2-4 0,-2-2 15,-14 0-15,-8-4 0,-5-1 16,-2-2-16,0 3 0,-2-5 0,-2 0 16,-1-5-16,-1 1 0,-3-3 0,-2 1 15,0-1-15,2-4 0,1 0 0,1 0 16</inkml:trace>
  <inkml:trace contextRef="#ctx0" brushRef="#br2" timeOffset="94033.28">5845 10462 0,'2'-7'0,"0"-6"0,-2 13 0,0-15 15,7-3-15,-7-4 0,5 0 0,-3-7 16,-2 7-16,0 2 0,-7-4 16,0 2-16,-6 2 0,0 1 15,-9 3-15,-2 1 0,-7 1 0,0-3 0,-9 1 16,-13-1-16,-2 6 0,5 4 15,1 9-15,-6 7 0,-7 13 0,3 5 16,8-5-16,11 4 0,14 3 0,4 6 16,11 5-16,9 4 0,2 4 0,4 1 15,9-1-15,5-6 0,8-9 0,7-4 16,7-9-16,13-3 0,-5 1 0,5-7 16,-4 0-16,-3-4 0,0-7 15,3-7-15,4-2 0,0-2 0,-2-2 16,-3 4-1,-10 0-15,-8-2 0,-5-2 0,-8-4 0,3 3 16,-4 3-16,-8 2 0,1 3 0,-9 1 0,0-1 0,-6-1 16,-5-2-1,-7-2-15,-4 3 0,0-6 16,0 3-16,2-2 0</inkml:trace>
  <inkml:trace contextRef="#ctx0" brushRef="#br2" timeOffset="94207.72">5411 10385 0,'-5'2'16,"5"0"-16,0-2 0,5 5 0,-1-1 0,5 3 0,4 2 16,0 4-16,5 0 0,-5 2 15,14 8-15,4-1 0,-7 0 0,5 0 16,1-3-16,-3 1 0,4 0 0,-7-2 16,11 6-16,-4-4 0,0 0 0,-7-3 15,-4-1-15,-4-5 0,-5 0 0,0-2 16,-3-3-16,6-1 0,-3-1 15</inkml:trace>
  <inkml:trace contextRef="#ctx0" brushRef="#br2" timeOffset="94478.07">5730 9917 0,'3'-2'0,"-3"2"0,0 0 0,6-2 15,-1 0-15,6 0 0,4 2 0,5 0 16,2-3-16,2 1 0,5 2 0,6 0 16,0 0-16,5 0 0,-9 0 15,0 0-15,0 0 0,-7 0 0,-4 0 16,-5 0-16,-1-2 0,-3 2 0,-5-2 15,-1 2-15,-5-2 0,-5-1 0</inkml:trace>
  <inkml:trace contextRef="#ctx0" brushRef="#br2" timeOffset="94653.53">5852 9836 0,'-3'0'0,"3"0"0,0 0 0,0 0 0,0 2 0,0 0 15,3 3-15,1 4 0,-4-1 0,5 3 16,-1 5-16,0-1 0,3 7 0,0 9 15,1-2-15,-5 2 0,3 0 16,1-3-16,-3-1 0,1-1 0,-3-4 16,0-4-16,0-3 0,3-4 0,1-2 15,1 0-15,4-5 0</inkml:trace>
  <inkml:trace contextRef="#ctx0" brushRef="#br2" timeOffset="94812.86">6013 9816 0,'0'0'0,"-3"0"0,-5 4 0,-1-1 0,2 1 0,-4 3 16,0 1-16,0 4 0,2 1 0,-2 2 15,-2 3-15,-2 6 0,1 0 16,3 1-16,-4-1 0,-1 0 0,5-4 16,-2 0-16</inkml:trace>
  <inkml:trace contextRef="#ctx0" brushRef="#br2" timeOffset="94956.24">5669 9860 0,'0'0'0,"2"0"0,0-2 0,7 2 0,-2 0 16,1 2-16,10-2 0,-5 5 0,0 1 16,10 3-16,1 4 0,0 5 0,5-1 15,-5 3-15,5 2 0,-3 3 16,1 1-16,1-2 0,-6 1 0,2-8 0,7 3 15,-6-4-15</inkml:trace>
  <inkml:trace contextRef="#ctx0" brushRef="#br2" timeOffset="96864.46">5940 11029 0,'-5'2'0,"3"0"0,0 0 15,0-2-15,0 3 0,2-1 0,0 0 16,0 0-16,0 3 0,2-3 0,-2 2 16,2 1-16,0-1 0,-2 0 15,7 1-15,-7-1 0,0 3 0,2-1 16,0 1-16,-2 0 0,0-1 0,0 1 15,0 0-15,0-3 0,3 0 0,1 1 16</inkml:trace>
  <inkml:trace contextRef="#ctx0" brushRef="#br2" timeOffset="97882.52">5944 11296 0,'-4'2'0,"-1"2"0,5-4 0,-6 9 0,-3-5 0,5 1 0,-3 1 0,3-1 0,-1-3 16,3 0-16,0 3 0,0-3 0,2 0 31,-3-2-31,3 0 0,0 0 0,0-4 16,3-3-16,-3-2 0,2-4 0,0 0 15,0-3-15,-2-1 0,5-5 0,-5-5 16,6-8-16,-1-3 0,-1 5 16,3 0-16,-1 2 0,1 3 0,-3 1 15,3 3-15,-5 4 0,0 5 0,1 6 16,1 0-16,-2 2 0,3 1 15,1 4-15,-1 4 0,3 2 0,1 7 0,-4-4 16,6 4-16,-3 2 0,3 5 16,3-1-16,-3 5 0,0 3 0,2-1 15,-2 0-15,2 11 0,3-1 0,-5-4 16,0-5-16,-2-3 0,2-5 0,-9-3 16,7-6-16,-7 1 0,2-4 0,3-3 15,-7-2-15,4-5 0,3-1 0,-3-3 16,3-4-16,-5-7 0,5-2 15,-3-5-15,3-10 0,-3-1 0,1 5 16,1 0-16,-1 2 0,3 5 0,-8 2 16,7 4-16,-3 4 0,-1-1 15,-1 4-15,4 2 0,-3 4 0,1 3 16,3 4-16,-3 4 0,5 7 0,0 2 16,4 0-16,-2 7 0,0 0 15,2-4-15,0 8 0,5 0 0,2 5 0,2-1 16,-2 1-16,0-2 0,0 1 15,-1-4-15,-3 1 0,-1-3 0,-4-2 16,0-1-16,-2 1 0,0-4 0,-9-5 16,0-2-16,0-3 0</inkml:trace>
  <inkml:trace contextRef="#ctx0" brushRef="#br2" timeOffset="98458.1">6659 10092 0,'2'-3'0,"-2"-1"0,0 4 0,0-2 16,0-3-16,0 1 0,7 4 0,-3 0 15,0 4-15,7 3 0,-2 2 16,4 6-16,5 1 0,0 8 0,2 0 15,2 5-15,-5 2 0,3 4 0,0 5 16,0 21-16,0 3 0,-7-6 0,4 10 16,-12-28-16,-1-7 0,-4-4 15,-2-1-15,-2-1 0,-5-1 0,-2 3 16,-2-3-16,-7-2 0,0-1 0,-2-4 16,2-1-16,5-3 0,1-1 0,6-3 15,-1-5-15,6-1 0,1-1 0,4-2 16,1-2-16,6-2 0,-1-2 0,1-1 15</inkml:trace>
  <inkml:trace contextRef="#ctx0" brushRef="#br2" timeOffset="98696.67">7796 10652 0,'0'0'0,"3"0"0,-3 0 0,0-3 0,4 3 0,3-2 0,4 2 16,-5 0-16,5 0 0,3 0 0,1-2 16,-2 4-16,3-2 0,3 0 0,4-2 15,-6 2-15,3-2 0,-5 2 16,3-5-16,-5 1 0,1 0 0,-6-3 16,-1 3-16,-3-1 15,-4 3-15,0 0 0,0 0 0</inkml:trace>
  <inkml:trace contextRef="#ctx0" brushRef="#br2" timeOffset="98822.72">7770 10581 0,'-2'-4'0,"4"2"0,0-1 0,3-3 0,-1-3 15,3-2-15,6 2 0,2-2 16,1 2-16,4-2 0,6 0 0,0 2 0,1 3 16,-5-1-16,-2 3 0,-3-1 15,1-1-15,-9 1 0,0 1 0</inkml:trace>
  <inkml:trace contextRef="#ctx0" brushRef="#br2" timeOffset="99919.18">8528 10899 0,'3'-3'0,"-1"1"0,2 0 0,-4 2 0,2 4 16,5 1-16,0 4 0,1 2 15,3 4-15,-2 1 0,5 3 0,5 10 16,1 2-16,4 2 0,1 2 15,-1 3-15,11 8 0,-4-4 0,-2-7 0,-7-8 16,-2-5-16,-5-7 0,-2-4 16,-4-4-16,0-1 0,-5-1 0,1-1 15,-10-8-15,3 2 0,4 4 0,-2-2 16,0-5-16,0-1 0,-2-1 0,2-4 16,-2-4-16,2-5 0,-4-7 0,1-1 15,-1-8-15,0-14 0,-1-1 0,-1-4 16,1-5-16,-4-30 0,0 2 15,-2-25-15,-4 19 0,2 10 0,-5-15 16,5 24-16,2 13 0,0 5 0,0 1 16,-2-3-16,2-12 0,4 1 0,0 8 15,5 2-15,-2 3 0,2-2 0,-3-5 16,1-9-16,-1 11 0,5 9 0,0 9 16,0 5-16,0-1 0,0-2 0,0 0 15,0 2-15,0 1 16,3 1-16,1 5 0,5 7 0,0-1 15,2 5-15,2 2 0,4 3 0,6-1 0,7-2 16,10-2-16,9-2 0,1 6 0,3-2 16,2 9-16,11-2 0,25 4 0,-10-4 15,5 4-15,7-4 0,8 4 16,-1-2-16,8 0 0,-5 0 0,-3 0 16,8 2-16,0-2 0,4 2 0,-2 1 15,7-1-15,4 0 0,3 2 0,6 1 16,2 1-16,-2 1 0,7-5 15,9 5-15,-5-3 0,6 0 0,1 5 16,0-2-16,4 2 0,-2-5 0,7 3 16,-5-5-16,0 2 0,2 3 0,-4-1 15,2 3-15,-2 0 0,-4-2 0,-1-5 16,3 0-16,-3-2 0,8 0 16,-6-2-16,5 4 0,1-7 0,-6 5 15,8-2-15,-5-2 0,2 1 0,-2 1 16,-3-4-16,3 6 0,-9-3 0,-2 3 15,0 0-15,-4-2 16,1-2-16,1 1 0,-2 3 0,-1 3 16,5-1-16,-4-2 0,6 2 0,4 0 0,1-2 15,4 7-15,-3-3 0,-3 3 0,1-1 16,-10-1-16,-1 1 0,-2-1 16,-6 3-16,0 1 0,-7-2 0,-7-5 15,-4 5-15,-6-5 0,-5 4 0,-2-1 16,-3-10-16,-1 12 0,-3-1 0,2 1 15,-8-3-15,-5-1 0,-2 1 0,-5 9 16,3-2-16,2-4 0,-13-1 0,-5-1 16,-4 6-16,-7 9 0,1 2 0,-3 0 15,-4 2-15,-5 7 0,-2 2 16,0 4-16</inkml:trace>
  <inkml:trace contextRef="#ctx0" brushRef="#br2" timeOffset="100829.13">9265 10189 0,'-2'0'0,"2"-3"0,-5 1 0,1 2 0,-1-4 0,1 2 15,2-1-15,-7 1 0,5 2 0,-1-4 16,1 4-16,2-5 0,-3 5 16,5-4-16,0 0 0,0-1 0,2-1 15,5-1-15,0-2 0,6 0 0,-2 0 16,4 3-16,3-1 0,-3 3 0,1 2 15,1 2-15,-1 2 0,-1 2 0,1 3 16,-3 4-16,2 4 0,-4 3 16,-4-3-16,-3 3 0,-1 9 0,-6-3 15,-3 9-15,-3 2 0,-2 3 0,-4 1 16,-1 1-16,-2 0 0,-1-5 0,-1-2 16,0-7-16,2-1 0,3-5 0,2-5 15,4 0 1,-2-6-16,4 0 0,5-5 0,0-1 0,2-1 0,4-2 0,5 0 15,0 0-15,4-2 0,-2 4 16,9-7 0,9-3-16,-7 1 0,8-2 0,4-2 15,-6 7-15,3-5 0,2 5 0,-2-1 16,-2 5-16,-1-4 0,-3 2 0,-6 2 16,1 0-16,-4 0 0,-5 0 0,-2-5 0,-5 3 0,0 4 15,-4-2-15,3 2 16,-1 1-16</inkml:trace>
  <inkml:trace contextRef="#ctx0" brushRef="#br2" timeOffset="101147.89">10032 9869 0,'0'-2'0,"0"0"0,0 2 0,-2-5 15,2 3-15,0 0 0,-4 2 0,1 0 16,-1 2-16,-5 2 0,0 7 0,-6 5 16,-7 12-16,-5 6 0,3 1 0,2 2 15,0 7-15,-2 14 0,-1 1 0,10-1 16,4-1-16,7 11 0,12-8 0,10-7 16,8-7-16,1-9 0,-1-1 15,5-10-15,5-6 0,5 2 0,1-2 16,-9 4-16,-4-2 0,-5-2 0,-4-4 15,-2-1-15,-3-4 0,-2 2 16,1-6-16,-3-1 0,-2-3 0,-5-1 0,3 0 16,-3-2-16,-2-2 0,5 0 15,-1 2-15</inkml:trace>
  <inkml:trace contextRef="#ctx0" brushRef="#br2" timeOffset="107750.82">30639 5697 0,'2'3'0,"0"-6"0,-2 3 0,0 0 0,5 0 0,-5 0 0,4-2 16,-2 2-16,3 0 0,-3 0 0,0 0 16,2 2-16,-1-2 0,-1 0 15,-2 0-15,4 0 0,-2 0 0,1 0 16,-1 0-16,0 0 0,0 0 0,3 0 15,-1-2-15,3 4 0,-3-2 0,3 0 16,2 3-16,2-3 0,0 0 0,0 4 16,4-2-16,0 3 0,5-3 15,-2 2-15,0-2 0,-5 1 0,0-1 16,-2-2-16,-4 2 0,-1-2 0,-1 0 16,-3-2-16,0 2 0,-2-2 0,-2-1 15,-2 1-15,-1 0 16,1 0-16,-1 0 0,-1-1 0,3 3 0,-1 0 15,0 3-15,4 1 0,-3 0 0,3 1 16</inkml:trace>
  <inkml:trace contextRef="#ctx0" brushRef="#br2" timeOffset="108804.38">10222 10160 0,'0'-2'0,"2"0"0,0-1 0,0 1 16,-2 2-16,5 2 0,-3 1 0,0 5 16,3 1-16,-5 2 0,0 5 0,0 1 15,0 5-15,0 5 0,-5 8 0,3 0 16,0 3-16,2-5 0,0 0 15,0-2-15,0-5 0,2 1 0,-2-7 16,2-1-16,-2-5 0,0 1 0,2-4 16,1-2-16,1-2 0,0-1 0,1-1 15,1-1-15,5-2 0,0 0 16,3-4-16,-3 2 0,2 0 0</inkml:trace>
  <inkml:trace contextRef="#ctx0" brushRef="#br2" timeOffset="109090.22">10489 10425 0,'-3'2'0,"1"0"0,2-2 0,-2 2 0,0 3 0,0-1 0,-3 3 16,3-3-16,0 5 0,-3 0 0,5 2 15,0 0-15,5-2 0,-1 2 0,1 0 16,3-3-16,-1 3 0,2-2 0,2 0 16,0-5-16,0 3 0,2-5 15,0 3-15,-2-5 0,3-2 0,-1-1 16,0-1-16,0-5 0,-2 0 0,-2-2 15,0-2-15,-2-2 0,-3-1 0,-4 1 16,0-1-16,-4 3 0,-3 0 0,-4 2 16,-2 2-16,-1 5 0,-1-1 0,0 5 15,1 2-15,-3 3 0,1 1 16,1 1-16,-1 0 0,5 1 0,0 1 16,3 0-16,-1 0 0,6 2 0,1-2 15,7 2-15,-1-5 0,5 3 0,2-2 16,4-1-16,5-1 0,0-5 15,-2 0-15</inkml:trace>
  <inkml:trace contextRef="#ctx0" brushRef="#br2" timeOffset="109408.75">10912 10339 0,'0'0'0,"-2"-3"0,-3 3 0,1 3 16,-1-1-16,1 2 0,-5 5 0,3 0 15,1 2-15,1 2 0,-1 0 0,3 5 16,0 0-16,2 4 0,2 0 15,5-9-15,-3 0 0,5 0 0,2 1 16,2-3-16,3-3 0,-1-1 0,-4-5 16,2 0-16,3-6 0,-3 2 0,0-5 15,-2 1-15,0-5 0,-2-3 0,-2-3 16,-3-3-16,1-2 0,-5 0 16,-3-2-16,-3-1 0,-1 5 0,-2 1 15,-2 1-15,0 5 0,-2 2 0,0 4 16,-3 3-16,1-1 0,2 5 0,-1 5 15,1 1-15,2 5 0,0 0 16,2 5-16,3-1 0,1 3 0,3-3 31,2 3-31,2-3 0,5 3 0,0-7 16,1 4-16,-1-6 0</inkml:trace>
  <inkml:trace contextRef="#ctx0" brushRef="#br2" timeOffset="109646.95">11370 9909 0,'3'4'0,"-1"0"0,-2-4 0,0 0 0,4 9 0,-4-9 0,5 16 0,1 4 0,1 15 16,0 5-16,-3 1 0,-4 4 0,0 3 15,-2 5-15,0 29 0,-5-1 0,-4 18 16,-5-19-16,1-21 0,0-8 0,1-7 15,1-2-15,2-7 0,-2-2 0,0-4 16,-3-3-16,3-1 0,-2-3 16,-5-2-16,0-5 0,0-2 0,0-2 15,0 2-15</inkml:trace>
  <inkml:trace contextRef="#ctx0" brushRef="#br2" timeOffset="111520.26">11981 9831 0,'2'-4'0,"-2"0"0,0 1 16,-4 1-16,0 4 0,-3 1 0,0-1 16,-6 4-16,0 5 0,-5 3 0,1 1 15</inkml:trace>
  <inkml:trace contextRef="#ctx0" brushRef="#br2" timeOffset="111662.77">11807 10612 0,'2'4'0,"5"5"0,6 4 16,3 5-16,10 9 0,0 1 0,3 3 15,-2-2-15,3-1 0,-5-1 0,-1-1 16,0 1-16,-4-5 0,2 4 0,-4-4 16,-7-8-16,0-1 0,-5-4 15,3-3-15,-2-1 0,-3-3 0,5 0 16,-2 0-16,4 3 0</inkml:trace>
  <inkml:trace contextRef="#ctx0" brushRef="#br2" timeOffset="112634.91">11959 9845 0,'0'-3'0,"0"1"0,0 0 15,0 0-15,-2 0 0,-2 2 0,-1 0 16,-1 0-16,-3 2 0,-5 2 0,1 3 16,-2 2-16,-1 4 0,-1 2 0,-5 10 15,2 1-15,0 3 0,2 4 0,3 0 16,4 2-16,2 3 0,0 6 0,5-5 16,-1 1-16,3-2 0,0-1 0,2 3 15,2 2-15,3 6 0,3-1 16,4-6-16,-1-1 0,2-5 0,-4-4 15,2-4-15,4 1 0,3 1 16,2-3-16,-1 1 0,3-3 0,0 0 16,-2-4-16,0 0 0,-4 0 0,-5-5 15,0-1-15,-5-3 0,1 0 0,-7-5 16,4 3-16,-4-2 0,0-3 0,0 1 16,0-1-16,-4-4 0,2 0 0,-3 0 15,1-2-15,-1 0 0,-1-1 16,-3-1-16,0-5 0,3 2 0,-1-4 15,-2-4-15,-2-3 0,0-4 0,0-4 16,0-1-16,-2-3 0,4-1 0,-4-13 16,2 0-16,2 2 0,0-2 0,0-1 15,5-1-15,-1 0 0,5-16 16,5 5-16,1 6 0,8 7 16,1 4-16,3 3 0,2 1 0,10-1 0,-3 0 15,2 3-15,1 1 0,-1 7 0,2-3 16,-13 9-16,-7 5 0,-5 6 0,-6 0 15,9 3-15,0-3 0,0 2 16,-5 3-16,3-1 0,2-3 0,-1 1 16,8 0-16</inkml:trace>
  <inkml:trace contextRef="#ctx0" brushRef="#br2" timeOffset="114138.96">12475 10178 0,'5'-3'0,"-5"3"0,2 0 0,-2 3 0,-2-1 0,2 0 15,0 0-15,2 3 0,0-3 0,2-2 16,1 2-16,-3-2 0,2 0 0,-1 0 16,-1-2-16,0 2 0,0-5 0,-2 3 15,-2-2-15,0-1 0,0 1 0,-1 0 16,-1-5-16,0 2 0,1-2 16,-1 1-16,0-3 0,1 2 0,1-2 15,-2-3-15,4 1 0,0-2 16,0-5-16,2 0 0,0-9 0,3 3 0,-3 0 15,0 1-15,2 1 0,-1 6 0,-1 3 16,0 4-16,-2 0 16,4 6-16,-4 1 0,3 4 0,-3 0 0,0 2 15,0 5-15,2 6 0,-2 5 16,0 6-16,0 5 0,-2 2 0,2 4 0,-3 0 16,3 0-16,0 14 15,-2-5-15,0-2 0,0-2 0,0-5 0,2 2 16,-5-4-16,3-4 0,2 0 0,0-5 15,2 0-15,0-4 0,1 0 0,1-5 16,0-6-16,3-2 0,2-5 0,0-4 16,2-5-16,2-4 0,-2-2 15,4 0-15</inkml:trace>
  <inkml:trace contextRef="#ctx0" brushRef="#br2" timeOffset="114360.29">12995 9794 0,'0'-2'0,"3"0"0,-3 2 0,2-5 0,0 3 0,-2 2 0,2 0 0,0 2 0,-2 5 16,0 4-16,-2 4 0,0 5 16,0 7-16,-3 17 0,1 0 0,0 4 15,-1 3-15,-1-3 0,1 16 0,-1-8 16,1-8-16,1 1 0,-1-8 0,5-3 16,0-7-16,0-5 0,3-1 15,-3-10-15,0-2 0,0-6 0,0-1 16,-3-1-16,3-3 0,-2-4 0,0-3 15,2-3-15,0-1 0,4 7 16</inkml:trace>
  <inkml:trace contextRef="#ctx0" brushRef="#br2" timeOffset="114603.93">12839 9838 0,'-5'0'0,"1"0"0,-3-2 0,-1 0 0,-1-1 0,0 3 16,-2 0-16,0 3 0,-2 1 0,0 5 15,-3 4-15,3 3 0,-7 12 16,2 8-16,3-3 0,4 4 0,4-2 16,5 1-16,2-3 0,9-5 15,4-3-15,5-1 0,4-4 0,4 0 16,5-7-16,13 0 0,-6-4 0,1-7 16,1 0-16,-2-4 0,-1-2 0,1-1 15,-3-1-15,-7 1 0,1-1 0,-7 1 16,-4 3-16,-5-2 0,-2 1 0,-4 3 15,-1 3-15,1 1 0,-3 0 0</inkml:trace>
  <inkml:trace contextRef="#ctx0" brushRef="#br2" timeOffset="114916.45">13333 10206 0,'0'0'0,"-2"0"0,-3 3 0,3 3 0,0 1 16,-3 2-16,3 2 0,0 2 0,0 2 15,4-2-15,0 3 0,3 2 0,-1-3 16,5 0-16,2 1 0,0-3 0,-2-6 16,-1-3-16,6 1 0,-3-5 0,2 0 15,0-7-15,3-2 0,-1-4 0,-2-3 16,3 1-16,-1-9 0,-2-1 16,-4 3-16,-2 7 0,-1 2 0,-3 0 15,-1-1-15,-7 3 0,-1 0 0,-1 5 16,-4-1-16,-2 3 0,0 4 0,-3 0 15,-1 4-15,1 3 0,-1-1 16,1 1-16,5 4 0,-2-2 0,4 2 16,5 0-16,-1 0 0,5 0 0,0-2 15,7 2-15,2-5 0,4 1 0,-2-1 16,0-1-16</inkml:trace>
  <inkml:trace contextRef="#ctx0" brushRef="#br2" timeOffset="115217.41">13778 10189 0,'0'-3'0,"-4"3"0,4 0 0,-5-4 0,-1 4 0,-3 0 0,0 2 0,2 3 16,-1 1-16,-1 1 0,2 4 15,3 0-15,4 2 0,0 0 0,2 3 16,5-1-16,-3 1 0,7-3 0,-2 0 16,6-4-16,-1 2 0,1-4 0,3-5 15,-1 0-15,3-4 0,-2-3 0,4-3 16,0-3-16,-5 0 0,-3 2 0,-3-2 15,2-9-15,-6 0 0,-3 0 16,0 5-16,-6 2 0,-2-1 0,-3 1 16,-4 4-16,-4 0 0,-1 3 0,-1-1 15,-3 3-15,0 2 0,0 4 0,0 0 16,5 2-16,-1 3 0,3 2 16,0 0-16,4-1 0,3-1 0,6 4 15,0-2-15,4 0 0,5 0 0,2 2 16,2-5-1,0 3-15,0 0 0</inkml:trace>
  <inkml:trace contextRef="#ctx0" brushRef="#br2" timeOffset="115519.48">14173 10189 0,'0'-5'0,"-2"3"0,-3-2 0,-1 4 0,1-3 0,-1 1 16,-1 4-16,-2 1 15,3 1-15,1 3 0,-1-3 0,3 5 0,1 0 16,0 2-16,4-2 0,0 2 0,3 0 15,1 0-15,3 0 0,0-3 16,4-1-16,0 0 0,1-3 0,3-2 0,-1-2 16,-1-2-16,1 0 0,-1-3 15,0-3-15,-1 1 0,-3-4 0,0-2 16,-2 2 0,-1-5-16,-3 3 0,-1-2 0,-4-1 15,-2 3-15,0 0 0,-5 2 16,-2 2-16,1 2 0,-6 1 0,3 1 15,-4 3-15,2 0 0,-3 2 0,3 2 16,2 3-16,-2-1 0,-1 3 0,3-1 16,3 3-16,-1 4 0,2-2 0,3-2 15,2 2-15</inkml:trace>
  <inkml:trace contextRef="#ctx0" brushRef="#br2" timeOffset="116045.07">14695 9715 0,'-2'-3'0,"2"1"0,0 2 0,2-2 16,1 2-16,1 4 0,3 5 0,-1 2 15,1 2-15,-1 5 0,3 4 0,2 18 16,0 4-16,-2 9 0,-4 4 0,1 20 16,-1 3-16,-3-12 0,-2 16 0,-5-14 15,-3-10-15,1-3 0,-2-8 0,-2-10 16,2-1-16,-2-7 0,-2 2 15,-2 4-15,-1 1 16,-1 2-16,-1-1 0,-4-3 0,2-3 0,-2-9 0,4 0 16,3 0-16,-5-4 15,5-7-15,-3-4 0,5-2 0,2-3 16,4 1-16,-2-3 0,5 0 0,-1 3 16,3-1-16,2 3 0</inkml:trace>
  <inkml:trace contextRef="#ctx0" brushRef="#br2" timeOffset="118684.52">31668 5556 0,'3'-4'0,"-8"-1"0,3 1 16,0-3-16,0 3 0,-1 2 0,3-3 16,-2 3-16,2 0 0,0 0 0,2 0 15,3 2-15,-3-5 0,2 5 0,3-2 16,0 0-16,1 0 0,3-3 0,1 1 16,1-1-16,4-4 0,1 1 15,11-10-15,-3 0 0,1-1 0,3-3 16,-1-5-16,0 1 0,10-12 0,-3 1 15,-3 4-15,2 2 0,-4 2 0,-2 5 16,-5 0-16,-4-1 0,-3 5 0,-3 3 16,-3 1-16,-3 5 0,-1 2 15,-5 3-15,3 1 0,-1 1 0,-4 0 16,5 1-16,-5 3 0,0 0 16,0-4-16,0 2 0,-5 0 0,1-1 15,-1-1-15,-4 0 0,-2-1 0,0 1 0,-4-1 16,4 3-16,0-4 0,-2 1 0,-5 1 15,3 2-15,4-1 16,2 3-16,4-2 0,1 4 0,0 1 0,6-1 16,0 7-16,2-3 0,7 3 0,-2 0 15,7-3-15,-3 1 0,2-3 16,1 1-16,-1-3 0,3-2 0,2 0 16,0 2-16,-1 0 0,-3-2 0,-3 3 15,-2-3-15,-4 2 0,-1 2 0,-1 1 16,-3 1-16,-2 5 0,-2-2 0,-3 7 15,1-3-15,-3 2 0,1 1 0,1-1 16,-1 1-16,-1-1 0,0-2 16,1 0-16,1 1 0,1 1 0,0-2 15,1 3-15,1-1 0,4-4 0,1 0 16,-1-2-16,0-2 0,2 2 16,1-5-16,-1 0 0,3 1 0</inkml:trace>
  <inkml:trace contextRef="#ctx0" brushRef="#br2" timeOffset="118903.83">32550 4932 0,'0'2'0,"0"-2"0,0 0 0,0 0 0,0 5 0,-2-3 0,0 7 16,2 4-16,-4 5 0,-1 4 0,1 6 15,-3 1-15,3 2 0,-1-7 0,-1 1 16,1-1-16,1-2 0,-1-5 15,1 3-15,4-2 0,-4 2 0,1-5 16,3 3-16,-2-5 0,0-2 0,2 0 16,0-2-16,-2-5 0,0 1 0,2-1 15</inkml:trace>
  <inkml:trace contextRef="#ctx0" brushRef="#br2" timeOffset="119062.78">32542 4782 0,'0'-2'0,"-3"-2"0,3-1 0,0 1 0,3-1 0,-3-1 0,2 1 16,0 3-16,-2 0 0,4 0 0,-1 0 15,1-1-15,-4 3 0,4 0 0,-1 0 16,-1 3-16,2-1 0,-2 0 0,3 0 16,-5 3-16,2-1 0,0 0 0,-2 3 15</inkml:trace>
  <inkml:trace contextRef="#ctx0" brushRef="#br2" timeOffset="119395.61">32943 5058 0,'-2'-4'0,"2"-3"0,0 7 0,-7-9 0,3-2 0,-3 0 15,-2-2-15,0 2 0,-4-2 16,0 4-16,-5 0 0,-2 2 0,-6 3 0,-3 0 16,5 6-16,-2 2 0,-1 3 15,3 4-15,0 2 0,2 5 0,0 1 16,4 6-16,2-8 0,3 5 0,9 0 16,-1 1-16,8-1 0,3 0 0,7 2 15,1 2-15,3 1 0,8-1 16,1 1-16,0 4 0,14-1 0,-2 1 15,1-4-15,-1-5 0,-3-5 0,0-3 16,-4-10-16,-4-2 0,-3-2 0,0-2 16,-6 2-16,-1 4 0,-5 1 0,-8 2 15,0-1-15,1-4 0</inkml:trace>
  <inkml:trace contextRef="#ctx0" brushRef="#br2" timeOffset="120531.3">15308 9763 0,'-2'-2'0,"0"2"0,2 0 0,-4-2 0,-3-3 0,3 3 0,-8 4 0,4 1 0,-6 3 0,-1 5 16,0 5-16,-5 1 0,-5 14 15,3 9-15,-2 4 0,2 7 0,-7 19 16,7-6-16,9-4 0,9-5 0,10 13 16,10-4-16,-1-4 0,7-5 0,-2-11 15,4-5-15,1-10 0,6-5 16,-1 1-1,6-1-15,-1-4 0,-2 0 0,-4-1 0,-3-3 16,-6-3-16,-2 0 0,-3-4 0,-4-2 0,-7-3 0,1-4 16,-1 2-16,1-2 0,-3-2 0,-2 0 15,0-5-15,0 3 0,0 0 0</inkml:trace>
  <inkml:trace contextRef="#ctx0" brushRef="#br2" timeOffset="120960.6">15595 10162 0,'-2'-6'0,"-3"-1"0,1-2 0,0 0 15,-3 3-15,0 1 0,-1 3 0,-1 4 16,-5 1-16,3 5 0,-2-1 0,2 4 16,-2 4-16,2 3 0,-2 9 0,4 1 15,2 1-15,5 2 0,0 0 0,4-3 16,2 1-16,1-3 0,4-4 16,0 0-16,4-6 0,-2-3 0,2-2 15,2-2-15,3-5 0,-2-4 0,3-2 16,1-2-16,0-5 0,0-2 0,-2-5 15,-1-3-15,1-3 0,-7 2 0,0-2 16,-2-14-16,-3 1 0,-1 0 16,-10 0-16,-1 4 0,-5 0 0,-7 0 0,0 2 15,-1 7-15,-4 5 0,4 3 16,-6 6-16,6 1 0,-4 7 0,1 7 16,3-1-16,3 3 0,5 0 0,-2 4 15,4 0-15,2 3 16,5-1-16,0 1 0,2 1 0,2-1 0,-2-5 15</inkml:trace>
  <inkml:trace contextRef="#ctx0" brushRef="#br2" timeOffset="121135.78">15908 10272 0,'0'0'0,"-4"0"0,4 0 0,-3 3 0,1-1 0,0-2 15,0 4-15,2 1 0,0-1 0,0 3 16,2-1-16,-2 1 0,2 0 0,0 1 15,1-1-15,-1 0 0,0 1 16,-2-1-16,2-3 0,0 1 0,-2-5 16,0 2-16,3 0 0,-1 0 0</inkml:trace>
  <inkml:trace contextRef="#ctx0" brushRef="#br2" timeOffset="121484.72">16080 10120 0,'0'-4'0,"0"-1"0,4-3 0,1-8 0,4 1 0,2-1 16,0-1-16,4 1 15,7-6-15,0 2 0,0 5 0,0 4 0,-2 2 16,2 3-16,-2 3 0,-4 3 0,1 3 16,-1 1-16,-5 5 0,0 4 0,-3 2 15,-1 3-15,-5 4 0,1 5 0,-3 1 16,-3 3-16,-3-2 15,-1 2-15,-2-1 0,-2 1 0,2 2 0,1-2 0,-1 2 16,-2-4-16,2 6 0,2-6 16,1 0-16,1-1 0,5-3 0,0-6 15,7-3-15,2-3 0,0-2 0,6-2 16,0-5-16,1 1 16,1-5-16,3 0 0,-2 0 0,2-5 0,0-4 0,-3 1 15,3-3-15,-4-3 0,1 1 0,-1-4 31,1-1-31,1-2 0,-3 0 0</inkml:trace>
  <inkml:trace contextRef="#ctx0" brushRef="#br2" timeOffset="121753.33">16792 10003 0,'0'0'0,"-4"-2"0,4 2 0,-5 0 0,1-2 0,-3 0 0,3 0 0,0-1 15,-1 3-15,1 0 0,-1 5 0,1-3 31,0 5-31,-1-3 0,3 7 0,-3-2 16,3 4-16,0 3 0,2-1 16,0 3-16,2-1 0,-2 1 0,5 2 15,-3 0-15,2-3 0,1 10 0,-1-3 16,3 2-16,-3-1 0,1 1 0,-1-2 16,-2 1-16,-2-1 0,-2 0 15,2 0-15,-4-4 0,-1 2 0,1-4 16,-3 0-16,1-3 0,-1-2 0,0-4 15,-2-2-15,1-3 0,1-2 0,-2-4 16,3-2-16,-3-7 0,4 0 16,-1-3-16,1 6 0</inkml:trace>
  <inkml:trace contextRef="#ctx0" brushRef="#br2" timeOffset="121928.48">16686 10089 0,'3'-2'0,"-1"-2"0,-2 4 0,0-5 0,2 1 0,2 0 0,1-5 16,1 2-16,5-2 0,-2 1 0,7 1 16,-1-2-16,3-2 0,-1 2 0,12-2 15,-2 0-15,-1 0 0,-2 0 16,3 2-16,-5 1 0,0-1 0,-2 2 16,-3 0-16,1 5 0,-5 0 0,-2 0 15,-2 0-15</inkml:trace>
  <inkml:trace contextRef="#ctx0" brushRef="#br2" timeOffset="122261.36">17403 9732 0,'0'-2'0,"2"0"0,0 0 0,-2 2 0,3 0 15,-1 4-15,-2 0 0,4 5 0,-2 2 16,3 3-16,-1 5 0,-2 1 0,5 18 16,-5 1-16,-2 8 0,0 3 0,-6 3 15,1 22-15,-4-6 0,1-1 16,-8 20-16,-4-8 0,-2-10 0,-2-13 16,0-12-16,-1-4 0,1-7 0,0 1 15,0-4-15,6 0 0,0-5 0,1-4 16,-1 0-16,5-4 15,-2-3-15,3-2 0,-1-2 0,2-2 0,2-4 0,5-5 16,-5 2-16,3 0 0,-3-2 16,-2 4-16</inkml:trace>
  <inkml:trace contextRef="#ctx0" brushRef="#br2" timeOffset="122964.87">17851 9534 0,'-3'-2'0,"6"2"0,-3 0 0,0-3 0,2 3 0,0 3 16,2-3-16,-4 6 0,0 1 15,0 4-15,-2 4 0,-4 7 0,-3 14 16,-4-1-16,-1 2 0,1 1 0,0 4 16,0 4-16,-5 18 0,5-2 0,6 2 15,7 4-15,9-11 0,11-15 16,4-2-16,5-5 0,2 3 0,4-1 15,-2-2-15,7 1 0,-1-8 0,1 1 16,2-5-16,-7-4 0,-2-2 0,-4-7 16,-7 0-16,-2-7 0,-5 5 0,-4-2 15,-2-3-15,-2 1 0,-3-1 16,3 3-16,-1-3 0,-1-2 0,-5 0 16,0-2-16,0 0 0,0 0 0,-11-6 15,13 6-15,-4 0 0,-1-2 0,1-1 16,-4-1-16,3 2 0,-1-3 15</inkml:trace>
  <inkml:trace contextRef="#ctx0" brushRef="#br2" timeOffset="131889.56">18746 9842 0,'0'0'0,"0"0"0,0 0 0,0 0 0,2-2 0,0 0 0,-2 2 0,0-2 15,2 0-15,1-5 0,-3 3 0,2-1 16,-4-4-16,2 3 0,-5-5 0,3 0 15,-5 2-15,-2-2 16,1 4-16,-6-2 0,-1 7 0,-3 0 0,-1 6 16,-12 5-16,6 2 0,-10 3 0,2 3 15,2 3-15,3 2 0,3 5 0,8 1 16,3 3-16,6 4 0,3-2 0,7 1 16,5-4-16,6-1 0,5-3 15,6-3-15,3-1 0,10-7 0,1-6 16,-3-7-16,2-6 0,-1-7 0,-6-3 15,-5-1-15,-3-5 0,-5 2 0,-1-1 16,-5-6-16,-2-3 0,-1-1 0,-8-6 16,0 2-16,-4 2 0,-5 4 0,-2 5 15,0 9-15,-2-2 0,-7 8 0,0-2 16,0 3-16,-2 3 0,5 1 0,1 4 16,3-2-16,0 3 0,2-1 15,6-2 1,1 2-16,8 0 0,1 3 0,8-1 0,0-2 15,-2 3-15,3-3 0,3 0 0,3 5 0,4-3 16,1 0-16,1 1 0,-2-1 16,3 3-16,-1-3 0,-2 3 15,-2 0-15,1-1 0,-6-1 0,1 3 0,-5-3 0,0 1 16,-2 3-16,-4-4 0,2 3 16,-5-1-16,1 0 15,-3-1-15,-2 3 0,2-2 0,0-3 0,-2 3 0,2-1 16,1-1-16,-3-1 0,2 1 0,-2-3 15,2 4-15,0-3 0,-2-1 16,2 0-16,1-2 0,-3 0 0,4-2 0,-4 0 16,4-1-16,1-3 0,1 6 15</inkml:trace>
  <inkml:trace contextRef="#ctx0" brushRef="#br2" timeOffset="132336.94">19237 9653 0,'-2'-2'0,"0"-5"0,0 0 0,2-1 0,2-3 16,0 2-16,3 0 0,3 0 0,6 0 16,1 1-16,5-1 0,0 0 0,8 2 15,-3 3-15,1 2 0,-2 2 0,-4 0 16,-2 4-16,2 0 0,-5 1 0,-4 6 16,0-2-16,-2 2 0,-5-2 0,-1 6 15,-6-2 1,3-2-16,-4 2 15,-3 3-15,1-3 0,-3 7 0,-2-5 16,0 1-16,-4 4 0,-1-3 0,5-1 16,4-3-16,1 2 0,6-6 15,0 4-15,6-4 0,3 2 0,2-2 16,3 0-16,3 0 0,3 2 0,2 0 16,5 0-16,-5 4 0,2-1 0,0 1 15,-4 3-15,-2-3 0,-3 3 16,-4-1-16,-2 3 0,-5-4 0,-4 1 15,-2-1-15,-5 1 0,-4-1 0,-4-5 16,-3 2-16,-6-6 0,0-1 0,-3 3 16,-1-2-16,-1-1 0,5 1 0,0-3 15,1-2-15,4 1 0,1-1 0,5-4 16,2-1-16,2 1 0,2-4 0,3-1 16,4 0-16,0-1 0,4-1 15,3-4-15,-7 2 0,0 2 0,-2-9 16</inkml:trace>
  <inkml:trace contextRef="#ctx0" brushRef="#br2" timeOffset="132747.65">20077 9748 0,'0'-5'0,"0"-4"0,0 9 0,5-13 0,-3 0 0,0 0 16,0-3-16,-4 1 0,0 2 16,-5-1-16,-1 1 0,-6 2 0,-1 2 15,-3 1-15,-10 3 0,-1 3 0,0 2 16,-2 4-16,7 3 0,2 2 15,2 2-15,5 2 0,4 2 0,2 1 16,2-1-16,7 1 0,3 1 0,1-6 16,3 3-16,1-1 0,8 2 0,2-1 15,6 1-15,0 0 0,16 7 0,-1-2 16,-3 2-16,-1-2 0,-2 2 16,0 3-16,-6-1 0,-3-2 0,-4 0 15,-5 2-15,-2 0 0,-4-2 0,-7-2 16,-4 2-16,-2-6 0,-5-1 0,-2-2 15,-4 1-15,-3-3 0,-2-3 0,-2-1 16,0 0-16,-5-5 0,-1 0 16,1-4-16,1 0 0,-1-5 0,5 0 15,3-4-15,1-2 0,5-4 16,4-3-16,2-5 0,5-1 0,4-5 16,5-4-16,6-5 0,11-11 0,7 5 0,-4 9 15,-1 4-15,-4 6 0,-4 3 16,-3 4-16,-2 0 0,-6 7 0,-3-2 15,-1 4-15,-1 0 0,-2 2 0,0 2 16,-2-2-16,2 3 0,0-3 0</inkml:trace>
  <inkml:trace contextRef="#ctx0" brushRef="#br2" timeOffset="133032.82">20560 9335 0,'0'-2'0,"0"-2"0,0 4 0,5-2 0,-3-1 0,2 3 0,1 5 0,1 1 0,1 3 15,4 2-15,-2 7 0,2 0 0,-2 6 16,0 11-16,-1 9 0,1 2 16,-2 5-16,-1 26 0,-3-4 0,-1 0 15,-2 15 1,0-6-16,0-14 0,0-9 0,-5-10 15,-1-12-15,-3-6 0,-4-2 0,-1-3 0,1 1 0,4 2 16,3-1-16,-3-3 0,-4-1 0,2 0 0,-7-2 16,-2-2-16,-2-2 0,-2-1 15,0-4-15</inkml:trace>
  <inkml:trace contextRef="#ctx0" brushRef="#br2" timeOffset="134328.98">21264 10123 0,'0'2'0,"0"0"0,-3 0 0,1 0 0,-2 3 0,-5-5 0,2 0 15,1 0-15,-3 2 0,5 0 16,-3 0-16,3 1 0,1-1 0,3 0 15,3 0-15,-1 0 0,7 1 0,-1-3 16,3 0-16,5 0 16,1 0-16,3-3 0,0 1 0,2 0 0,0-2 0,3-1 15,3-4-15,1 5 16,-3-5-16,1 2 0,-3 3 0,-4 0 16,-2-3-16,-5 3 0,0-1 0,-9-1 0,1-3 15,-3 4-15,0 1 16,-2 0-16</inkml:trace>
  <inkml:trace contextRef="#ctx0" brushRef="#br2" timeOffset="134502.62">21052 9957 0,'2'2'0,"-2"-2"0,0 0 0,2-2 0,-2 0 0,5 2 32,-1 0-32,5-2 0,4 0 0,7 2 15,4-3-15,5 1 0,15-2 16,-4-1-16,0 1 0,-3-3 0,-2 3 15,1-1-15,-3-1 0,-2-1 0,-3 3 16,1-3-16,2 3 0,-11 2 0,-3-1 16,1-1-16,-5 2 0</inkml:trace>
  <inkml:trace contextRef="#ctx0" brushRef="#br2" timeOffset="136633.13">22538 9565 0,'0'0'0,"-7"-5"0,1-1 0,-5 1 16,-7 3-16,-4 0 0,-13 0 0,-7 4 16,-2 2-16,-2 5 0,1 2 0,-1 7 15,-13 8-15,1 5 0,10 0 16,8-5-16,7 3 0,15-2 16,7 1-16,14-6 0,8-4 0,11-3 0,9 1 15,8-3-15,5 2 0,5 3 0,10 4 16,1 7-16,-5 4 0,-6-2 15,-10-3-15,-8-1 0,-11-5 0,-5-5 0,-4 3 16,-6-2-16,-7 0 0,-3-5 16,-4 2-16,-8 1 0,-5-3 0,-11 0 15,-12-4-15,1 2 0,-4 0 0,-7-2 16,11 2-16,4-2 0,9-5 0,2 5 16,1-2-16,-1-1 0,5-1 15,0-3-15,6-4 0,5-3 0,2-1 16,6-5-16,1 2 0,2-2 0,4-3 15,5-3-15,1-1 0,-1 5 16,4-9-16,-2-5 0,4-8 0,2-7 16</inkml:trace>
  <inkml:trace contextRef="#ctx0" brushRef="#br2" timeOffset="136887.29">22073 9424 0,'0'0'0,"-2"-3"0,2 1 0,-3 0 0,1-2 0,2 4 0,0-5 16,2 5-16,1 2 0,5 7 15,1 2-15,2 7 0,0 10 16,3 19-16,-1 6 0,-2 6 0,-2 5 0,-1 24 16,-3 5-16,-3 22 0,-6-16 15,4-18-15,0-12 0,2-12 0,-4-2 16,-1 0-16,1 0 0,0-6 0,4-5 16,-2-11-16,5-9 0,-5 3 0,2-5 15,2 0-15,1-2 0,-3 0 0,2-5 16,-1 3-16,-1-7 0,2-2 0,-4-1 15,5-1-15,-3-5 0,0-2 16,2-6-16,3 1 0,2-1 0,6 1 16</inkml:trace>
  <inkml:trace contextRef="#ctx0" brushRef="#br2" timeOffset="138116.32">23515 9521 0,'2'0'0,"-2"0"0,4-3 0,1 1 0,-1 0 15,1 0-15,-1 2 0,-2 0 0,1-2 16,-1-1-16,-4 3 0,-1 3 0,-1-3 16,-5 2-16,-2-2 0,0 2 0,-4 0 31,1 0-31,-1-2 0,-1 3 0,-1-3 0,1 0 0,-1 0 0,1 0 15,3-3-15,0 1 0,0 2 0,4 0 16,0-2-16,0 0 0,5 2 0,-1 0 16,1 0-16,2-2 0,-3 2 0,5 0 15,-2 2-15,0 0 0,0 5 0,0-1 16,-3 3-16,-1 4 16,-6 5-16,-1 8 0,-2 1 15,-1-1-15,-1 3 0,-3-7 0,2 2 0,1-4 0,-3 0 16,2-5-16,3 1 0,-1-5 0,1 2 31,6-6-31,0-1 0,3-1 0,3-3 16,1 0-16,4-2 0,5-2 15,2 0-15,-3 2 0,8-3 0,3 3 16,1-4-16,2 2 0,4-3 0,0 1 16,-2 0-16,3 1 0,-1 1 0,-2 0 15,0 4-15,7-2 0,-5 2 0,-4 1 16,-5 3-16,1-1 0,-5 3 0,-3 1 15,-1 0-15,0 2 0,-7 2 16,0 1-16,0 1 0,-5 3 0,1 2 16,-3 2-16,-2-3 0,-2 1 0,-2 0 15,-2 0-15,-3 0 0,3-5 0,-5 3 16,2-5-16,1 3 0,-3-5 16,2 0-16,3-3 0,-1 1 0,1-4 15,2-3-15,1 0 0,4 0 0,3 0 16,-1-2-16,1 0 0,5-2 0,-2-2 15,4-1-15,3-1 0,-1-5 0,0 2 16</inkml:trace>
  <inkml:trace contextRef="#ctx0" brushRef="#br2" timeOffset="138354.4">23751 9600 0,'0'2'0,"0"0"0,0-2 16,0 3-16,2-1 0,-2 2 0,0 5 15,2 2-15,-2 7 0,2 2 16,-2 4-16,-2 2 0,0 10 0,-2 1 16,-1-2-16,1 1 0,-1-1 0,-1 0 15,-1 0-15,0-2 0,1 1 16,-5-6-16,0 1 0,0-5 0,0-4 16,4-5-16,3-4 0,-1-2 0,1 0 15,-3-5-15,7-10 0,-2 1 0,0 8 16,2-3-16,0-7 0,0-4 0,2 4 15,0 1-15</inkml:trace>
  <inkml:trace contextRef="#ctx0" brushRef="#br2" timeOffset="138638.68">24141 9648 0,'0'-2'0,"-2"-2"0,2 4 0,-2-5 0,2 1 0,-5 0 0,3-1 0,-2 3 15,-5 0-15,-2 2 0,0 2 0,-5 2 16,-1 1-16,3 4 0,-1 2 15,0 0-15,4 4 0,2-2 0,2 7 16,5 0-16,2-5 0,2-1 0,7 8 16,4 0-16,-4-7 0,4 9 15,3 3-15,-3-1 0,0 3 0,0 0 16,-2 2-16,-4-1 0,2 1 0,-5 0 16,-2 4-16,-4-4 0,-2-6 0,-9-6 15,-3-3-15,-2-3 0,-4-2 16,3-2-16,-6-2 0,3-3 0,2 0 15,1-4-15,1 0 0,5 0 0,2-2 16,0 0-16,4 0 0,3-5 0,-1 1 16,3-5-16,0-3 0,0 3 0</inkml:trace>
  <inkml:trace contextRef="#ctx0" brushRef="#br2" timeOffset="138828.79">23962 9686 0,'-2'-2'0,"0"0"0,0-3 15,0-4-15,2 3 0,2-3 0,4 0 16,3-2-16,4 2 0,5-2 16,2 2-16,11-4 0,0 2 0,-3 2 15,1 3-15,-3-3 0,1 4 0,-1 1 16,-1-3-16,-1 5 0,-4 0 0,0 0 16,-1 0-16,-3 2 0,-3 0 15,0 4-15,-2-2 0,0 3 0</inkml:trace>
  <inkml:trace contextRef="#ctx0" brushRef="#br2" timeOffset="139035.54">24417 10056 0,'0'0'0,"-5"0"0,5 5 0,-4-1 0,2 3 0,-1-1 16,1 1-16,0 0 0,0-1 0,2 1 15,0-3-15,0 5 0,0-2 16,0-3-16,0 1 0,0-1 0,0 0 16,0-4-16,0 3 0,0-1 0,0-2 15,0 0-15,0-2 0,0-1 0,2 1 16</inkml:trace>
  <inkml:trace contextRef="#ctx0" brushRef="#br2" timeOffset="139384.46">24613 9593 0,'0'-2'0,"0"2"0,0 0 0,0-6 0,2 3 0,2-1 15,3 2-15,0-3 0,6 1 0,0 2 16,5-1-16,-1 1 0,5 2 0,1 0 15,-1 2-15,4 1 0,-2-1 0,-2-2 16,-4 4-16,0-1 0,-1 1 0,-4 5 16,1 0-16,-3 2 0,-5 4 15,1 7-15,-3 2 0,1 3 0,-3 4 16,-2 2-16,-2 2 0,-3 2 0,1 1 16,0 17-16,-3-4 0,3 4 0,-3-4 15,0-3-15,3-15 0,2-4 16,-3-5-16,5-4 0,-4-5 0,4 1 15,-5-7-15,3-1 0,0 1 0,-2-2 16,-1-3-16,3-4 0,-2 0 0,-3-2 16,-2 0-16,3 0 0,-3 2 0</inkml:trace>
  <inkml:trace contextRef="#ctx0" brushRef="#br2" timeOffset="139558.89">24584 9977 0,'0'-2'0,"5"0"0,-1-1 0,5 1 0,4-2 16,5 4-16,4-5 0,6 5 0,14 0 16,0 0-16,0-2 0,-2 2 0,-5 0 15,-4-2-15,0 0 0,-5 0 0,-1-3 16,-1-1-16,-4 1 0,2 1 0,-3 1 16,1 1-16</inkml:trace>
  <inkml:trace contextRef="#ctx0" brushRef="#br2" timeOffset="139877.12">25365 9785 0,'2'-4'0,"-2"-1"0,-2-1 15,-3 1-15,1 1 0,-3-3 0,-4 5 16,-4-5-16,-1 5 0,-8 0 0,2 4 16,-2 0-16,0 3 0,8-1 0,3 1 15,2 6-15,6 0 0,5-2 0,3 4 16,6 2-16,-1 3 0,8 4 15,-1 2-15,7 11 0,-2 3 0,0-1 16,-5 1-16,1-1 0,-1 3 0,-2-2 16,-2 3-16,-6-5 0,-3-3 0,-4-7 15,0 3-15,-1-5 0,-5 0 0,-1-2 16,-7-4-16,-1-2 0,-5-5 0,-3 0 16,-1-3-16,0-3 0,1-3 0,1-2 15,2 0-15,4-2 0,3-3 16,2 1-16,-1-3 0,6-1 0,1-1 15,-2-2-15,5-2 0,2-1 0,-3 1 32,3 0-32</inkml:trace>
  <inkml:trace contextRef="#ctx0" brushRef="#br2" timeOffset="140052.35">25124 9770 0,'0'0'0,"5"-5"0,-1 1 0,7 2 16,2-3-16,5 1 0,2-1 16,13 1-16,-9 2 0,14 0 0,-5 2 15,0 0-15,0 0 0,-2 2 0,2 0 16,2-2-16,0-4 0,7-3 0,-4-6 16</inkml:trace>
  <inkml:trace contextRef="#ctx0" brushRef="#br3" timeOffset="161150.89">14043 13860 0,'0'0'0,"4"-5"0,-2 1 0,7 2 0,0-3 0,2 1 0,7 0 16,2-1-16,4 1 0,11 1 0,0 1 16,3-2-16,-1 4 0,-1 0 15,-1 0-15,-2 0 0,0 2 0,-2-2 16,-2 2-16,-1-2 0,3-2 0,-2 0 15,-5 2-15,-2-2 0,-4-3 0,-5 3 16,-2 0-16,-7-3 0,1 5 16,-10-4-16,1 0 0,0-1 0,-1 3 0</inkml:trace>
  <inkml:trace contextRef="#ctx0" brushRef="#br3" timeOffset="161308.44">14023 13648 0,'0'2'0,"4"-4"0,-4 2 0,7-2 0,4-3 0,4 1 0,7 0 0,18-5 16,0 2-16,8-2 0,-4-2 0,5 3 15,-3-1-15,7 4 0,-4 1 16,-3 6-16,-9 3 0,-1 1 0,-5-1 16,-3-1-16,-3-2 0</inkml:trace>
  <inkml:trace contextRef="#ctx0" brushRef="#br3" timeOffset="162500.79">10821 13785 0,'-4'0'0,"4"-5"0,-2 3 0,0-4 0,-3 1 0,-1 1 15,-3-1-15,-2 3 0,-2 0 0,-7 2 16,-5 2-16,-3 3 0,-14 3 16,0 8-16,-2 4 0,-5 4 0,-17 11 15,5 3-15,5-1 0,1 7 0,18-8 16,15-6-16,9-8 0,6-2 0,9-2 16,9-3-16,11-1 0,13 1 0,12-2 15,8-2-15,18-6 16,-3-5-16,-4 0 0,0-7 0,3-2 0,-3-2 15,-9 0-15,-8-2 0,-10 2 0,-5-5 16,-8 3-16,-6 0 0,-5 2 16,-1 2-16,-6 3 0,-5 1 0,-3 5 15,-5 0-15,-1 2 0,-5 3 0,4-1 16,-2 3-16,0 2 0,-4-1 0,4 6 16,-2-6-16,2 8 0,3-5 0,4 2 15,2 0-15,2 1 0,4-3 0,3-3 16,4-1-16,9 0 0,5-5 15,2-6-15,1-1 0,1-4 0,2-2 16,-2-4-16,0-1 0,-7-1 0,1-1 16,-8-4-16,-6 4 0,-2 3 0,-7 2 15,-2-3-15,-4 8 0,-7 1 0,-5 2 16,-3 3-16,-8 2 0,-2 5 0,-4 1 16,9-1-1,-11 6-15,2 0 0,0-2 0,6-1 0,3 3 0,9-2 16,1 0-16,3 0 0,7-3 0,2-1 15,4-3-15,5 0 0,6 1 0,7-6 16,4-1-16,7-1 0,4-1 0,16-7 16,-1-3-16,-3-1 0,-3-5 0,0-1 15,-2-1-15,11-11 0,-7 2 16,-8 2-16,-10 5 0,-8 6 0,-7 4 16,-6 7-16,-3 1 0,-2 3 0,-4 1 15,0 4-15,-2 0 0,-1 2 0,1 2 16,2 3-16,2 0 0,6 1 0,3 1 15,4 5-15,7 1 0,2 0 0,5 3 16,1 2-16,3 0 0,0 0 16,4-1-16,3 8 0,-5-3 0,-7-2 15,-4-2-15,-6-2 0,-7-3 0,-7 1 16,-2-3-16,-9 0 0,-6 2 16,-5 1-1,-2-1-15,-5 1 0,3-3 0,0 0 0,0-2 0,-1-2 0,3-2 16,5-3-1,-1-2-15,5-4 0,4-2 0,0-10 0,7 1 0,0 0 0,2 0 16,-3 2-16</inkml:trace>
  <inkml:trace contextRef="#ctx0" brushRef="#br3" timeOffset="162723.19">12206 13379 0,'-2'2'0,"2"-4"0,0 2 0,0 0 0,0 0 0,0 0 15,0 5-15,2-1 0,0 3 0,3 6 16,-3 2-16,2 7 0,3 14 16,0 1-16,1 3 0,1 2 0,2-1 15,0 4-15,5 16 0,1 1 0,-1-2 16,-1 4-16,1-12 0,-3-12 0,-4-11 16,-1-5-16,1-4 0,-4-5 15,-1-1-15,3-6 0,-3-1 0,-2 0 16,1-3-16,-6-2 0,1-4 0,-2 0 15,-5-3-15,0 1 0,-2 2 0,2 2 16</inkml:trace>
  <inkml:trace contextRef="#ctx0" brushRef="#br3" timeOffset="162897.62">11970 13761 0,'2'-3'0,"5"-1"0,6-3 0,3 1 0,6-3 16,13-4-16,5-1 0,4 3 0,2-2 15,5 2-15,15-4 0,-7 4 16,-6 0-16,-9 6 0,-8 3 0,-5 2 16,-3 7-16,-3-1 0,-3-4 0,0 3 15,0-3-15</inkml:trace>
  <inkml:trace contextRef="#ctx0" brushRef="#br3" timeOffset="164768.64">15573 13324 0,'0'-4'0,"0"-1"0,0 1 0,-2-3 0,4 3 0,0-5 0,3 2 0,1 1 15,1 1-15,4-1 0,2 3 0,2-1 16,5 4-16,13 0 0,3 2 0,3 0 15,1 3-15,-2 1 0,1 3 16,-4 2-16,-1-2 16,-8 0-16,-4 2 0,-4 0 0,-5 0 15,-9 0-15,-1 0 0,-6 2 0,-1-2 0,-5 3 0,-4 1 16,-3-2-16,-1 3 0,-5-3 16,0 2-16,-3 1 0,3-3 15,3-2-15,3 0 0,3 0 0,4-2 16,5 0-16,6 0 0,2-3 0,7 3 0,5 0 15,4 0-15,2 2 0,4 0 16,1 2-16,-1-2 0,3 2 0,-5 0 16,0 3-16,-4-3 0,-5 0 0,-1 0 15,-8 3-15,-1 2 0,-7-1 0,-5 1 16,-4 2-16,-5 2 0,-1-2 0,-3-1 16,-11-1-16,-2 0 0,0-5 0,2-2 15,-4 0-15,0-4 0,4-3 0,4 0 31,5-8-31,5 0 0,3-5 0,8-2 0,1 0 0,12-7 0,6 3 16,9-5-16,0 2 0,0 1 0,-4-1 16</inkml:trace>
  <inkml:trace contextRef="#ctx0" brushRef="#br3" timeOffset="165164.53">16662 13375 0,'0'-3'0,"-2"-1"0,2 4 0,-7-9 15,-2 0-15,-4 1 0,-4-1 0,-3 0 16,-11-2-16,0 2 0,2 0 0,-1 5 16,1 2-16,0-1 0,3 3 15,1 3-15,6-1 0,-1 5 0,7-1 16,2-1-16,2 3 0,7-1 0,4 2 16,2 0-16,5 2 0,0-3 0,4 1 15,5 2-15,8 0 0,3 5 16,8-1-16,16 7 0,2 0 0,-4 0 15,-3 5-15,-1 1 0,10 10 0,-13-3 16,-8-2-16,-12-6 0,-9-1 0,-6-2 16,-9-4-16,-7 0 0,-4 0 0,-4 2 15,-7-2-15,-2-2 0,-1-3 16,1-4-16,-5 0 0,5-4 0,-2-3 16,-1-4-16,3-2 0,4-5 0,3 1 15,3-8-15,6-1 0,1-3 0,2-2 16,5 1-16,5-6 0,4 1 0,2-5 15,4 1-15,9-8 0,1-1 0,-1 4 16,-6 0-16,-1 4 0,-4 5 0,-2 6 16,-2 3-16,-2 2 0,2 4 15,-5 0-15,1 2 0,-5 3 0,0-3 16,-3 1-16</inkml:trace>
  <inkml:trace contextRef="#ctx0" brushRef="#br3" timeOffset="165771.31">17052 13291 0,'3'-5'0,"-1"3"0,0-2 16,-2 2-16,4-1 0,5-1 0,0 2 15,4 0-15,3-1 0,4 1 0,2 2 16,4-2-16,12 2 0,1-4 0,1 4 15,0-3-15,-3 1 0,-2 2 0,-4-2 16,-4 0-16,-5 2 0,-5 0 16,-6 2-16,0 0 0,-2 0 0,-4 3 15,-5 4-15,0-1 0,-5 6 0,1 1 16,-3 3-16,-2 4 0,1 4 0,-3 5 16,0 4-16,2-2 0,0 7 0,2 0 15,1-3-15,3 3 0,1 4 16,4-6-16,5-1 0,2-4 0,0 0 15,0-2-15,-3 0 0,3-7 0,-2 0 16,-1-4-16,1 0 0,-5-7 0,0-2 16,-2 0-16,0-4 0,-4 0 0,-1-3 15,1-4-15,4 0 0</inkml:trace>
  <inkml:trace contextRef="#ctx0" brushRef="#br3" timeOffset="165962.07">17114 13723 0,'2'-2'0,"-2"-3"0,5 1 0,1 0 0,3-3 0,7 0 16,1 1-16,5 1 0,18-1 15,0-1-15,4 5 0,0-2 0,0 1 16,0 3-16,-4 0 0,8 3 0,-4-3 16,-11 0-16,-4 2 0,-2 0 0,-8-2 15,1 2-15,-4-4 0,-1 0 16,1 0-16</inkml:trace>
  <inkml:trace contextRef="#ctx0" brushRef="#br3" timeOffset="166120.1">18038 13714 0,'0'0'0,"2"0"0,-2 0 0,0-2 0,2 2 0,1 0 15,1-2-15,0 4 0,1 0 0,-1-2 16,1 2-16,-3 1 0,0 1 15,-2 0-15,0 1 0,0 1 0</inkml:trace>
  <inkml:trace contextRef="#ctx0" brushRef="#br3" timeOffset="166710.57">18263 13348 0,'0'0'0,"-5"-2"0,1-2 0,0 1 16,1-1-16,1 0 0,4-3 0,3 3 15,1-1-15,3 1 0,7-1 0,-1 3 16,3 0-16,2 2 0,10 2 15,-7 0-15,10 1 0,-5 1 0,3 0 16,-4 3-16,-3 0 0,-4 1 0,-3-1 16,-3 2-16,-3 0 0,-3 4 0,-3-2 15,1 2-15,-3 0 0,-1 3 0,2-3 16,3 2-16,-1 3 0,3 0 0,5-1 16,-1 1-16,2 4 0,1 0 15,8 7-15,-2-1 0,0-1 0,-2-7 16,-3 0-16,-1-3 0,-5 1 0,-4-3 15,-3 1-15,-2-1 0,-2-2 0,-4 3 16,-3-1-16,-2 1 0,-4-1 0,0 1 16,-3-3-16,-1-2 0,-1 0 0,-2 0 15,0 0-15,-4-4 16,2 1-16,0-3 0,0-3 0,2-2 0,3-2 16,1-3-16,5-3 0,4-4 0,7 4 15,3-8-15,3 3 0,8-2 0,-3 6 16,2-2-16,0 2 0,2 0 0,-1 2 15</inkml:trace>
  <inkml:trace contextRef="#ctx0" brushRef="#br3" timeOffset="167060.18">19154 13361 0,'-3'0'0,"-3"-2"0,-1 0 0,-2 0 15,-2-3-15,0 5 0,-2 0 16,-2 3-16,-3 1 0,0 5 0,-6 6 15,2 7-15,7 3 0,-1 3 0,10 5 16,3 3-16,6-1 0,5-2 0,10 2 16,2-2-16,2-4 15,4 0-15,10-1 0,-1-8 0,2-4 0,3-8 16,2-1-16,-4-7 0,-1-7 0,-6-1 16,-7-8-16,-4 3 0,-7-7 0,-6-4 15,-7 0-15,-7-3 0,-4-6 0,-6-2 16,-3-1-16,-7 1 0,-4 9 0,-4 1 15,2 8-15,-2 4 0,2 2 16,2 6-16,7 3 0,-3 0 0,5 6 16,2-2-16,5 5 0,4-3 0,2 1 15,2 1-15,5-1 16,2 6-16,9-2 0,0 4 0,8 0 0,3 0 0,0 1 16,-7-6-16</inkml:trace>
  <inkml:trace contextRef="#ctx0" brushRef="#br3" timeOffset="167287.07">19872 13661 0,'0'-4'0,"5"2"0,-5 2 0,6-7 0,8 3 0,1-3 0,9 3 16,14-1-16,4 1 0,6 4 0,1 0 15,1 2-15,19 7 0,-1 0 16,-6 2-16,13 0 0,-13-5 0,-12-1 15,-10-5-15,-9 4 0,-7-4 0,-6 2 16,-5-2 0,-4 0-16,-3-2 0,1 2 0,-5-4 0,-4 2 0,-2-1 0,-7-1 31,0 6-31,4 0 0,0 3 0</inkml:trace>
  <inkml:trace contextRef="#ctx0" brushRef="#br3" timeOffset="167471.93">20225 13436 0,'0'0'0,"0"0"0,2 3 15,1 1-15,1 3 0,3 4 0,-3 4 16,5 3-16,0 4 0,2 13 0,2 0 16,-2 3-16,-2-5 0,2 2 15,-2-2-15,-1 5 0,1-3 0,-4 0 16,-1 7-16,0-4 0,-1-5 0,-3-7 15,4-4-15,-4-2 0,5-4 0</inkml:trace>
  <inkml:trace contextRef="#ctx0" brushRef="#br3" timeOffset="168636.8">21515 12989 0,'0'0'0,"2"-5"0,3 1 0,1 0 0,1-1 15,-3 1-15,1-1 0,-5 3 0,0 0 16,-5 2-16,1 0 0,-9 2 0,-1 0 16,-5 3-16,-6-1 0,-3 3 0,-16 2 15,-1-1-15,-1 1 0,0 0 16,4-4-16,2-1 0,7 0 0,5-4 16,5 3-16,8-3 0,2 0 0,8-3 15,3 3-15,0 3 0,0 1 16,4 0-16,2 3 0,-1 2 0,3 4 0,-1 7 15,1 0-15,1 4 0,-1 2 16,-1 3-16,-1 0 0,-1-3 0,1 3 16,-4 0-16,0-3 0,0-2 0,2-2 15,-2-2-15,-2-2 0,2-3 0,0-4 16,0 0-16,0-6 16,2-3-16,0-2 0,1-2 0,1-3 0,5-1 0,-3 1 15,3 1-15,2-3 0,2-2 16,7 5-16,2-5 0,3 5 0,10-5 15,-2 2-15,0 7 0,-4 0 0,2 5 16,-7 4-16,-2 2 0,-2 0 0,-3 6 16,-6 3-16,0 0 0,-6 2 0,-3 2 15,-4 0-15,-3 3 0,-3-3 16,-14 5-16,-5-3 0,-2-6 0,-6 2 16,0-6-16,-5-1 0,0-2 0,1-4 15,4 2-15,4-2 0,6-5 0,6 1 16,5-3-16,5-2 0,3-2 0,4 0 15,2-3-15,2-1 0,7-5 16,4-1-16,2-1 0,-4 2 0,-2-2 16</inkml:trace>
  <inkml:trace contextRef="#ctx0" brushRef="#br3" timeOffset="168811.59">21689 13145 0,'2'0'0,"-2"3"0,0 3 0,5 3 0,-5 4 0,4 3 15,-4 4-15,5 4 0,-3 0 0,2 11 16,1 5-16,-1 2 0,0 4 0,1 0 16,-1 12-16,-1-5 0,3-9 0,-1-9 15,-1-6-15,3-7 16,-3-5-16,3-3 0,-1-5 0,3-3 0,-2-1 16,-1-1-16,-1 0 0,-1 3 0</inkml:trace>
  <inkml:trace contextRef="#ctx0" brushRef="#br3" timeOffset="169113.54">22247 13130 0,'0'-2'0,"-4"-3"0,4 5 0,-7-6 0,-2-1 0,-4 3 0,-2 1 16,-10 1-16,-1 4 0,-16 3 0,0 2 16,2 6-16,3-2 0,6 4 15,7 1-15,8 1 0,8 3 0,8 0 16,8 4-16,8-4 0,8 0 0,7 0 15,9 0-15,-1 2 0,21 2 0,-3 5 32,-6 1-32,-3 1 0,7 7 0,-10-1 15,-12-8-15,-14-3 0,-8-4 0,-4-2 16,-5-4-16,-8-3 0,-5-2 16,-3 0-16,1 0 0,-7-2 0,-2-3 15,-2-3-15,0 1 0,0-4 0,4 0 16,0-2-16,0-3 0,7-3 0,-3-1 15,5-2-15,-2-7 0,4-4 0,-2 0 16,5 2-16</inkml:trace>
  <inkml:trace contextRef="#ctx0" brushRef="#br3" timeOffset="169272.41">22027 13273 0,'0'0'0,"-3"-2"0,1-2 0,2-3 0,5-2 0,1-2 16,5-2-16,2-2 0,5-1 15,11-6-15,2 2 0,-1 3 0,4 1 16,-4 3-16,3 2 0,5 0 0,10 2 16,1 5-16,-3-1 0,-4 5 0,-4 0 15,-7 5-15,-3-1 0,-4 3 0,1-1 16</inkml:trace>
  <inkml:trace contextRef="#ctx0" brushRef="#br3" timeOffset="169479.27">22981 13436 0,'-2'0'0,"2"3"0,0-3 0,-2 0 0,2 2 16,-2 0-16,2 2 0,2 1 0,0 1 0,-2 1 16,2 2-16,0-2 0,1 4 0,-3-3 15,2 3-15,0-2 0,-2 0 16,0 0-16,0-5 0,-2 3 0,0-7 15,2 2-15,-5-2 0,1 0 0</inkml:trace>
  <inkml:trace contextRef="#ctx0" brushRef="#br3" timeOffset="169813.25">23211 12971 0,'2'0'0,"-2"-4"0,0 4 0,2-7 0,5-2 0,-3 3 0,5-3 16,4 2-16,0 1 0,5 1 16,2-1-16,8 6 0,1 0 0,0 0 15,-1 6-15,-1-1 0,-1-1 0,-1 1 16,-1 1-16,-4-1 0,0-1 0,-5 0 16,-2 1-16,-2 4 0,-2-1 0,-2 6 31,-5 1-31,0 7 0,-2 2 0,0 7 15,-4 5-15,-1-1 0,3 4 0,-7 10 16,5-5-16,4 0 0,0 0 0,2 0 16,2 0-16,1 5 0,4-7 0,-3-5 15,3-8-15,0-5 0,0-4 0,2-2 16,-5-5-16,-1-6 0,-1-1 16,1-1-16,-5-3 0,0-2 0,-5-2 0,-1-1 0,-1 1 0,0 2 15</inkml:trace>
  <inkml:trace contextRef="#ctx0" brushRef="#br3" timeOffset="169987.3">23182 13333 0,'0'-2'0,"2"-1"0,0-1 0,7 0 16,2-3-16,5 0 0,3 3 0,6 0 15,10-1-15,5 3 0,2 2 16,-1 0-16,6 0 0,-3 0 0,15 4 15,-4-4-15,-4 5 0,-4-3 0,-8-2 16,-4 0-16,-1-2 0</inkml:trace>
  <inkml:trace contextRef="#ctx0" brushRef="#br3" timeOffset="170257.89">24115 13073 0,'0'0'0,"-3"-5"0,1 1 16,0-3-16,0 1 0,-5-1 0,-2 0 15,0 1-15,-4-1 0,-2 3 0,-1 2 16,-3-1-16,-6 6 0,1-1 0,4 0 15,5 5-15,-1-1 0,5 7 16,5 3-16,3-3 0,3 2 0,9 5 16,2 0-16,9 11 0,-2-9 0,10 11 15,1-2-15,0 0 0,-1 2 0,-1 4 16,-3 1-16,9 17 0,-2-2 0,-7 0 16,3 11-16,-12-18 0,-10-11 0,-5-6 15,-5 0-15,-4-3 16,-4-2-16,-7-4 0,1-2 0,-6-3 15,5-1-15,1-1 0,1-4 0,0-5 0,1-2 16,3-2-16,1-4 0,2-1 16,-2-3-16,4-6 0,0-3 0,1-3 15,-1 2-15,0 1 0</inkml:trace>
  <inkml:trace contextRef="#ctx0" brushRef="#br3" timeOffset="170450.13">23870 13203 0,'-2'-2'0,"-3"-10"0,5 12 0,-6-11 0,-1-4 0,5-3 0,2 3 16,2-3-16,5 3 0,6-3 0,2 3 15,12-1-15,4 3 0,4 2 0,0 2 16,0 5-16,1-1 0,1 3 16,1 0-16,-1 2 0,12 4 0,-3 3 15,-4 0-15,-5 4 0,-6-2 0</inkml:trace>
  <inkml:trace contextRef="#ctx0" brushRef="#br3" timeOffset="170685.43">24827 13650 0,'0'-2'0,"2"0"0,-2 2 0,4-5 16,1 1-16,6 2 0,0 0 0,6 2 0,-1 0 0,4 2 15,0 0-15,-1 0 0,6 3 0,3 1 16,3 1-16,-7-3 0,3 1 0,-3-3 16,-2-2-16,-2 0 0,-5-2 0,1 2 15,-5-5-15,0 3 0,-4-2 16,-3-5-16,-4 2 0,0-4 0,-4 0 16,1-2-16</inkml:trace>
  <inkml:trace contextRef="#ctx0" brushRef="#br3" timeOffset="170829.08">24818 13350 0,'0'-2'0,"2"0"0,-2 2 0,5-2 0,-1 0 0,5-3 0,4 3 15,0-2-15,5 4 0,-1 0 0,6-3 16,-1 3-16,11 3 16,2-3-16,-2 2 0,0 0 0,-2 0 0,-7 3 0,0-3 15,-4 0-15,-2 2 16</inkml:trace>
  <inkml:trace contextRef="#ctx0" brushRef="#br3" timeOffset="172479.73">26483 12940 0,'-3'0'0,"3"-2"0,-4 0 0,0-5 0,-5 5 0,-2-2 15,-5 1-15,-1 1 0,-3 2 0,-7 0 16,-12 5-16,-1-1 0,-2 3 16,2-1-16,-2 3 0,3 0 0,1 2 15,-4 2-15,9 3 0,11-5 0,7 0 16,8 0-16,5 2 0,6 0 0,7 3 16,7 1-16,9 3 0,6 4 0,4 1 15,23 10-15,4 2 0,19 5 16,-12-2-16,-14-7 0,-15-2 0,-13 0 15,-7 0-15,-9 2 0,-4 0 0,-7-2 16,-2 0-16,-6-3 0,-5 1 0,-9-3 16,-7-4-16,-8-6 0,-7 1 0,-13-10 15,-5 0-15,5-5 0,5 2 16,8-4-16,4 2 0,3-2 16,0-2-16,2-2 0,4 2 0,0-3 0,3 1 15,2-5-15,8 0 16,3-2-16,6-6 0,3-3 0,4-5 15,0-10-15,4-7 0,3-4 0,6-7 16,-2 7-16</inkml:trace>
  <inkml:trace contextRef="#ctx0" brushRef="#br3" timeOffset="172699.46">25883 12671 0,'0'0'0,"-2"0"0,-1 3 0,1 3 0,2 1 15,2 8-15,3 3 0,1 8 0,6 14 16,3 2-16,5 4 0,2 5 0,11 28 15,4 9-15,7 27 0,-4-16 0,9 20 16,-18-44-16,2 0 16,-3-6-16,-1-12 0,0-8 0,-5-3 0,-2 5 15,-2-5-15,-9 0 16,-2-11-16,0-4 0,-5-9 0,-2-6 0,0-3 0,3-9 16,-3 1-16,5-5 0,-3-2 0,3-1 15</inkml:trace>
  <inkml:trace contextRef="#ctx0" brushRef="#br3" timeOffset="173175.41">27462 13260 0,'0'-2'0,"-3"0"0,3 2 0,0-3 0,-4 1 16,2 2-16,-5 5 0,-2-3 0,-2 2 15,-4 1-15,-5 3 0,-2-3 0,-9 6 16,-4-2-16,0 0 0,-5-1 0,0-1 16,-4-3-16,-15-4 0,3 0 0,8-4 15,6 0-15,9-7 0,6-3 16,8-1-16,1-5 0,9-6 0,7-5 15,4-2-15,9-5 0,5-2 0,6-1 16,20-6 0,6 3-16,3 9 0,2 6 0,0 1 0,-5 3 0,-2 5 15,-6 12-15,-5 12 0,-2 9 0,-4 12 16,-2-1-16,-1 0 0,-8-2 0,2 7 16,-7 2-16,0 8 0,0 12 0,0 4 15,1 7-15,-1-7 0,-4-11 0,6-9 31,-4-4-31,5 2 0,-3 0 0,0 3 16,2 1-16,-1-8 0,-3-1 0,-2-3 16,-3-5-16,1-3 0,-1-4 15,1-4-15,-3-4 0,5-3 0,-2 0 16,2-2-16,2-4 0,2-5 0,0-2 16,0-2-16,3 4 0</inkml:trace>
  <inkml:trace contextRef="#ctx0" brushRef="#br3" timeOffset="173557.79">27958 13130 0,'-3'-4'0,"1"1"0,0 1 0,-2 0 16,1 2-16,-1 2 0,0 5 16,-3 6-16,0 0 0,3 7 0,0 0 15,-3 9-15,5-1 0,2 1 0,2 2 16,5-3-16,-1 1 0,3 0 0,4-1 15,0 1-15,1-2 0,3-3 0,-1-4 16,-1-3-16,3-1 0,2-5 0,-1-2 16,1-5-16,0 0 0,4-6 15,-2-2-15,3-5 0,1-7 0,-2-1 16,-1-7-16,1-9 0,-7-5 0,-3 1 16,-6 3-16,-3 1 15,-5 5-15,-5-3 0,-1 2 0,-7 1 16,-5-1-16,-4 2 0,-7-6 0,-2 7 0,-11 2 15,5 8-15,6 5 0,0 2 0,5 5 16,-3 4-16,3 2 0,-1 5 0,1 8 16,2 1-16,4 8 0,-2 2 0,4 3 15,5 2-15,2 2 0,2-4 0,5-3 16,-3 1-16,7-5 0,0 0 0,2 2 16,3 0-16,-1 3 0,0-1 15,1 1-15</inkml:trace>
  <inkml:trace contextRef="#ctx0" brushRef="#br3" timeOffset="174335.14">28321 12907 0,'0'-4'0,"3"-1"0,-3 5 0,4-6 0,3-3 0,4-2 0,-2-2 16,6 2-16,0 0 0,-1 0 16,5 2-16,1 2 0,7 1 0,4 3 15,2 6-15,0 1 0,2 3 0,0 4 16,-2-3-16,0 4 0,-6-1 0,-3 2 16,-4 0-16,-7-2 0,-6 2 15,-5 3-15,-4-5 0,-9 2 0,-2 0 16,-3-2-16,-6 2 0,0-2 0,-7 0 15,3 1-15,2-4 0,-1 1 0,3 0 16,5 0-16,4-3 0,4 1 0,7 0 16,2 1-16,8 3 0,8 0 15,6 3-15,6 1 0,3 1 0,5-1 16,-1 3-16,0 2 0,9 2 0,-4 2 16,2-7-16,-9 1 0,-4-5 0,-7 3 15,-7-5-15,-4 0 0,-6 0 16,-3-2-16,-4-1 0,-5-1 0,-4 4 15,-2-2-15,-5-2 0,-2 1 0,0-3 16,-2 4-16,0-5 0,0 3 0,0-3 16,-2 0-16,2-1 0,-2-1 0,-1 0 15,1-2-15,2 0 0,0-2 0,2 0 16,2-1-16,5-1 0,2 0 16,2-1-16,5 1 0,0-3 0,6 3 15,2-1-15,5-1 0,0 4 0,-3-1 16,-1 3-16</inkml:trace>
  <inkml:trace contextRef="#ctx0" brushRef="#br3" timeOffset="174509.84">29353 13346 0,'0'0'0,"-4"-4"0,4 4 0,-2-3 0,-1 1 15,-1 0-15,2 2 0,0-2 16,2 0-16,0 2 0,2 2 0,0 0 15,5 2-15,-1 1 0,5-1 0,0 3 16,0-1-16,0 3 0,0-2 0,-2 0 16,2 1-16</inkml:trace>
  <inkml:trace contextRef="#ctx0" brushRef="#br3" timeOffset="176111.95">29808 13000 0,'-3'0'0,"-1"-5"0,-3-1 0,-2-1 0,-4 1 16,2-1-16,-4 0 0,-1 5 0,-1 0 15,-3 0-15,-4 4 0,4 0 0,-9 7 16,3 4-16,1 3 0,1 4 16,0 4-16,4 2 0,5 7 0,1 0 15,6 3-15,8-3 0,6-2 0,5-3 16,9 1-16,4 0 0,18 1 0,4-3 16,5-3-16,0-6 0,17-5 15,-8-9 1,-12-8-16,-10 0 0,-10-5 0,-1-2 0,-3-2 0,0-3 0,-6-2 15,-5 1-15,-4-5 0,-4-5 0,-5-6 16,-7-4-16,-6-3 0,-5-4 0,-11 2 16,1 7-16,-5 6 0,-5 7 15,1 9-15,-3 2 0,-2 4 0,2 3 16,1 2-16,10 2 0,3 2 0,1 2 16,8 1-16,3-1 0,6 3 0,3 1 15,3 1-15,2 2 0,2 3 0,5 1 31,6 3-31,3 1 0,3 1 0,3-4 16,0-1-16,-2-2 0</inkml:trace>
  <inkml:trace contextRef="#ctx0" brushRef="#br3" timeOffset="176605.87">30632 12777 0,'0'-4'0,"2"-1"0,1-3 0,-3 1 0,0-2 0,0 2 16,-5 1-16,-1-1 0,-3 5 0,-5 0 15,-3 0-15,-5 4 0,0 0 0,-3 5 16,-8 1-16,0 4 0,5-1 0,1 0 16,5 2-16,2 0 0,3 2 15,3-1-15,6-1 16,3 2-16,7-1 0,3 1 0,6 0 0,4 5 15,3 0-15,6 2 0,3 5 0,4 1 16,2 8-16,0 1 0,11 16 0,-7-7 0,-4-4 16,-8-7-16,-6-6 0,-5-5 15,-8 1-15,-8-8 0,-7 1 0,-6-5 16,-1 0-16,-8-2 0,-5-4 16,1-3-16,-1 1 0,0-5 0,3 0 0,4-2 15,4-1-15,3-1 0,4 2 16,2-5-16,0 1 0,5-3 0,4-2 15,2 0-15,0-5 0,0 1 0,1-1 16</inkml:trace>
  <inkml:trace contextRef="#ctx0" brushRef="#br3" timeOffset="176749.53">30372 12885 0,'-2'-4'0,"0"-3"0,2-6 0,2 2 15,2-5-15,5 3 0,6-2 0,16-5 16,9 2-16,6 5 0,9 2 0,29-2 15,4 8-15,31 5 0,-8 5 0,17-1 16,-58-6-16,1 0 0,-1-7 16</inkml:trace>
  <inkml:trace contextRef="#ctx0" brushRef="#br3" timeOffset="181091.2">5552 14814 0,'0'-2'0,"0"0"0,0 2 0,0-2 0,0 2 0,0-2 0,2 2 0,-2-3 16,2 3-16,0-2 0,3 0 0,-1-2 15,5-3-15,-4-2 0,3-4 0,3-2 16,3-1-16,-3-6 0,8-9 0,-3-2 16,-1 0-16,3 2 0,-7 2 15,2-1-15,-2 1 0,-6-2 0,3-9 16,3 5-16,-6 2 0,2 0 0,-3 7 16,3 3-16,-1 6 0,3 1 0,2 5 15,0 5-15,0 1 0,-4 5 0,1 5 16,1 8-16,0 5 0,0 6 0,-5 5 15,7 4-15,-6 2 0,1-2 16,-3 7-16,3-1 0,3 5 0,0 7 16,8 15-16,1-4 15,6-5-15,3-10 0,6 1 0,-2-13 0,4-4 0,-11-4 16,3-5-16,-7 0 0,-1-2 16,-3-3-16,-3-3 0,-2-3 0,-4-3 15,2 1-15,-1-2 0,-3-3 0,1 3 16,1 0-16,0 1 0</inkml:trace>
  <inkml:trace contextRef="#ctx0" brushRef="#br3" timeOffset="181652.36">6656 15150 0,'5'0'0,"-5"4"0,0-4 0,7 9 0,-7 4 0,4 0 0,0 7 0,1 2 0,-1 9 0,-2 7 15,3 1-15,-5 1 0,-5 6 16,-1-2-16,-7 14 0,-10-5 0,-10-9 16,-9-5-1,-24 5-15,-9-6 0,3-7 0,8-7 0,-5-6 0,-14-5 0,1-6 16,-2-5-16,14-7 0,-10-6 0,1-2 16,2-9-16,-5-2 0,5-12 31,6 3-31,-4-6 0,3-5 0,-6-9 15,17-16-15,1-6 0,1-4 0,4 2 16,-5-9-16,9-5 0,7 1 0,9-7 16,11 9-16,10 0 0,3 4 15,11 2-15,7-1 0,11-1 0,4-4 16,13-1-16,14 8 0,8 4 0,9-1 16,9-1-16,-2 8 0,15 8 0,9 5 15,-2 14-15,11-7 0,-1 5 0,1 6 16,7 5-16,6 15 0,-2 9 15,-3 13-15,5 9 0,0 9 0,-4 11 16,2 7-16,-2 8 0,-10 5 0,1-1 16,-7 10-16,-8 8 0,-3 7 0,-11 9 15,-11 0-15,-6 4 0,-12 7 16,-6 0-16,-9 4 0,-11-2 0,-15 2 0,-18-2 16,-13-4-16,-12-1 0,-8-3 0,-9-3 15,-8-3-15,-14-10 0,-16 0 16,5-5-16,-8-4 0,1-2 0,-2-11 15,0-12-15,9-3 0,5-12 0,-3-2 16,2-7-16,-1-2 0,5-6 0,8-5 16,-9-2-16,1 3 0,3-1 0,-6 4 15</inkml:trace>
  <inkml:trace contextRef="#ctx0" brushRef="#br2" timeOffset="181925.24">3731 7874 0,'2'-5'0,"0"3"0,5-2 0,4-1 0,-5-1 15,12-1-15,-5 2 0,9-1 0,0-1 16,5 1-16,6-3 0,-5 2 15,8 3-15,-3-1 0,4 1 0,1 0 16,1-3-16,14-2 0,0-2 0,-4 2 16,-5 0-16,-2 5 0,2-3 0,11 1 15,-2-3-15,4-4 0,1 0 0,-6 2 16,-5 0-16,-1 6 0,7 3 16,-2 0-16,8-1 0,1-1 0,-3 2 15,-6-3-15,0 5 0,-3 0 0,9 0 16,3 0-16,2-2 0,-5 0 0,0-2 15,-8 1-15,8 1 0,3-2 0,1 2 16,6-3-16,-8-1 0,1 3 16,1-1-16,8 0 0,3-3 0,-3 0 15,-5 5-15,-5-2 0,3 4 0,0 0 16,2 0-16,0 2 0,-11 0 0,-5 0 16,-4 3-16,-2-1 0,-4 1 0,1-1 15,3-4-15,4 2 0,-6-2 16,-5-2-16,-2 2 0,-6-2 0,2 0 15,-1-3-15,3 1 0,-7-1 0,1 3 16,-1-2-16,-4 2 0,-5-1 0,-6 1 16,-2 0-16,-3 2 0,0 0 0,-15 0 15,14-2-15,-6 2 0,-1-3 16,-5 3-16,-2 0 0,-4-2 0,-1 0 16,-1 2-16,-5 0 0,-5 0 0,-4 0 15,-2 0-15,-7 0 0,-17 0 0,0 0 16,-1 0-16,-1 0 0,-1-2 0,-26 2 15,3 0-15,-32 2 16,18 2-16,15 1 0,3 2 0,4-1 0,-11 5 16,16-2-16,3 0 0,-1 2 0,-5-2 15,-2 2-15,0 0 0,7-2 16,-3 4-16,-4-2 0,-2 2 0,2-4 0,-4 0 16,8-3-16,-1 3 0,-8 0 15,1-5-15,6 1 0,0-5 0,7 2 16,-7 7-16,1-3 0,6-6 0,2 0 15,6 3-15,-3 1 0,-3 7 0,-3-2 16,10-3-16,-2-1 0,10-3 16,-2 2-16,1 3 0,-1 4 0,-6-2 15,2-2-15,4-5 0,9-2 0,2 2 16,5 0-16,4 0 16,2 1-16,3-3 0,-5 2 0,7-2 0,0 0 0,4 0 15,4 0-15,7 0 0,5 0 16,-3 0-16,16 0 0,-4 0 0,-8 0 15,3 0-15,0 0 0,9 0 0,0 0 16,-2 0-16,2 0 0,10 0 0,-1-2 16,6-1-16,5 1 0,0 2 15,6-4-15,2 4 0,10-5 0,19 1 16,2-1-16,3 1 0,26-3 0,-2 1 16,32-7-16,-16-1 0,19 1 0,-51 7 15,3-5-15,-1 4 0,3-6 0,-5 2 16,-1 0-16,8 2 0,-3-2 15,-5-2-15,-1 4 0,-2 0 0,8 2 16,-5 1-16,1-1 0,-4 0 0,4 3 16,3 0-16,0 1 15,-10-1-15,1 2 0,0 2 0,2-2 0,-2 2 0,-5-3 16,-9 3-16,1 0 0,2 0 16,4 0-16,0 0 0,-2-2 0,-13 0 15,-1 2-15,1 0 0,4 0 0,3-2 16,1 0-16,-6-3 0,-7 3 0,-6-2 15,-7-1-15,0 5 0,2-4 0,-6 2 16,-5-1-16,1 1 0,-6 0 16,1 2-16,-11-2 0,-2 2 0,1 0 15,-5 0-15,-12 0 0,11 2 0,-2-2 16,-7 4-16,-1 1 0,3 1 0,1-1 16</inkml:trace>
  <inkml:trace contextRef="#ctx0" brushRef="#br2" timeOffset="183230.66">18338 7144 0,'2'0'0,"0"-5"0,-2 5 0,5-4 0,1-3 0,5 1 16,3-1-16,1 3 0,7-1 0,11-1 16,5-1-16,1 0 0,1 5 0,4 0 15,2-2-15,20 4 0,3 0 0,21-3 16,-4 1-16,-6 0 0,-8-2 0,-1 1 16,10-1-16,-6-5 0,0 3 15,-2-1-15,4-2 0,3 5 0,4-7 16,-3 2-16,-2 2 0,3 5 0,2 2 15,4-4-15,-2-1 0,2 3 0,3 4 16,-1 0-16,3 1 0,1-1 0,-1 0 16,4-2-16,-4 0 0,-3 0 15,-4 0 1,0 2-16,-4-4 0,-3-2 0,-4-1 0,2 1 0,2-3 0,1-4 16,-3 0-16,-2 0 0,0 4 0,7 1 31,1-5-31,-6 2 0,-2 0 15,5 9-15,-1-2 0,1 0 0,-8 2 16,-1 0-16,-1 0 0,5 4 0,-4-2 16,-3-2-16,-4 3 0,-9-1 0,-2 0 15,-2 0-15,2 0 0,-5-4 0,-3-4 16,-6-1-16,-10 0 0,-5 1 16,-4 1-16,-5 1 0,-4 0 0,-2-3 15,-2 3-15,-5-1 0,2 1 0,-1 2 16,-3-3-16,0 3 0,-5-3 0,-1 3 15,-3-2-15,-7 4 0,1-2 16,-5-1-16,-9 3 0,-8 0 0,-5 0 16,-24 0-16,-2 0 0,-3 5 0,-39-3 15,-40 5-15,15-5 0,-32 5 0,76-5 16,-6 0-16,3 0 0,-3 3 0,-5-5 16,3 4-16,-5-2 0,3 0 15,-1 3-15,1 1 0,0-1 0,-1-1 16,1 1-16,-1-1 0,-6 0 0,2-1 15,3 1-15,-10 0 0,5 1 0,0-5 16,-2 4-16,2 1 0,0 3 0,7-3 16,1 6-16,-1-7 0,2 5 15,-1 2-15,6 0 0,1 2 0,5-4 16,4 0-16,0 0 0,7-2 0,0-3 16,-2 0-16,1 3 0,-1-9 0,2 6 15,2 1-15,-2-3 0,4 0 16,5 0-16,6-6 0,9 2 0,7-1 15,4 1-15,7 4 0,6 1 0,7-1 16,4-2-16,5-2 0,6 2 0,1-3 16,1 3-16,3 0 0,4 3 0,5-6 15,0 3-15,6 0 0,-4-2 0,6 2 16,5-2-16,6 0 0,5-3 16,4 3-16,10 0 0,21-7 0,4 2 15,1-1-15,6 3 0,31-6 0,35 5 16,-19-1-16,19-11 0,-68 12 0,2-5 15,-2 4-15,2 0 0</inkml:trace>
  <inkml:trace contextRef="#ctx0" brushRef="#br2" timeOffset="194701.34">3671 11536 0,'0'0'0,"0"0"0,0 0 0,-2 0 0,2 0 0,0 0 16,2 4-16,-2 1 0,0 3 0,0 3 15,0 5-15,0 4 0,-2 0 0,-5 6 16,-4 12-16,2 3 0,1 1 15,-8 5-15,-1 17 0,3-3 0,-1-3 16,2-3-16,-1 2 0,3-13 0,7-13 16,-5-4-16,5-3 0,-1-2 0,1-5 15,2-3-15,2-1 0,-5-4 0,3 2 16,2-5-16,0-1 0,0-5 16,2-2-16,-2-3 0,0-1 0,5-3 15,-5 2-15,2 3 0</inkml:trace>
  <inkml:trace contextRef="#ctx0" brushRef="#br2" timeOffset="194872.04">3426 11827 0,'-2'0'0,"2"0"0,0 0 0,-2 0 0,2 0 0,0 0 0,0 2 16,2 2-16,0 1 0,7 4 0,-4 2 15,3 2-15,3 7 0,-4 0 0,11 13 16,-3 0-16,3 2 0,-5-2 15,5 2-15,-1 3 0,10 6 0,-5-4 16,0-7-16</inkml:trace>
  <inkml:trace contextRef="#ctx0" brushRef="#br3" timeOffset="-128965.07">25872 14448 0,'0'0'0,"-2"-4"0,2 0 0,0 1 0,0-1 0,4 0 0,3-1 16,4 1-16,6-1 0,5 1 0,16-3 16,4-1-16,8 1 0,8 0 15,34-4-15,45-4 0,-7-7 0,44-5 16,-66 5-16,0 7 0,5-7 0,-3 2 16,0-2-16,1 2 0,1 0 0,-4 0 15,2-2-15,7 2 0,-2 3 16,-3-3-16,5 5 0,2-7 0,-4 2 15,11 4-15,1-6 0,-1 5 0,11-5 16,2-1-16,4 6 0,11 1 0,-1-1 16,1 6-16,5-2 0,-16-1 0,0 5 15,-2-2-15,-11 3 0,3 1 0,-12-2 16,-13 5-16,-2-3 0,-7 3 16,-6-3-16,-5 3 0,-9-1 0,-6 1 15,0-3-15,0 5 0,-3-2 0,-4-1 16,-4 5-16,2-4 0,4 2 0,12-1 15,-5 3-15,-7 0 0,-9 3 0,-1-1 16,-1-2-16,0 0 16,-4 2-16,-2 0 0,-9 0 0,-7 3 0,-8-1 15,-5 1-15,-7-5 0,-2 2 16,-4 0-16,0-2 0,-2 2 0,-1 1 16,-1-3-16,-3 0 0,-11 0 0,7 2 15,0-2-15,6 2 0,-2 0 0,3-2 16,-3 2-16,-2-2 0,2 3 0,-2-3 15,2 0-15,-4 2 0,-7-2 0,12 2 16,-3-2-16,0 2 0,0 0 0,0-2 16,-3 3-16,6-1 0,-3 0 15,0 0-15,0 0 0,0-2 0,0 3 16,0-3-16,2 2 0,-4-2 0,2 0 16,0 0-16,-3 0 0,3 0 0,0 0 15,0 0-15,0 0 0,-2 0 0,2 0 16,0 0-1,-2 0-15,2 0 0,0 0 0,0 0 0,0 0 0,-2 0 16,2 0-16,0 0 16,0 0-16,0 0 0,0 0 0,-3 0 15,3-2-15,-2 2 0,0 0 0,-5 0 0,1 0 0,-1 2 16</inkml:trace>
  <inkml:trace contextRef="#ctx0" brushRef="#br3" timeOffset="-101130.19">26264 14254 0,'0'0'0,"-4"5"0,-1-3 0,-6 2 0,3 5 0,-3-2 15,-5 6-15,-1-2 0,-3 2 16,-7 3-16,-4 1 0,1-1 0,-1-1 16,2-1-16,0-1 0,-2-2 0,5-7 15,0 1-15,3-3 0,4-4 0,1-3 16,-2-1-16,5-8 0,1-1 0,1-9 15,0-1-15,0-3 0,0-16 16,-1-3-16,-1 1 0,-1-2 0,1-14 16,0-2-16,-3 0 0,-2-2 0,-2 2 15,4 7-15,1 6 0,4 0 0,2 0 16,4-8-16,5-3 0,0-2 16,2 5-16,0 8 0,2-2 0,2 0 15,1-9-15,-1-2 0,3 5 0,-5 8 16,0 3-16,0 1 0,0-6 0,1-4 15,-1 2-15,-4 2 0,-1 11 0,-1 7 16,4 6-16,0 1 0,0-1 16,4-2-16,5 0 0,2-4 0,5 4 15,1-2-15,5 4 0,0 3 16,5 4-16,2 2 0,6 5 0,7 1 0,6-1 16,14-1-16,4 3 0,13 4 0,-8-6 15,2 6-15,2-6 0,6-1 0,3 3 16,-2-2-16,6 1 0,4 8 15,-1-10-15,6 5 0,2-4 0,5 2 16,4 2-16,9-3 0,6 1 0,-2 0 16,7 2-16,0 0 15,-2 2-15,8 0 16,1-2-16,-3 7 0,0-5 0,-2 2 0,-8 3 0,1 0 0,5-1 16,-9 3-16,5 0 0,-5-3 0,-5 3 15,5-2-15,0-1 0,3 3 0,-5 0 16,6 0-16,-4-1 0,2 1 0,3 2 15,-5 0-15,-7 2 0,3-2 16,-5 0-16,-4 5 0,-9-3 0,-4 5 16,-7-3-16,-5 1 0,-4-1 0,-6 5 15,-11-5-15,-10 5 0,-3 4 0,-3-2 16,4 5-16,-2-1 0,-1-2 0,-8 3 16,-2 4-16,-4-1 0,2 6 15,-4 1-15,0 5 0,-3-2 0,-2 4 16,-2-2-16,3 6 0,-3 7 0,-2 14 15,-3 5-15,-8 4 0,0-3 0,-7-3 32,-4 5-32,-11 14 0,4-1 15,-4-4-15,-1-4 0,5 1 0,-2 6 16,7-3-16,0-3 0,-1-3 0,5-10 16,0 3-16,2 4 0,5 2 0,-3-8 15,3-7-15,2-7 0,2-2 0,-2 0 16,0-2-16,-3 5 0,-1-8 0,-5 1 15,-3-3-15,-3-6 0,-1 0 0,3-2 16</inkml:trace>
  <inkml:trace contextRef="#ctx0" brushRef="#br2" timeOffset="-166011.27">3940 11988 0,'0'0'0,"-9"2"0,9-2 0,-9-2 0,-2 2 0,5-2 0,-5-1 0,2 3 0,5 0 16,-5-2-16,2 2 0,5-2 16,2 2-16,0 0 0,7 0 0,-1-2 15,5 0-15,2-3 0,5 1 0,4 2 16,2-3-16,16-4 0,4 3 0,7-3 16,2 2-16,0-2 0,24-2 15,0 0-15,27 0 0,-3 0 0,-15 3 16,-7-1-16,3-2 0,2 2 0,-3 2 15,1-2 1,0 1-16,1 1 0,6 0 0,1-1 16,0 1-16,-1 0 0,-1 1 0,0 1 0,2 1 0,-6 2 15,-2-3-15,-3-1 0,3 4 0,-7 2 16,-5-3-16,-4 6 16,5-3-16,-7-5 0,2 5 0,-11-2 0,-2 2 0,-7 4 15,1-1-15,-1 1 16,0-4-16,-2-2 0,-4 4 0,-5-2 15,-13 0-15,3 2 0,-12-4 0,0 4 0,-2-2 32,-2 0-32,0 0 0,-1 0 0,-1 0 15,-3 0-15,-4 0 0,-8 0 0,1 0 16,3-2-16,8 2 0,0 0 0,-1 2 16,1-2-16,0 0 0,-1 2 0,1 1 15,-2-3-15,3 4 0,-3-4 16,2 4-16,-4 1 0,3 1 0,-3 3 15,0 0-15,0 0 0,2 0 0</inkml:trace>
</inkml:ink>
</file>

<file path=ppt/ink/ink5.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21:34.12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00B0F0"/>
    </inkml:brush>
    <inkml:brush xml:id="br4">
      <inkml:brushProperty name="width" value="0.05292" units="cm"/>
      <inkml:brushProperty name="height" value="0.05292" units="cm"/>
    </inkml:brush>
  </inkml:definitions>
  <inkml:trace contextRef="#ctx0" brushRef="#br0">1204 12160 0,'0'0'0,"0"0"0,-2 0 0,2 0 0,0 0 16,0 0-16,0 0 0,2 4 0,-2 1 15,2 1-15,0 1 0,3 2 0,-3 4 16,-2 2-16,2 3 0,-2 2 0,2 4 16,3 11-16,-3-2 0,-2 3 15,4-1-15,1 0 0,-1-2 0,-2 3 16,1 1-16,3 14 0,-1 2 0,1 0 16,3 11-16,-5-7 0,-1-9 0,-6 1 15,3-3-15,-8 5 0,3 2 0,3 2 16,-5 2-16,5-4 15,0-2-15,-7-5 0,5 5 0,-5 2 0,7 6 16,-5 3-16,7-5 0,-2-1 0,2-4 16,-7-3-16,5 6 0,0 2 15,2 5-15,-2-2 0,-1 1 0,-3-3 0,4-3 16,2 7-16,-7 2 0,5 0 0,2-3 16,0-6-16,0-2 15,-2 2-15,2 3 0,0 1 0,0-4 0,0 1 16,0-6-16,0-1 0,2-1 0,-2 5 15,6 0-15,-1 2 0,1-2 16,-1-2-16,-5-3 0,2-1 0,-2 1 0,2 3 16,3 2-16,-5 0 0,2-3 15,-2-6-15,0 1 0,0-6 0,0-1 16,2 4-16,-2 0 0,7-3 0,-5-1 16,-2-3-16,0 0 0,-2-4 0,2 0 15,-5 0-15,3 0 0,2 2 16,0 2-16,-2 3 0,2-1 0,2-2 15,-2 1 1,7-6-16,-7-1 0,0-2 0,0-3 0,0-2 0,2 0 0,-2-2 16,4 0-16,1-3 0,-1 1 0,-2-3 15,5-1-15,-3-1 0,5-2 0,0 0 16,0-2-16,2-1 0,4 1 16,-1 0-16,1-4 0,7-1 0,2-2 15,-2 0-15,5 1 0,4-3 0,-5 0 16,7-3-16,-6 3 0,3-2 0,-3 2 31,6 0-31,2 0 0,3-2 0,12 0 16,6-5-16,1-2 0,-9 0 0,-1 5 15,1 0-15,3-1 0,4 1 16,11-3-16,0 1 0,1 1 0,-8 1 16,3-1-16,6 1 0,16 0 0,-11-1 15,-3 1-15,-1-3 0,10 3 0,3-3 16,-5 1-16,0 1 0,-2-2 0,6 3 15,10 0-15,-10-1 0,1-1 0,4-1 16,4 0-16,-1-1 0,-1 1 16,4 0-16,-6 1 0,7-1 0,0 5 15,1-2-15,1-1 0,0 3 0,0-3 16,-3 1-16,3 4 0,2-4 0,5-1 16,-8 5-16,10-4 0,-7 4 0,2-5 15,1 5-15,-3-4 0,4 4 16,0-4-16,1 1 0,1-1 0,-3 0 15,3-1-15,1 3 0,0 0 0,1-3 16,1 3-16,0 0 0,0 0 0,2 0 16,0-1-16,2 1 0,-4 0 0,2 0 15,2 0-15,-2 2 0,5-3 16,-3 1-16,5 0 0,-5 0 0,5 0 16,-3-1-16,-2 1 0,5 2 0,-3-4 15,1 4-15,-5-3 0,4 3 0,1 3 16,-1-3-16,-6-3 0,2 6 0,0-6 15,-2 3-15,0 3 0,0-3 16,-3-3-16,3 3 0,-2 0 0,-3 0 16,3 0-16,-5 0 0,0 7 0,3-7 15,-3 5-15,-2-8 0,4 6 0,-4-1 16,0 0-16,3 0 0,-3 3 0,2-3 16,0 2-16,-2-2 0,2 1 15,-4-1-15,2 2 0,0-2 0,2 3 16,0-5-16,-1 4 0,-1 1 0,2-1 15,0-2-15,-2 3 0,2-1 0,0 0 16,3 1-16,-3-3 0,5 2 0,-1-1 16,-3 3-16,-1 1 0,-2-3 0,2 5 15,-2-2-15,2-3 0,-2 5 16,2-2-16,1-1 0,-3 1 0,2-3 16,-2 5-16,4-2 0,-4-1 0,3 1 15,-6-3-15,3 1 0,0 1 0,-4-1 16,2-3-16,-3 5 0,3-3 0,-2 5 15,-3-3-15,1 1 0,-1 0 16,0-1-16,-4-1 0,-2 3 0,0-1 16,0 0-16,-9-1 0,0-1 0,-5-1 15,3 1-15,0-1 0,-7 0 0,-7-1 16,-6-3-16,3 0 0,-6 2 16,3 0-16,-4-2 0,-5 0 0,-7 0 15,-6 0-15,-4 0 0,-5 0 0,-3 0 16,-1 2-16,-5 0 15,-6-2-15,0 0 0,-3 0 16,-8-2-16,-1 2 0,1-2 0,2 2 0</inkml:trace>
  <inkml:trace contextRef="#ctx0" brushRef="#br0" timeOffset="2895.16">1058 12978 0,'-4'0'0,"2"0"0,2-2 0,0 2 0,-2 0 0,4 0 0,-2 2 0,6 0 0,-1 2 16,6 1-16,2 1 0,-2 1 0,4 2 15,3 2-15,0 0 0,13 7 0,-5-1 16,7 3-16,2-2 0,1 2 0,21 6 16,0 0-16,-4 1 0,16 6 15,-12-2-15,-11-5 0,1 1 0,-1-1 16,5 1-16,4 6 0,-2 0 0,-7 2 15,-2 3-15,-9-3 0,9 2 0,7-4 16,9 3 0,8-5-16,-9 2 0,-1-5 15,-10 8-15,1-1 0,8 2 0,14 3 16,-3-2-16,-8 1 0,-10-1 16,3-3-16,0-2 0,2-2 0,16 6 15,-14-1-15,-4 1 0,0 3 0,-7-3 16,7 7-16,13-6 0,-6-3 0,4 0 15,-9-6-15,-4 4 0,-3 0 0,7 0 16,14 7-16,1-5 0,-8 5 0,-3-7 16,-3 5-16,1-3 0,5-4 15,4-3-15,-4 1 0,-12 0 0,3 2 16,-11 2-16,4 0 0,7 2 0,-4 2 16,10-6-16,-10-2 0,-5 0 0,2-1 15,-8-1-15,1-3 0,5 2 16,7 1-16,4-1 0,0 1 0,-6 4 15,-3 0-15,-8-1 0,1 1 0,5 0 16,5 0-16,4-2 0,0-5 0,0 0 16,-5 0-16,-12 1 0,-1-1 0,0 2 15,7 3-15,9 0 0,-3-1 0,10-1 16,-10-1-16,-2 1 0,-4-3 16,2-2-16,7 2 0,4-4 0,7-2 15,2-1-15,-11 1 0,-5 2 0,3-2 16,-9-3-16,6 3 0,5-1 0,0 5 15,-2-2-15,-11 2 0,-7-4 0,-7 2 16,-2 0-16,5-1 0,0 1 0,4-2 16,4 0-16,1-3 0,1-2 15,-3 0-15,-5-2 0,-3 1 0,-1 1 16,-3 0-16,-2 0 0,0 0 0,0-2 16,-6 0-16,3 0 0,-1-2 0,0 0 15,-1 0-15,1-2 0,-3-1 16,-1-1-16,-3-1 0,-3-2 0,3 3 15,-6-3-15,1-2 0,-6 2 0,3-2 16,-1-2-16,0 2 0,0-2 0,1-1 16,-1 1-16,-2 2 0,-7-6 0,3 1 15,8 5-15,-2 0 0,1 0 16,-1-2-16,-2 2 0,2-2 0,-2 0 16,2-5-16,-2 3 0,2 1 0,3 1 15,-5-2-15,0-3 0,0 0 0,0 1 16,0-3-16,0-2 0,0 0 15,0-2-15,0 0 0,0-3 0,0-2 16,-5 1-16,3-12 0,-2 3 0,-1-3 16,3 0-16,-2 1 0,1-5 0,-1 4 15,0-4-15,1 2 0,-3-2 16,-1 4-16,1-13 0,1 1 0,-4-4 0,3-1 16,-1-11-1,1 4-15,-1 4 0,-2 10 0,3-1 16,-3 5-16,0-7 0,2-4 0,1-5 0,-3-4 0,0 2 15,5 6-15,1 8 0,-1 1 0,-3-4 16,3 1-16,-3-12 0,1-5 0,1 3 16,3 4-16,-5 5 0,3 4 15,-5-4-15,3-3 0,-1-1 0,-2-3 16,5 4-16,-3 3 16,3 4-16,-1 2 0,1-4 0,0 0 0,4-4 15,-7-1-15,3 3 0,4 2 0,0 2 16,0 4-16,4-1 0,-4-1 0,0-2 15,-4-4-15,4 0 0,0 4 16,0 6-16,0 3 0,0 7 0,0-3 0,0 5 16,0-3-16,-5 1 0,1-3 0,2 5 15,-1-2-15,1-1 0,0 1 16,0-1-16,2 1 0,0 2 0,0-3 16,0 3-16,2 2 0,2 2 0,1 0 15,-1 0-15,1 0 0,-5 1 0,4-3 16,-4-3-16,0 3 0,0-2 0,0-2 15,-2 3-15,4-1 0,-4 2 16,0 0 0,2 2-16,-5 0 0,3 5 0,0-3 0,0 5 0,-1-2 0,-1 1 15,2 1 1,-3-2-16,5 2 0,-4-3 0,2 1 0,-1-3 0,3 0 16,0-1-16,0 3 15,-2-1-15,2 1 0,-4 3 0,2-3 0,-1 5 0,1-2 16,2 2-16,-4 0 0,2 2 0,2 0 31,0 3-31,-3-1 0,6 1 0,-3 1 0,0 1 0,0 2 0,0-3 16,6 3-16,-4 0 0,7-3 0,-2 5 15,4-4-15,2 4 0,3-2 0,3 0 32,1 2-32,2 0 0,3 0 0,1 4 15,3-2-15,6 5 0,0-3 16,0 7-16,1-2 0,8 9 0,0-1 15,0 3-15,2-2 0,18 8 0,0-4 16,-4-2-16,-3 0 0,-6-2 0,0 4 16,6-2-16,2 2 0,5-7 0,0 0 15,2 3-15,-10-2 0,-1 1 16,9 3-16,11 6 0,-11 1 0,-1 2 0,-3 6 16,-7-2-16,11 4 0,4-3 15,1 1-15,-3-2 0,0-7 0,-4 7 16,6-4-16,9 6 0,-2 5 0,-2-3 15,-3 10-15,1-3 0,-1-2 0,5-5 16,-6-6-16,-5 2 0,0 0 0,4 5 16,0 4-16,5 0 0,-7 4 15,-4 0-15,2-2 0,7 3 0,-1-8 16,3 1-16,-5 0 0,1 4 0,6 6 16,2-1-16,2-1 0,0-1 0,-1-10 15,-3 5-15,4-7 0,0 9 16,-2 1-16,-2 1 0,-2 2 0,2-6 15,2 0-15,-8-4 0,-5-7 0,0 6 16,0-4-16,4 5 0,0 3 0,-4-3 16,-4 6-16,-1-2 0,7-2 15,5-1-15,-3-8 0,-2 0 0,-2-2 16,0 4-16,5 4 0,3-4 0,-1 7 16,-7-7-16,2 0 0,-4 5 0,2-10 15,4 3-15,-8-2 0,-3-5 0,-4 0 16,-2-2-16,4 0 0,2 3 0,0-1 15,3 2-15,-3-1 0,-6-3 16,0 2-16,-1 2 0,8-1 0,1-3 16,1-7-16,-5-2 0,-4 5 0,-5 0 15,-2-5-15,0 5 0,0-3 0,5 0 16,-3 1-16,-2-3 16,-4 3-16,-7-3 0,-2 0 0,0 2 0,-1-1 0,6-1 15,-1 2-15,0-6 0,1 2 16,-1-2-16,-4 0 0,-3 0 0,-1-3 15,-3 1-15,-4-1 0,0 1 0,0-3 16,-1 3-16,-1 2 0,-3-2 0,5 1 16,-2 1-16,0 0 0,-1 0 0,1-3 15,-5-1-15,3-1 0,-3 1 16,-2-3-16,0 0 0,0 0 0,-2 3 16,0-3-16,-3 0 0,3 2 0,0-1 15,-3-1-15,3 2 0,-2-1 0,2-1 16,-1 0-16,-1 0 0,2 0 0,0 3 15,-3-1-15,3-2 0,0 3 16,0-1-16,0 1 0,2-1 0,0 0 16,0 1-16,2-1 0,0 1 0,3-1 15,-1 3-15,0-3 0,5 0 0,-2 3 16,2-5-16,4 3 0,-2-1 0,0 1 16,0-5-16,-4 2 0,-3 0 0,1-2 15,-5 2-15,2-4 0,-2 2 16,-2 0-16,-3 0 0,3 0 0,-4 0 15,-1 0 1,3 2-16,-3 0 0,-2 3 0,0-1 0,1 3 0,1-3 0,0 5 16,1-2-1,-1-1-15</inkml:trace>
  <inkml:trace contextRef="#ctx0" brushRef="#br0" timeOffset="4777.26">1230 12301 0,'5'0'0,"-5"0"0,0 0 0,0-2 16,0 0-16,0-3 0,0 3 0,4-5 0,-4 1 0,2-1 0,5 0 16,-5-4-16,0 0 0,5 0 0,-5 0 15,0-4-15,1 2 0,1-3 0,-4-6 16,0 0-16,0 2 0,-4-6 0,1-1 16,1-3-16,0-4 0,-5-1 0,3 0 31,-3-3-31,5-8 0,-2 4 0,-3 3 15,5-1-15,0 0 0,-3 0 16,3 3-16,4-1 0,3 3 0,-3 2 16,-2 2-16,2 0 0,0 5 0,5 2 15,-5-1-15,-2 3 0,2 0 0,-2 0 16,-2 0-16,2 0 0,-9 2 16,5-2-16,-3 5 0,3-3 0,4 4 15,-7 3-15,5 0 0,0 4 0,2 2 16,-5 3-16,5 0 0,0 12 0,-4-10 15,4 2-15,0 2 0,4 3 0,-4 6 16,3 0-16,-3 0 0,2 2 16,-2 5-16,4 4 0,1 2 0,-3 3 15,0-1-15,-2 5 0,2 2 0,3 2 16,-5 18-16,2 0 0,-4 0 0,2 2 16,0 18-16,0-5 0,-5-4 0,3 18 15,2-14-15,0-6 0,2-3 0,5-8 16,2-5-16,-5 3 0,-2-3 15,5 3-15,-5 1 0,3-1 0,3-1 16,3-1-16,-6-5 0,-1 0 0,-2 4 16,3 2-16,1 3 0,3-2 0,5-3 15</inkml:trace>
  <inkml:trace contextRef="#ctx0" brushRef="#br0" timeOffset="6256.36">225 12740 0,'0'-3'0,"0"3"0,0 3 0,-5-3 0,5 2 0</inkml:trace>
  <inkml:trace contextRef="#ctx0" brushRef="#br0" timeOffset="6366.06">262 12775 0,'0'-4'0,"3"-1"0,-3 5 0,6-4 0</inkml:trace>
  <inkml:trace contextRef="#ctx0" brushRef="#br0" timeOffset="6873.14">423 13139 0,'3'4'0,"-1"3"0,2 4 0,3 2 0,2-2 0,-5 5 16,5-3-16,-7 0 0,2-2 0,1-2 16,-3 0-16,0-3 0,0 1 0,3-1 15,-3-3-15,-2-1 0,2 2 16,-2-4-16,0 2 0,0-2 0,0 3 15,0-1-15,0-2 0,0 0 0,0 0 16,0 0-16,0 0 0,0 0 0,0 0 16,0 0-16,0 0 0,0-2 0,0 2 15,-4 0-15,-1 2 0,1-2 16,-3-2-16,1 2 0,-3-3 0,-2 3 0,2 0 16,-4 0-16,-3 0 0,1 0 15,-11-4-15,1 2 0,-12 0 0,-1 2 16,1 2-16,2 0 0,-5 0 0,9-2 15,0 2-15,9 1 16,7-3-16,4 2 0,0-2 0,11 0 0,13 0 0,-2 0 16,13-2-16,7-1 15,2 1-15,2 2 0,-4 2 0,5 1 0,3-1 16,-3-2-16,8-2 0,-3-1 0,-5 3 16,-8-4-16,1 2 0,-11-3 0,-1 5 15,-10-2-15,4 2 0,-4-2 16,-5 2-16,-2 0 0,-2 0 0,-5 0 15,3 0-15,-7 0 0,2 0 0,2 0 16,-4 2-16,2 0 0,-2 3 0</inkml:trace>
  <inkml:trace contextRef="#ctx0" brushRef="#br0" timeOffset="7225.81">256 12797 0,'6'-4'0,"3"-3"0,2-4 0</inkml:trace>
  <inkml:trace contextRef="#ctx0" brushRef="#br0" timeOffset="7338.16">322 12912 0,'0'2'0,"0"0"0,0-2 0,-2 0 0</inkml:trace>
  <inkml:trace contextRef="#ctx0" brushRef="#br0" timeOffset="7608.22">578 12927 0,'-5'0'0,"5"-2"0,0 2 0,0 0 0,-2 0 15,0-2-15,2 4 0,-2-2 0</inkml:trace>
  <inkml:trace contextRef="#ctx0" brushRef="#br0" timeOffset="7893.36">580 13143 0,'2'2'0,"7"1"0,0-1 0,-3 0 0,5 0 16,0 3-16,3-5 0,-3 0 0,2-3 15,-2 1-15,2-2 0,-2-5 0,-2 2 16,4-4-16,-2-2 0,0 0 15,0-7-15,-6 0 0,1 0 0,-6 1 16,0 1-16,-9 5 0,5-1 0,-5 3 16,-2 3-16,9 1 0,-5 3 0,3-1 15,-7 3-15,0 2 0,0 0 0,0 0 16,0 4-16,0 1 0,0 1 16,2 3-16,2 2 0,-4-2 0,9 0 15,-7 2-15,7 2 0,2 3 0,0-1 16,0 3-16,9-5 0,-5 0 0,7-4 15,-2 0 1,2 0-16,2-3 0,1-1 0,-3-5 0,4 2 0,-2-2 0,-4 0 16</inkml:trace>
  <inkml:trace contextRef="#ctx0" brushRef="#br0" timeOffset="8243.2">922 12932 0,'0'0'0,"-3"-3"0,-3 3 0,4 0 0,-3 0 0,-4 0 15,7 3-15,-4-1 0,3 0 0,-1 2 16,0 3-16,1 2 0,3 0 0,-2 2 16,2 0-16,2 2 0,1 0 0,3 0 15,1 1-15,4-6 0,4 3 16,1-2-16,-3-2 0,9-1 0,-7-3 16,5-1-16,-7-4 0,1-1 0,-3-1 15,0-3-15,0-1 0,-2-1 0,-7-2 31,7 0-31,-9 0 0,0-3 0,-9 1 16,0 0-16,-2 2 0,-2 0 0,2 2 16,-3 3-16,1-1 0,-2 3 15,-1 1-15,3 3 0,0-2 0,2 4 16,0 1-16,0 1 0,0 3 0,6 1 16,-3 1-16,3 4 0,3-2 0,2 5 15,2-1-15,0 1 0,7 1 0,-2-1 16,4-1-16,6-2 0,-1 1 15,4-3-15,-5-2 0,9-3 0,1-1 16,-5-5-16,2 0 0</inkml:trace>
  <inkml:trace contextRef="#ctx0" brushRef="#br0" timeOffset="8561.45">1226 12916 0,'0'2'0,"-2"-2"0,2 0 0,-7 2 0,5 1 0,-5-1 16,3 0-16,2 3 0,-7-1 0,7 3 15,-5 1-15,5 1 0,0 0 0,2 2 16,0 0-16,0 2 0,2-2 0,0 3 16,5-3-16,1-5 0,-1 1 0,2-3 15,2-2-15,2-2 0,-2-2 16,0-2-16,2-3 0,1 1 0,-1-5 16,-2 2-16,0-2 0,-2 0 0,0 0 15,-5 2-15,-4-2 0,0 2 0,0 2 16,-9 1-16,5-1 0,-7 3 15,0 2-15,-3-3 0,3 5 0,0 0 16,-2 0-16,0 2 0,4 3 0,-4-1 16,4 1-16,0 1 0,5 1 0,-1-1 15,-1 3-15,6 0 0,0 0 0,0 0 16,6 2-16,-1 0 0,6-2 0,-2 2 16,-3-3-16,3 1 0</inkml:trace>
  <inkml:trace contextRef="#ctx0" brushRef="#br0" timeOffset="9119.03">1530 12898 0,'0'3'0,"-6"-1"0,3-2 0,3 0 0,0 2 16,-2-2-16,2 2 0,0 3 15,-6-3-15,6 4 0,-5 1 0,5-2 16,-6 1-16,3 3 0,1-2 0,2-1 15,0 1-15,2-1 0,1 1 0,3-3 16,-1 1-16,3-3 0,1 0 0,-2 0 16,2-4-16,2 0 0,0 0 15,-3 0-15,-3-5 0,6 3 0,-7-5 16,3 2-16,-5-2 0,5 3 0,-7-3 16,0 2-16,-5 1 0,1-1 0,-3 3 15,1-1-15,-5 1 0,-3 4 0,-3 0 16,4 0-16,-3 2 0,3 0 15,-5 5-15,5-3 0,2 3 0,0 0 16,4 4-16,-1-3 0,-1 3 0,7-4 16</inkml:trace>
  <inkml:trace contextRef="#ctx0" brushRef="#br0" timeOffset="9423.46">359 12793 0,'-2'0'0,"-9"2"0,0-2 0,-2 0 0,0 2 0,-5 2 0,18-4 0,-13 5 0,-3-1 0,16-4 0,-11 2 0</inkml:trace>
  <inkml:trace contextRef="#ctx0" brushRef="#br0" timeOffset="9597.46">302 12766 0,'-4'2'0,"-5"3"0,2 4 0,-4 2 16,0 4-16,2 0 0,1 5 0</inkml:trace>
  <inkml:trace contextRef="#ctx0" brushRef="#br0" timeOffset="12131.05">7450 16980 0,'-2'0'0,"0"2"0,0 0 0,2-2 16,0 0-16,2 0 0,0 0 0,0 0 0,3-2 16,-3 2-16,4-2 0,-1 2 15,-1-3-15,3 1 0,-3 0 0,3-2 16,-3 1-16,1-1 0,-1 0 0,-2-1 16,1-1-16,3-1 0,-6 0 0,0 1 15,0-5-15,0 4 0,0-2 16,0 0-16,-6 3 15,1-1-15,1 1 0,-3 1 0,3 3 0,-5 0 0,0 2 16,0 2-16,-2 2 0,-2 3 0,4 2 16,-6 2-16,2 4 0,-3-1 0,5 5 15,0-1-15,-7 8 0,12 1 0,-1-1 16,5-4-16,2 0 0,9-2 16,-7 0-16,7-2 0,4-3 0,-2-2 15,2-2-15,3 1 0,-3-8 0,5 0 16,-3-4-16,0 0 0,-4 0 0,3-2 15,-3 0-15,4-2 0,-6-5 0,2 2 16,-2-4-16,2-2 0,-5-3 16,3-1-16,-2-3 0,-3 0 0,-4-2 15,0 0-15,0 0 0,-4 2 0,2 2 16,-7 3-16,0 2 0,2 2 16,-4 2-16,0 2 0,0 5 0,0 0 15,-2 4-15,4 0 0,-2 3 0,2 1 16,1 1-1,-1 4-15,2 0 0,1 2 0,1-2 0,5 0 0,0 0 0,5-2 16</inkml:trace>
  <inkml:trace contextRef="#ctx0" brushRef="#br0" timeOffset="12305.73">7856 17066 0,'0'2'0,"0"-2"0,0 0 0,-4 0 0,4 0 16,0 0-16,0 0 0,0 0 0,0 0 16,0 2-16,-3 0 0,6-2 15,-3 5-15,0-1 0,0 0 0,0 3 16,0 2-16,4 0 0,-2 2 0,3-2 16,1-3-16,1 1 0</inkml:trace>
  <inkml:trace contextRef="#ctx0" brushRef="#br0" timeOffset="12989.06">8295 16790 0,'0'-2'0,"0"0"0,0 2 0,2-5 0,0 3 16,-2 0-16,0-5 0,0 3 0,0-1 15,-4 3-15,-1 0 0,-1-2 0,-3 4 16,-2-3-16,2 3 0,-4 3 0,2-1 15,-5 0-15,3 5 0,0-1 16,-3 1-16,3-3 0,-7 5 0,5 0 16,-1 0-16,3-3 0,2 1 0,5 0 15,-5-3-15,6 0 0,5 1 0,-2-3 16,2 5 0,2-3-16,3 0 0,-1 3 0,5 0 0,-3 1 0,1 1 0,2 2 15,-3 0-15,1 5 0,-2-3 16,-1 5-16,-2 1 0,0-1 0,-4 0 15,2-3-15,-4 1 0,-1-5 0,1 2 16,4-4-16,-7-1 0,7-1 0,0-5 16,0 0-16,7-2 0,-5 0 15,5 0-15,2-4 0,-1-3 0,3-1 16,5-1-16,-3 0 0,5-2 0,-1 0 16,-1 2-16,1 3 0,-1-3 0,-3 2 15,0 3-15,1-1 0,-3 3 0,0 2 16,-5-2-1,3 4-15,-2-2 0,-1 4 0,1 1 0,-3 4 0,1 0 16,-3 2-16,2 0 0,-4 6 0,0-4 16,0 1-16,-4 1 0,-1 3 0,-1 2 15,-10-7-15,3 2 0,2-2 0,-2 1 16,-5 1-16,-4-2 0,2 1 16,1-3-16,-1-3 0,2 1 15,0-2-15,-4-1 0,9-1 0,-4-3 16,3-2-16,1 0 0,4-2 0,3 0 15,-1-1-15,-2 3 0</inkml:trace>
  <inkml:trace contextRef="#ctx0" brushRef="#br0" timeOffset="16000.33">8572 16810 0,'0'0'0,"-4"-2"0,4 2 0,-4-7 0,-1 3 0,1-5 0,2 2 15,-1 1-15,1-1 0,0 3 0,0-1 16,2 1-16,-2 2 0,-1-1 15,3 1-15,0 2 0,0 5 0,0-1 16,3 0-16,-1 7 0,-2-2 16,2 4-16,0-2 0,0 5 0,-2-1 0,0 3 15,3 0-15,-3-1 0,2 3 0,-2-2 16,-2 2-16,2-1 0,-3 6 16,3-5-16,0-1 0,0-1 15,0-3-15,0 1 0,3-1 16,-1-4-16,-2 0 0,4-2 0,1 0 0,-1-2 0,3-3 15,2 0-15,2-4 0,-3 0 16,6 0-16</inkml:trace>
  <inkml:trace contextRef="#ctx0" brushRef="#br0" timeOffset="16349.12">8925 16719 0,'2'-2'0,"-2"2"0,-2 0 0,2 2 0,-4 3 16,2-1-16,-5 1 0,0-1 0,-1 3 15,1 4 1,-6 0-16,4 0 0,0 2 0,5 5 0,-5-1 0,2 12 0,5 0 16,4-1-1,3 3-15,1-2 0,3-5 0,4 3 16,5-5-16,-5-3 0,9-3 0,-2-3 0,2-2 0,2-2 16,-2-7-16,3 0 0,-3-6 0,-2 2 15,2-7-15,-5 0 0,1-6 16,-7 1-16,-2-5 0,-5-3 0,-2-1 15,-6-1-15,-3 4 0,-6 1 0,0 1 16,-3 2-16,-1 8 0,-3-1 16,0 4-16,3 3 0,-3 4 0,2 3 15,3 1-15,4 1 0,0 0 0,2 4 16,0 0-16,2 2 0,3 2 0,-1 3 16,5 0-16,0 2 0,5-3 0,2 5 15,6-2-15,-2 2 0,4-2 0,-6 0 16</inkml:trace>
  <inkml:trace contextRef="#ctx0" brushRef="#br0" timeOffset="17397.24">9382 16933 0,'-3'0'0,"3"3"0,0-3 0,-2 0 15,4 2-15,-2-2 0,3 4 0,-3 1 16,4 1-16,-4 3 0,5 2 0,1 2 16,1 0-16,-1 3 0,3-1 15,2-1-15,2 1 0,-2-2 0,9 3 16,-4-3-16,1-2 0,1-2 15,0 0-15,-3-3 0,-2-4 0,1 1 0,-3-6 16,-3-1-16,-1-3 0,2-1 0,-5-1 16,1-5-16,-3 3 0,2-2 15,-2 2-15,-2-2 0,3 4 0,-3 0 16,0 1-16,-3 1 0,3 3 0,0 4 16,-2 0-16,0 4 0,0 5 0,-3 4 15,1 0-15,0 5 0,-1 2 0,1 0 16,-1 6-16,1 0 15,2 1-15,2-1 0,2 1 0,0-1 0,3-1 16,-1-3-16,3-3 0,1-1 0,-3-3 16,4-1-16,-3-5 0,3-1 0,0-3 15,0-3-15,0-6 0,-1-1 0,1-1 16,-2-3-16,-3-2 0,1 0 0,-1 4 16,3-4-16,-1 2 0,1-4 15,-1 0-15,1-3 0,0 3 0,-3 0 16,-2 4-16,3-2 0,-3 4 0,0 1 15,0 1-15,1 1 16,-3 2-16,0 0 0,2 2 0,0 0 0,5 0 0,-3 2 16,5-2-16,2 2 0,2 0 0,0 0 15,5-2-15,6 0 0,0 0 16,-2-2-16,1 0 0,-4-5 16,-3 3-16,-1 0 0,-2-1 0,-4-1 15,-2-1-15,-5 0 0,-2 3 0,-2-1 16,-7-1-16,5 1 0,-5 1 0,-2 0 15,0 1-15,-5 3 0,3-2 0,-2 4 16,1 1-16,-1-1 0,4 2 0,-2 3 16,4-1-16,0-1 0,5 4 0,-1-5 15,5 5-15,5 0 0,1-3 0,3 3 16,4-2-16,3-3 0,4 3 16,6-3-16,-2-2 0,1 1 0,-1-3 15,-4-3-15,2 1 0,-5-2 0,1 2 16,-2-3-16,-5-1 0,2 1 0,-4-1 15,-3 1-15,1 1 0,-1 2 0,-1-1 16,-1 1 0,-2 2-16,1-2 0,-1 2 0,0 0 0,-2 2 0,2-2 15,0 2-15,3 1 16,-1-1-16,3 0 0,-3 2 0,5-1 0,2-1 0,2 0 16,5 0-16,0-2 15,2 0-15,-1-2 0,3 2 0,-2-4 16,0 1-16,0-1 0,0 0 0,-3-1 0,1 1 15,0 2-15,-5-3 0,0 3 16,-2 0-16,0-1 0,-2 3 0,0-2 16,-3 4-16,3-2 0,0 3 0,2-3 0,-2 2 15,2 0-15,0 0 0,2 3 16,0-3-16,3 0 0,-3 3 0,3-1 16,-3 0-16,0-1 0,0 1 0,0 0 15,-2-1-15,1-1 0,-4 2 0,-1-2 31,2 1-31,-3-1 0,1-2 0,-3 2 16,1 0-16,-1-2 0,1 0 16,-1 2-16,-2 1 0,-2-3 0,0 4 15,0-2-15</inkml:trace>
  <inkml:trace contextRef="#ctx0" brushRef="#br0" timeOffset="20547.93">22666 12777 0,'0'2'0,"-2"1"0,0 1 0,2 0 0,0 7 15,4 3-15,-2 5 0,0 1 0,5 13 16,0 5-16,-1 2 0,1 4 0,2 0 16,-1 2-16,1 0 0,2 7 0,-4-9 15,-5-8-15,-4-10 0,-2-6 0,-3-5 16,-4-4-16,0-2 0,-2-4 15,-3-5-15,3-5 0,-2-6 0,-3-4 16,5-9-16,-1-5 0,3-6 0,3-7 16,-1-5-16,4-8 0,5-22 0,3-7 15,12-30-15,5 3 0,20 3 0,-7 60 16,0 8-16,2 18 0,2 9 16,5 9-16,2 4 0,1 4 0,-1 7 15,-5 4-15,-8 10 0,-2-1 0,-7 0 16,0 5-16,-4 4 0,-5 7 0,-4 4 15,-9-5-15,-9-1 0,-7-5 0,-3-9 16,-8-4-16,-6-7 0,-7-4 0,-2-2 16,-4-3-16,0-2 0,-3-4 15,3 0-15,4 0 0,9-3 0,4 5 16,7 0-16,5 0 0,6 0 0,6 5 16,1-1-16,4 0 15,6 3-15,5 2 0,7 4 0,6-2 0,-4 2 16,20 3-16,-7-3 0,13 7 15,3-2-15,-5-1 0,0 3 0,0-2 0,0-3 16,-2 1-16,11-5 0,-9-3 0,-4-1 16,-9-7-16,-5-2 0,-8-7 0,-3 2 15,-6-6-15,-2 0 0,-3-3 16,-4 1-16,0-3 0,-4 3 0,-1 4 16,1 2-16,-3 0 0,3 5 0,-1 2 15,1 2-15,4 4 0,2 1 0,5 1 16,-1-1-16,10 6 0,1-3 15,6 3-15,-1 3 0,6-3 0,1-3 16,2-1-16,4 0 0,0-5 0,7-4 16,-7-3-16,-4-4 0,-9-6 0,-6 2 15,-10-7-15,-8 0 0,-4 5 0,-3-3 16,-4 3-16,-7 4 0,-5 2 16,1 2-16,-4 5 0,-3 0 0,4 4 15,1 5-15,2 1 0,4 3 0,2 5 16,7 1-16,4 6 0,7 1 0,5 0 15,6 2-15,4 3 0,3-2 0,8-1 16,3-2-16,2-4 0,4-2 16,0-3-16,1-4 0,-1-2 0,0-5 15,-2 1-15,-2-5 0,-2-5 0,0 3 16,-3-4-16</inkml:trace>
  <inkml:trace contextRef="#ctx0" brushRef="#br0" timeOffset="20880.04">24042 12596 0,'0'3'0,"0"5"0,0-8 0,2 11 0,0 9 0,5 5 0,6 16 0,-2 4 0,5-1 15,1 2-15,-1 0 0,6 16 16,0 2-16,0-2 0,4 6 0,1-15 16,-10-13-16,-1-12 0,-7-8 0,-7-4 15,0-10-15,-2 1 0,-2-7 0,-5-2 16,-2-5-16,-2-4 0,2 2 15,-2-2-15,-2-4 0,-2-3 0,-1-2 16,-3-2-16,-4 2 0,1 3 0,-4 1 16,-12-1-16,3 3 0,0 5 0,4 5 15,0 4-15,9 4 0,2 3 0,7 4 16,4 0-16,5 7 0,6-1 16,5 1-16,8 2 0,5 2 15,4-4-15,7-1 0,2 1 0,0-5 0,2 0 16,1-2-16,-1 0 0,0-2 0,3 0 15,1-5-15,1 1 0,-2-1 0,6-4 16,-9 7-16,-4-3 0</inkml:trace>
  <inkml:trace contextRef="#ctx0" brushRef="#br0" timeOffset="21149.42">24681 13361 0,'0'-2'0,"5"2"0,-3 0 0,7-2 0,-1 0 0,8 2 15,2 0-15,1 0 0,3-2 0,-2 4 16,5-2-16,3 0 0,-4 0 0,-4 0 16,0 0-16,-4 0 0,-8-2 0,1-1 15,-4 1-15,-8-4 0,1 1 0,-4-4 16,-5 3-16,-7-3 0,0 0 16,-4 0-16,0-2 0,-2 2 0,4-2 15,-2 3-15,4-1 0,5 0 0,2 2 16,5 1-16,3 1 0,8 1 0,4 2 15,6-3-15,0 3 0,5 0 16,5 2-16,-1 0 0,7 0 0,-3 2 16,1 0-16,-5 1 0,0-1 0</inkml:trace>
  <inkml:trace contextRef="#ctx0" brushRef="#br0" timeOffset="22573.63">25479 12654 0,'0'0'0,"0"-3"0,0 3 16,3 0-16,-3 3 0,2 1 0,-2 5 16,2 6-16,0 5 0,3 9 0,-1 11 15,5 1-15,-3 6 0,3 1 16,0 7-16,4 18 0,1 4 0,-1 9 15,-2-20-15,-5-19 0,-1-12 0,-3-6 16,0-3-16,-2-2 0,-2-6 0,0-3 16,0-4-16,-1-4 0,1-2 0,2-3 15,2-2-15,3-5 0,-3-1 16,5-8-16,1-1 0,3-5 0,1 7 16,1-2-16,0-8 0,0 1 0,3-2 15,-1 2-15,5-9 0,-2 9 0,-5 5 16,0 3-16,-2 6 0,-2 3 0,0 7 15,-1 3-15,1 6 0,2 2 0,-2 2 16,2 3-16,2 2 0,1 0 16,3 0-16,1 2 0,4 0 0,2 2 15,5-2-15,4 7 0,-2-7 0,-3-7 16,-3-2-16,-5-6 0,-5-3 0,-4-4 16,2 0-16,-2-6 0,0-1 0,-2-4 15,0-2-15,-5 2 0</inkml:trace>
  <inkml:trace contextRef="#ctx0" brushRef="#br0" timeOffset="23174.51">26161 13291 0,'0'-2'0,"0"2"0,0 0 0,-3 0 0,1 0 0,2 0 0,-2 2 15,2 0-15,2 3 0,0 1 0,3 1 16,4-1-16,4 5 0,2-4 0,5 2 16,4 0-16,14-3 0,-3-1 0,-4-3 15,0 0-15,-5-4 0,-4-3 0,-2-3 16,-4-3-16,-5-3 0,-5-1 15,-3-5-15,-6 0 0,-1 3 0,0 1 16,-12 1-16,3 4 0,-3 4 0,-3 1 16,-1 1-16,-4 5 0,4 0 0,-5 7 15,6 2-15,-1-1 0,4 8 16,5-3-16,2 2 0,5 5 0,4 0 16,4 0-16,10 2 0,8 11 0,4-4 15,5-1-15,0-3 0,4-3 0,-2-2 16,-2-5-16,2-6 15,0-3-15,7-8 0,0-7 0,-1-8 0,-3-5 16,-1-7-16,-4-4 0,0-9 16,-7 9-16,-6 9 0,-5 4 0,-4 7 15,-3 4-15,-6 7 0,2-1 0,-2 3 0,-4 5 16,-3 4-16,-1 6 0,1-2 0,-2 3 16,0 8-16,0 3 0,1 3 15,-1 3-15,2 3 0,-2 8 0,5 0 16,2-7-16,0-4 0,2-4 0,0-2 15,0-8-15,-3-1 0,-1-7 0,0-2 16,-1-7-16,-1-2 0,-3-2 16,0-7-16,-2-2 0,0-7 0,-2-4 15,-3-4-15,1-9 0,-5-18 0,2 4 16,3 1-16,2 8 0,2 3 0,2 8 16,0 7-16,2 4 0,5 7 0,0 2 15,2 7-15,4 4 0,1 1 0,1 5 16,8 3-16,1 7 0,5 2 15,4 4-15,0 0 16,1 5-16,-1-2 0,9 8 0,-4-4 0,-5-7 0,-2 0 16,-2-4-16,-5-7 0,-2-2 0,-2-4 15,-2-5-15,0-6 0,-2-5 0,2-4 16,-1 2-16</inkml:trace>
  <inkml:trace contextRef="#ctx0" brushRef="#br0" timeOffset="23934.67">27065 13328 0,'0'3'0,"2"-1"0,-2-2 0,0 6 0,4 3 16,-2 4-16,5 7 0,0 2 0,2 9 16,-3 4-16,3-1 0,-2-4 15,1 1-15,-3-4 16,-1-3-16,1-6 0,-1-5 0,-2-2 0,0-4 0,1-3 0,-3-4 16,0-2-16,4-7 0,-2 0 15,3 0-15,-1-8 0,5-1 0,-2-2 16,1-2-16,3-2 0,3 2 0,-3 0 15,2 2 1,-2 4-16,2 3 0,-2 0 0,0 4 0,2 3 0,-4 6 0,-2 2 16,-1 4-1,1 5-15,0 7 0,1 2 0,-1 2 16,2 0-16,0 2 0,0-4 0,2 2 16,-3-4-16,3-1 0,-2-1 0,4-7 0,-2 2 0,3-7 15,-1-4-15,0 0 0,5-4 31,-3-3-31,3-2 0,-3-4 0,3-2 16,0-3-16,-3 0 0,-2 1 0,0-3 16,-4 4-16,-2 5 0,-3 0 0,1 5 15,-3 1-15,0 1 0,-2 4 0,0 2 16,-2 5-16,2 2 0,2-3 0,0 5 16,1 7-16,1-1 0,0 1 15,3 0-15,0-3 0,1-2 0,1 1 16,2-6-16,0-1 0,0-7 0,0 2 15,0-4-15,0-5 0,3-1 0,-3-3 16,-3 0-16,1-5 0,2 3 16,-4-2-16,0 1 0,-3 3 0,0 2 15,-1 3-15,-1 1 0,0 3 0,-2 4 16,4 5-16,-1 2 0,3 0 0,1 8 16,-1 1-16,3 2 0,4-3 0,-1-1 15,3-1-15,0-1 0,3-1 16,0-2-16,-1-7 0,-1 3 0,-3-7 15,2 0-15,-4-7 0,3 1 0,-3-3 16,-3-4-16,4-5 0,-6-4 0,1-7 16,-1-4-16,1-15 0,2-5 0,4-2 15,7-12-15,2 8 0,0 6 0,-7 7 16,-4-1-16,-4 10 0,-7 13 0,0 8 16,0 7-16,-2 5 0,2 0 15,-2 6-15,2 4 0,0 5 0,-3 5 16,3-3-16,0 5 0,0 4 0,0 2 15,0 5-15,3-1 0,-3 5 0,0 3 16,0 1-16,2 18 0,2-4 16,-4-3-16,5-3 0,-5-6 0,4-3 15,-4-6-15,0-5 0,0-5 0,-4-5 16,-1-4-16,-1-4 0,1-3 0,-4-6 16,-2 0-16,5-7 0,-3 2 0</inkml:trace>
  <inkml:trace contextRef="#ctx0" brushRef="#br0" timeOffset="24061.63">27966 13372 0,'0'-2'0,"-2"0"0,0-2 16,2-1-16,4 3 0,1 0 0,6 0 16,2 2-16,7 0 0,0 0 15,4 2-15,7 2 0,9 1 0,2-1 16,-3 0-16,-1 3 0,-3 0 0,-4-1 16,-5-1-16</inkml:trace>
  <inkml:trace contextRef="#ctx0" brushRef="#br1" timeOffset="28691.09">22847 14834 0,'0'-2'0,"0"-2"0,0-5 0,0 2 0,0 1 0,0 1 16,0 3-16,0 0 0,0 2 0,0 4 15,0 3-15,0 4 0,0 4 0,2 7 16,0 5-16,3 4 15,-1 19-15,3 1 0,-1 4 0,7 14 0,1-10 0,-3-8 16,2-7-16,-2-7 0,0-1 16,-7-8-16,1-6 0,-1-6 0,-2-5 15,1-2-15,-3-3 0,0-4 0,-5-2 16,5-2-16,-4-4 0,2-3 16,-3-4-16,3-5 0,-2 7 0,1-7 15,1 3-15,2-7 0,0 2 0,0-2 16,2-2-16,3 2 0,-1 0 0,1 2 15,-1-2-15,3 4 0,-3 0 0,3 1 16,-1 1-16,3 3 0,2 2 0,5 0 16,-1 2-16,0 5 0,12 4 15,2 2-15,4 2 0,0 3 0,0 4 16,2 0-16,0 5 0,-2 1 0,5 7 16,-5 1-16,-9-1 0,-4-4 0,-9 0 15,-2-3-15,-5-1 0,-4-1 0,-4-2 16,-5 3-16,0-3 0,-8 0 15,-5-2-15,-5 5 0,-8-5 0,-16 2 16,-4-4-16,4-3 0,5-3 0,6-1 16,5-4-16,6 2 0,9-5 0,5 1 15,6 2-15,5-1 0,-3 3 0,9-2 16,5 0-16,4-5 0,0 5 0,5-2 16,-8-1-16</inkml:trace>
  <inkml:trace contextRef="#ctx0" brushRef="#br1" timeOffset="28914.93">23559 14881 0,'0'0'0,"0"0"0,0 0 0,4 2 0,-1-2 0,3 4 0,1 7 15,4 0-15,0 7 0,2 2 0,7 17 16,2 3-16,0 0 0,2 2 0,3 10 15,-3-5-15,-2-5 0,-2-5 0,-5-2 16,1-6-16,-3 2 0,-2-2 0,-2-7 16,-3-5-16,1-1 0,-3-7 15,1-1-15,-1-3 0,-2-5 0,3-2 16,1-1-16,1 1 0</inkml:trace>
  <inkml:trace contextRef="#ctx0" brushRef="#br1" timeOffset="29645.54">23943 15196 0,'0'-2'0,"0"4"0,0 0 0,2 0 0,-2 5 0,2 0 16,-2 1-16,2 1 0,0 0 0,3 0 15,1 2-15,5 0 0,3 0 0,1 2 16,7 3-16,2-5 0,1 0 16,1-5-16,-4 1 0,2-5 0,-2-2 15,1-2-15,-4-5 0,-1-2 0,-3-2 16,1-2-16,-1-2 0,-6-3 0,0-2 15,-5 0-15,-1 1 0,-3 1 0,0 2 16,-5 3-16,1 2 0,2 5 16,-3 3-16,-1 1 0,1 4 0,1 5 15,-1 2-15,3 2 0,2 0 0,2 4 16,5 3-16,2-3 0,6 10 0,5-6 16,2 1-16,0-2 0,2-3 0,3-4 15,-3-2-15,-2-4 0,-2-3 16,-2-2-16,-3-5 0,-2-1 0,-2-5 15,-2-2-15,-2-3 0,-3-4 0,-2 3 16,-2-1-16,0 0 0,-4 7 0,2-2 16,-3 7-16,1-1 0,-1 5 0,1-1 15,0 6-15,4-3 0,0 4 16,4 1-16,0 1 0,1 1 0,4 2 16,2-1-16,6 6 0,3-3 0,2 0 15,3-3-15,-1-3 0,2-1 0,1-4 16,-1 0-16,1-2 0,-3-2 15,-2-3-15,0 0 0,-4-4 0,-5 3 16,-4-6-16,-1 6 0,-5-1 0,-1 2 16,-7 3-16,-1-1 0,1 3 0,-3 2 15,3 0-15,-1 0 0,1 2 0,5 3 16,0-1-16,5 1 0,-1-1 0,3 0 16,6 5-16,0-2 0,3-3 15,-1 3-15,0-5 0,1-2 0,1 0 0,-1-2 16,-3-5-16,0 3 0,-2-3 15,-2 1-15,-4-5 0,-1 0 0,-4-1 16,-4 1-16,-1 3 0,-6 1 0,2 0 16,-2 3-16,3 2 0,-4 2 0,1 4 15,0 1-15,0 1 0,5 3 16,-1 0-16,5 0 0,0 2 0,4 0 16,2 0-16,5 0 0,2 0 0,7-2 15,8 4-15,10-2 0,-1-2 0,7 0 16,0-1-16,4-1 0,14 4 0,1-4 15,1 1 1,13 1-16,-7 0 0,-6 4 0,-13-2 0,-8 0 0,1 0 16,0 3-16,2-1 0</inkml:trace>
  <inkml:trace contextRef="#ctx0" brushRef="#br1" timeOffset="29917.12">25859 15341 0,'0'0'0,"0"0"0,0-2 0,2 2 0,2-2 16,3 2-16,2 0 0,6 0 0,3 0 15,4 0-15,2 0 0,2 0 0,10 2 16,-5-2-16,0 2 0,-5-2 0,-2-4 16,-2 4-16,-4-7 0,-5 5 0,-2-2 15,-4-3-15,-5 3 0,-4-1 16,-3 3-16,1 0 0,2 2 0</inkml:trace>
  <inkml:trace contextRef="#ctx0" brushRef="#br1" timeOffset="30043">25812 15236 0,'3'-3'0,"-1"1"0,4 0 0,5-2 0,3 4 16,3-5-16,3 1 0,11-3 16,-2 3-16,4-1 0,-5 1 0,1-1 15,0-1-15,-5 6 0,0-2 0,0-1 16,-4 1-16</inkml:trace>
  <inkml:trace contextRef="#ctx0" brushRef="#br1" timeOffset="31255.01">26804 15229 0,'0'-2'0,"0"2"0,0 0 0,-2 2 0,0 2 0,2-1 16,0 3-16,-4-1 0,4 1 16,-5 1-16,3-3 0,0 3 0,2-1 15,0-1-15,0-1 0,0 1 0,2-3 16,0 2-16,-2-1 0,5-3 0,-3 2 15,0-2-15,5-2 0,-3-1 0,1-1 16,1 0-16,3-1 0,-5-4 16,3 0-16,2-2 0,-5-2 0,1-4 15,1-8-15,-1 1 0,-1-13 0,-2-5 16,0 0-16,-2 0 0,0-2 0,-4-5 16,0-15-16,-3 0 0,0 7 0,1 11 15,-1 11-15,3 15 0,4 6 0,-2 8 16,4 4-16,-2 8 0,4 7 0,1-2 15,1 9-15,1 7 0,4 1 16,0 3-16,4 0 0,3 7 0,6 12 16,3 3-16,4-2 0,-3 0 0,3-7 15,7 9-15,-5-14 0,-7-12 0,-4-7 16,-6-9-16,-3-7 0,0-2 16,-4-4-16,-3-7 0,-1-6 0,-1-9 15,-4-1-15,0-8 16,-4-2-16,-1-2 0,-6-3 0,0 0 15,-2 3-15,-2-1 0,-5-1 0,2 8 16,3 9-16,4 11 0,2 4 0,-2 5 0,2 2 16,3 6-16,1 5 0,3 3 15,4 1-15,0-4 0,7 5 0,2-1 16,5 5-16,3 2 0,3 2 0,3 0 0,-1 1 16,11 8-16,1-2 0,-3-7 15,-3 0-15,1-8 0,-2-5 0,-5-7 16,-2-4-16,-4-7 0,-3-1 0,-4-8 15,-4 1-15,-7-5 0,0 0 0,-4 0 16,-1 7-16,1 4 0,-3 0 0,1 0 16,-3 5-16,0 2 0,0 2 0,2 4 15,1 1-15,4 6 0,2 2 0,4 2 16,7 1-16,0 1 0,11 8 16,5-6-16,1-3 0,-1-3 0,1-2 15,1-6 1,-5-3-16,1-2 0,-6-7 0,-3-4 15,-5 0-15,-2-7 0,-5-4 0,-6-2 16,-5-2-16,1 1 0,-5 1 0,-3 2 0,-3 5 0,-3 1 16,-2 3-16,-2 6 15,-3 5-15,3 0 0,0 4 0,2 2 16,4 3-16,5 4 0,6 0 0,5 5 16,4-1-16,0-2 0,14 7 0,-3-5 15,2-1-15,5 1 0,0-2 0,4 1 0,-2-3 0,3-3 16,-3-1-16,2-5 0,0-2 15,1-4-15,-1-3 0,-4-4 0,-3 0 16,-1-2-16,-1 0 0</inkml:trace>
  <inkml:trace contextRef="#ctx0" brushRef="#br1" timeOffset="31892.56">27757 14568 0,'0'2'0,"0"0"0,0-2 0,-2 4 0,2 5 0,0 7 0,0 6 15,4 4-15,3 16 0,-1 0 0,5 0 31,0-3-31,5-1 0,4 6 0,4 11 16,5 2-16,-5-1 0,7 3 16,-3-15-16,-8-11 0,-2-13 0,-3-7 15,-4-6-15,-2-5 0,2 0 0,-4-6 16,-1-5-16,1-6 0,-7-7 0,2-5 16,-2-6-16,-2-2 0,2-3 0,0-6 15,0 2-15,-2-2 0,-3-11 0,-1 2 16,-1 9-16,3 11 0,-1 11 15,5 11-15,-2 4 0,0 7 0,0 11 16,2-2-16,0 4 0,0 5 0,0 4 16,4 2-16,3 1 0,-1 6 0,3 2 15,4 2-15,3 2 0,8 16 0,-2-9 16,0 1-16,3-12 0,-3-5 0,0-6 16,-3-6-16,4-7 0,-4-7 0,1-7 15,-2-6-15,-3-6 0,-1-8 16,-1-5-16,-2-6 0,-2-12 0,-5 1 15,3 6-15,-5 5 0,2 12 0,1 6 16,-3 7-16,0 3 0,-2 1 0,0 7 16,0 0-16,2 7 0,0 4 15,1 2-15,1-4 0,0 6 0,5 0 16,-2 5-16,4 2 0,2 0 0,3 9 16,1 0-16,3-7 0,0 1 0,2-10 15,-2-4-15,2-4 0,0-7 0,-2-7 16,2-4-16,-2-4 0,-3-5 0,1-7 15,-3-1-15,-1-1 0,1 0 16,-4-4-16,0 2 0,-4 9 0,-3 7 16,1 0-16,1 6 0,-6 2 0,5 5 15,-5 2-15,2 2 0,0 5 0,-2 2 16,0 6-16,2 3 0,0-3 0,5 5 16,-3 9-16,5 1 0,2 19 0,5 4 15,1-2-15,8 1 0,5 23 16,6 0-16,12 31 0,-1-11 0,3 4 15,-17-46-15,-2 0 0,-9 20 0,7 0 16,-9-1-16,-3-3 0,1 1 0,-7 5 16,4 7-16,-1 2 0,3 6 0,3-11 15</inkml:trace>
  <inkml:trace contextRef="#ctx0" brushRef="#br1" timeOffset="34136.22">1237 14642 0,'0'0'0,"-2"3"0,2-3 0,0 2 0,0 0 16,-5-2-16,3 2 0,2 1 16,-2-3-16,2 2 0,0 0 0,0 0 15,-2-2-15,2 0 0,-5 2 0,3 1 16,0-3-16,2 0 0,-2 2 0,-3-2 15,3 2-15,0-2 0,2 0 0,-2 0 16,-1 0-16,-1 2 0,2-2 16,2 0-16,-2 2 0,-1-2 0,-5 0 15,5 3-15,-5-1 0</inkml:trace>
  <inkml:trace contextRef="#ctx0" brushRef="#br1" timeOffset="34954.21">1215 14978 0,'0'0'0,"0"2"0,-2-2 0,-5 0 0,7 2 0</inkml:trace>
  <inkml:trace contextRef="#ctx0" brushRef="#br1" timeOffset="35828.14">1206 15020 0,'-2'2'0,"2"-2"0,0 0 0,0 2 0,2-2 16,-2 2-16,0 0 0,0-2 0,0 3 0,0-1 16,0-2-16,0 2 0,0 0 0,0-2 15,0 2-15,0-2 0,0 3 16,0-3-16,-2 2 0,2 2 0,0-4 16,0 0-16,0 0 0,0 0 0,0-2 15,0 0-15,0 0 0,0 2 0,0-5 16,-2 5-1,-1-4-15,3-1 0,-4 3 0,2-2 0,2-1 0,-2 1 16,2-1-16,-3 1 0,3 0 0,0-1 16,-4 3-16,2-2 15,0 4-15,2-5 0,-7 3 0,3 0 0,-1 0 0,1-1 16,2 1 0,2 0-16,-3 2 0,3-2 15,0 2-15,-2-5 0,2 5 0,2-2 0,-2 0 0,3-2 0,-3 1 16,2 1-16,2 0 0,-2-2 0,1 4 15,-3-3-15,4 1 0,0 0 0,-1 0 16,-3 0-16,0-1 0,0 1 16,2 0-1,-2 2-15,6-2 0,-3-1 16,-3 3-16,0-2 0,0 2 0,0 0 16,0 0-16,0 0 0,0 0 0,0-2 15,0 2-15,0 0 0,0 0 0,0 0 16,0 0-16,0 0 0,0 0 0,0 0 15,0 0-15,0 0 0,0 0 16,0 0-16,0 0 0,0 0 0,0-2 16,2 2-16,4 0 0,-3 0 0,-1-2 15,0-1-15,7 3 0,-7-2 0,5 0 16,-5 2-16,0-4 0,5 4 0,-7-3 16,0 1-16,2 0 0,-4 2 0,2 0 15,-7-2-15,5 2 0,-7 0 16,7 0-16,-9 2 0,0-2 0,6 0 15,-3 4-15,-3-1 0,2-3 0,4 4 16,-3-4-16,3 2 0,-1 0 0,3-2 16,1 0-16,0 0 0,2 0 0,2 0 15,0 0-15,1 0 0,5-2 16,-3 0-16,4 2 0,2-4 0,2 1 16,-2-1-16,2 2 0,-2 0 0,2-3 15,-2 5-15,0-4 0,-2 4 0,0-2 16,-5-1-16,1 3 0,-1-2 15,-2 0-15,-2 2 0,-2 0 0,-4 2 0,1-2 16,-6 2-16,2 1 0,-2-1 16,5 0-16,-5 0 0,2 0 0,-2 1 15,0 1-15,6-4 0,-3 4 0,1-1 16,3-3-16,4 0 0,-5 2 0,1 0 16,2-2-16,2 0 0,0 0 15,0 0-15,6 0 0,-1-2 16,3 0-16,-3-1 0,4-1 0,2 2 15,-5 0-15,3-1 0,0 1 0,2 0 0,-7 0 16,3 2-16,-5-2 0,3-1 16,-1 3-16,-2 0 0,-2 0 0,0 0 0,0 0 15,-2 0-15,-2 0 0,-1 3 16,3-1-16,-7 2 0,7-2 0,-5 3 16,3-1-16,4 3 0,-2-1 0,4-1 15,-2-1-15</inkml:trace>
  <inkml:trace contextRef="#ctx0" brushRef="#br1" timeOffset="39393.07">229 14837 0,'9'-3'15,"-4"-3"-15,12-1 0,-6-6 0,2 2 0,1-2 0,1-1 0,-2 3 0,-2 3 0,-4-1 0,-3 0 0,5 2 0,-4 3 0,1-1 0,-4 1 0,1 2 0,1 0 0,-4-1 0,0 3 0,-9 0 0,-2 5 0,0-1 0,-2 1 0,0-1 0,-7 3 0,4-3 0,-1 3 0,-1 2 0,-2-3 0,-2 3 0,-6-2 0,-3-1 0,4-1 0,5-3 0,-2 2 0,2-2 0,4 1 0,-2-3 0,7 0 0,11 0 0,2-3 0,0 3 0,0-2 0,0 2 0,0 0 0,0 2 0,0 1 0,0 1 0,0 0 0,0 5 0,0 0 0,0 2 0,0 0 0,0 5 0,0-1 0,0 3 0,0-1 0,0 3 0,0 0 0,0 2 0,0-2 0,0 0 0,0-3 0,0-1 0</inkml:trace>
  <inkml:trace contextRef="#ctx0" brushRef="#br1" timeOffset="39677.8">0 15028 0,'0'-2'0,"0"0"0,0 0 0,0-3 16,13-1-16,18-1 0,2 5 0,0 0 15,0 2-15,-6 2 0,-1-2 0,-2 4 16,5-2-16,-7 3 0,-2-1 16,0 3-16,-5 2 0,3 0 0,-5 2 15,-2-3-15,-2 6 0,-5-3 0,3 2 16,-3-2-16,1 2 0,1 0 0,-3 5 16,-1-5-16,-7 3 0,-3-1 0,5-2 31,-5 3-31,5-3 0,3-2 0,0 2 0,0-2 0,-11-2 0,7-4 15,-9 1 1,-3-1-16,5-1 0,5 0 0,-3 1 16,0-1-16,2-2 0,-1 3 0,-3-5 0,-5-2 0,5 2 0,2-5 31,-2 1-31,2-1 0</inkml:trace>
  <inkml:trace contextRef="#ctx0" brushRef="#br1" timeOffset="42402.15">639 14662 0,'0'-4'0,"0"0"0,0 4 0,3-5 0,-1-2 0,2-1 0,-2 3 15,-2-1-15,5 1 0,-1 1 16,-2-1-16,-2 3 0,3 0 0,-3 2 16,0 2-16,2 5 0,-2 2 0,0 2 15,0 6-15,0 5 0,4 3 0,-4-1 16,0 5-16,2 8 0,1-2 0,-1 1 16,5-1-16,-3 0 0,5 0 15,0-2-15,-5-2 0,7 0 0,-2-4 16,-5-3-16,5-4 0,-7-3 0,7-1 15,-7-1-15,3-2 0,1-1 0,-6-6 16,2 1-16,-2-3 0,-2-13 16,0 7-16,-2 0 0,4 6 0,-3 1 15,3-5-15,-2 0 0,-9-2 0,9 2 16,-7-3-16,7 1 0</inkml:trace>
  <inkml:trace contextRef="#ctx0" brushRef="#br1" timeOffset="42735.48">498 14654 0,'0'-3'0,"0"1"0,0 2 0,0-4 0,0-5 15,0 2-15,0 3 0,0-1 0,0 1 16,0 2-16,3-3 0,-1 5 0,-2 0 16,-2 5-16,-1 1 0,3 3 15,-2 4-15,-5 3 0,5 2 0,0 1 16,-5 3-16,5 7 0,0-2 0,2-10 15,0 1-15,0-3 0,0 1 0,4 1 16,5-1-16,-2-3 16,0-2-16,4 0 0,2-4 0,4-1 0,-1-1 15,6 1-15,-2-3 0,-3-1 0,3-2 16,-4 0-16,3 0 0,-5-2 16,1-1-16,-4 3 0,0 0 0,0-2 0,-2 0 15,-2 0-15,1 2 0,1-3 0,-7 3 16,5-2-1,-2 2-15,-1 0 0,3 0 0,-5 0 0,4 5 0</inkml:trace>
  <inkml:trace contextRef="#ctx0" brushRef="#br1" timeOffset="43099.98">767 14786 0,'0'2'0,"0"-4"0,0 2 0,-2-5 15,2 1-15,2-3 0,-2 1 0,2-3 0,1 0 0,3 0 16,-3 3-16,5-3 0,-3 0 0,1 0 15,1 3-15,2-1 0,0 3 0,-5-1 16,7 3 0,0 0-16,-2 4 0,-2 0 0,1 5 0,3 2 0,-2-1 15,2 8-15,-4-3 0,2 3 0,2 1 16,-3 1-16,-1 6 0,2 0 0,-5 1 16,3-1-16,-3-2 0,3 0 0,-5 2 15,0-2-15,3-2 16,-1 0-16,-4-2 0,5-1 0,-1-4 0,-2 3 15,3-3-15,3-2 0,-1 2 0,-3-2 16,5-2-16,2 0 0,-4-2 16,4-3-16,2 0 0,5-1 0,-5-1 15,7-2-15,-5-5 0,-1 1 0,1 0 16,3-1-16,-3-4 0,-2 1 0,7-3 16,-9 0-16,5-5 0,1 1 0,-4-3 31,1-2-31,1 0 0,3 3 0</inkml:trace>
  <inkml:trace contextRef="#ctx0" brushRef="#br1" timeOffset="43403.88">1477 14808 0,'0'2'0,"0"-2"0,-2 2 16,2 0-16,-2-2 0,2 0 0,0 3 16,0-3-16,0 2 0,0-2 0,-2 2 15,-7 2-15,7-1 0,-7 1 16,-4 1-16,2 1 0,0 1 0,-3-3 15,1 1-15,0-1 0,-3-2 0,1 0 16,4 1-16,-2-1 0,2-4 0,2-1 16,2 1-16,-2-2 0,3-3 0,1 1 15,3-3-15,2-2 0,0-3 16,2-1-16,1 2 0,5-3 0,-3 3 16,6 0-16,-2 2 0,2 2 0,0 2 15,0 1-15,0 4 0,2-1 16,-4 3-16,4 5 0,-2 1 0,0 3 15,2 7-15,-2-1 0,3 1 0,-3 3 0,2 3 16,2 7-16,-1 2 0,3 2 16,-4 2-16,-2 3 0,3 2 0,-1 1 15,9 19-15,-7-3 0,5 1 0,0 6 16,-5-12-16</inkml:trace>
  <inkml:trace contextRef="#ctx0" brushRef="#br1" timeOffset="44969.64">4518 16446 0,'0'-2'0,"0"2"0,0-5 0,0 3 0,2 0 0,0 0 15,-2 2-15,0-2 0,2-1 0,3 3 16,-5 0-16,0-2 0,0 2 0,0 0 16,2 0-16,-2 0 0,0 0 15,2 2-15,-2 1 0,2-1 0,-2 2 16,0 1-16,0 1 0,5-1 15,-5 1-15,0 1 0,0 0 0,2-3 0,-2 0 16,0 1-16,0 1 0,0-3 0,0-1 16,0-2-16,0 2 0,0-2 15,0-2-15,2 0 0,0-1 0,-2-3 16,5-3-16,-3 2 0,-2-4 0,2 0 16,-2 0-16,2-2 0,1 2 0,1-2 15,-4 4-15,0 0 0,2 3 0,-2 1 16,0-2-16,0 3 0,2 2 15,-2 0-15,0 2 0,3-3 0,-3 3 16,0 3-16,4 1 0,-2 3 0,-2 2 16,5-1-16,-1 1 0,-2 2 0,1 0 15,1 2-15,0-2 0,-4 3 0,7-3 16,-3 2-16,-1-4 0,-1 2 0,0-2 16,2-1-16,-4-1 0,3-3 15,-3 1-15,0-1 16,2-4-16,-2 2 0,0-4 0,0 2 15,2-4-15,-2-3 0,0-2 0,0 1 0,0-1 0,-2-4 16,2 2-16,-2-1 16,-1 4-16,3-1 0,-4 0 0,2 2 0,0 1 0,2 1 15,0 1-15,0 2 16,0 0-16,0-1 0,0 1 0,-3 4 16,3 1-16,0 3 0,3 5 0,-3 0 15,0 7-15,0 0 0,2 4 0,0 0 16,2 6-16,-1 1 0,-1-3 0,0-4 15</inkml:trace>
  <inkml:trace contextRef="#ctx0" brushRef="#br1" timeOffset="46700.29">4436 17138 0,'0'-2'0,"0"-4"0,0-1 0,0 0 0,0 3 16,0-3-16,-2 3 0,-5-1 0,5 1 16,0 0-16,-7 1 0,5 3 0,-5 3 15,-2 1-15,2 3 0,-2 2 0,0 2 16,4 2-16,-4 0 0,-2 2 15,2 1-15,0 2 0,2-3 0,7 0 16,0-4-16,-3 0 0,5-2 0,5 0 16,-3-2-16,9-1 0,-4-1 0,4-5 15,4 0-15,-2 0 0,3-5 16,-1 1-16,3-1 0,-3-3 0,5-1 16,-9 0-16,5-2 0,-3 0 0,-2 0 15,-2-2-15,0-3 0,-7-1 16,0-1-16,-2 0 0,-2-1 0,-5 3 0,1 1 15,-6 4-15,1 2 0,3 2 0,-8 5 16,5 2-16,-2 2 16,2 0-16,0 5 0,-2 0 0,2 1 0,2 3 15,0 0-15,2 1 0,3-4 16,2 3-16,4-2 0,2 2 16,-1-6-16</inkml:trace>
  <inkml:trace contextRef="#ctx0" brushRef="#br1" timeOffset="46843.22">4648 17196 0,'2'0'0,"-4"0"0,2 0 0,0 0 0,-2 2 15,2 0-15,0 0 0,-5 1 16,3-1-16,2 0 0,0 0 0,0 0 16,0 1-16,0 1 0,2-2 0,3 0 15,-3 1-15,0-1 0,5 2 0,-5 1 16,2 1-16,3-1 15</inkml:trace>
  <inkml:trace contextRef="#ctx0" brushRef="#br1" timeOffset="47269.91">4762 16995 0,'-4'2'0,"4"-4"0,-4 2 0,4-4 0,0 1 16,0 1-16,0-2 0,4-1 0,0-1 15,1 1-15,4-1 16,2-1-16,2 3 0,-2-3 0,4 3 0,5-1 16,-2 3-16,4 0 0,2 2 0,-6 0 15,0 2-15,-5 0 0,-2 3 0,-2-3 16,-1 2-16,-5 1 0,1 1 0,-4 1 16,-2 2-16,0 0 0,-5 2 15,0 0-15,1 0 0,-1 0 0,-2 0 16,1 0-16,3-2 15,-2-1-15,7 1 0,0 0 0,0 0 0,7 0 0,4-3 16,-4 1-16,10 4 0,-3 0 0,-1-2 16,0 0-16,-2-1 0,0 3 0,-2-2 15,-2 2-15,-3-2 0,0 2 16,-4 0-16,0-2 0,0 2 0,-4-2 16,-3 0-16,1-1 0,-5-1 0,0 0 15,2 2-15,0-3 0,2-1 0,-1-1 16,1 3-16,3-3 0,-1-4 15,1 4-15,-1-4 0,3 0 0,2 0 16,-4-2-16,8 0 0,-4-2 0,5 1 16,-3-1-16,4 2 0,-6 0 0,3 2 15</inkml:trace>
  <inkml:trace contextRef="#ctx0" brushRef="#br1" timeOffset="48774.9">5426 17101 0,'0'-2'0,"0"-3"0,0 3 0,2-5 0,-2 3 0,0 0 0,-2-1 15,0-1-15,-5-1 0,1 0 16,-3 1-16,0 1 0,-4-1 0,-3 1 15,3 1-15,-4 4 0,-8-2 0,1 2 16,2 2-16,4 0 0,-1 0 0,3 1 16,1 1-16,8-2 0,-6 0 0,8 3 15,1-3-15,2 2 0,2 1 32,4 1-32,3 1 0,6 2 0,0 2 15,3 0-15,1 0 0,8 0 0,-3 0 16,2 2-16,-6 0 0,1 3 0,-3-3 15,1 3-15,-3-1 0,-3 5 0,-5-7 16,-1 5-16,-5-3 0,-5 1 0,-1-3 16,-5-2-16,0 2 0,-3-4 15,1 0-15,-2-1 0,2-3 0,-1-1 16,1-4-16,4 0 0,3 0 0,-3 0 16,2-4-16,5-1 0,-2-1 0,4-5 15,0 0-15,4-5 0,3 1 16,-3-3-16,3 1 0,4-3 0,-7 2 15,5-2-15,2-2 0,-4 2 0,1 1 16,1-1-16,-2-7 0,-1 5 0,3 0 16,-7 5-16,3-1 0,-3 3 0,-2-1 15,-2 5-15</inkml:trace>
  <inkml:trace contextRef="#ctx0" brushRef="#br1" timeOffset="49076.45">5464 16951 0,'0'0'0,"0"0"0,4 2 0,-4-2 16,2 0-16,3-2 0,1 2 0,-1-2 16,1 0-16,5-1 0,-4 1 0,4-2 15,0-1-15,2 1 0,-4 0 0,4-1 16,-2 1-16,3 1 0,-3-1 16,0 0-16,-3 4 0,3-3 0,0 1 15,-6 4-15,4 1 0,-3 3 0,1 3 16,2 0-16,-5 6 0,5-1 0,-5 5 15,3 6-15,-5-1 0,7 0 0,-7 0 16,0-4-16,1 2 0,3-2 0,-6-4 16,0-1-16,0 0 0,0-1 15,0-3-15,0 0 0,-6-2 0,3-1 16,1 1-16,0-4 0,-7 1 0,7 1 16,-5-1-16,3-1 0,-3-1 0,3 3 15,-3-3-15,3 1 16,2-1-16,-5 1 0</inkml:trace>
  <inkml:trace contextRef="#ctx0" brushRef="#br1" timeOffset="49583.61">5521 17174 0,'-2'2'0,"0"-2"0,2 0 0,0-2 0,0 2 0,-5 0 16,3-3-16,2 3 0,0 0 16,7-2-16,-7 0 0,6 2 0,1 0 15,4-2-15,0 0 0,2 2 0,0-3 16,3 1-16,4 0 0,-1 2 0,6-2 15,1 0-15,7-3 0,-4 3 16,0-2-16,-1-3 0,-1 0 0,-1-1 0,-2-3 16,-4-3-16,2-1 0,-4 2 15,-3-3-15,-1 3 0,-6-2 0,-3-1 16,-1 3-16,-8 2 0,2-2 0,-3 2 16,-6-3-16,2 6 0,-2-1 0,0 2 15,0 3 1,0 1-16,0 1 0,2 2 0,3-2 0,-3 4 0,2 0 15,3 1-15,0 1 0,1 1 0,6 3 16,1-1-16,0 4 0,3 0 0,2 0 16,4 2-16,0 0 0,3 3 0,-1-1 15,5 3-15,0 4 16,0-2-16,-1 0 0,-5 0 0,-3-3 0,0 1 16,-7-3-16,-4-1 0,0-1 0,-4-4 15,-3 2-15,-2-3 0,0 1 0,-6 0 16,2-2-16,-3-1 0,3-1 15,0-3-15,2 2 0,0-4 0,0 0 16,4-4-16,3-1 0,2 1 0,2-5 16,2-4-16,2 2 0,7-4 0,-2-5 15,7 0-15,1-4 0,1-14 0,6 1 32,-4 1-32,0 8 0,-7 1 0</inkml:trace>
  <inkml:trace contextRef="#ctx0" brushRef="#br1" timeOffset="52093.57">1217 14900 0,'0'0'0,"-2"0"0,2 0 15,0 0-15,0 0 0,2 3 0,5-3 0,-5 2 16,2 0-16,5 2 0,0 1 15,-2-1-15,4 3 0,0-3 0,2 5 16,2-2-16,1 2 0,-3-5 0,9 5 16,0 0-16,0-3 0,-4 3 15,2-2-15,4-3 0,-2 0 0,-4 1 16,1-1-16,3-1 0,-4 1 0,2 0 16,0 1-16,-5-3 0,7 2 0,-2 1 15,0 1-15,4-1 0,7 1 0,4 1 16,1 2-16,-3-3 0,0 3 0,-5-4 15,3 1-15,-4-1 0,-3-1 16,-2 3-16,-4-1 16,1-1-16,1 1 0,-2-1 0,2-1 15,4 1-15,-2-1 0,2-2 0,5 5 16,0-3-16,-1 3 0,3 2 0,-2-3 16,2 3-16,-7 0 0,0-2 0,-2 1 15,0 1-15,3 0 0,-3 0 0,0 0 0,2 2 16,2-3-16,1 4 0,4-4 0,-7 3 15,2-2-15,-1 2 0,-3 0 0,0 0 16,-7 0-16,-2 2 0,5-1 16,-7 1-16,0 0 0,2 0 0,-2 0 0,5 1 15,2-3-15,-1 2 0,3-2 16,-2 2-16,6 0 0,2-2 0,1 0 16,-3-2-16,-2 0 0,2 2 0,-2-2 15,0 0-15,-6 2 0,4-2 0,-5-1 31,-2-1-31,3 2 0,-1 0 16,-2-3-16,1 3 0,-1-2 0,0-1 16,0 1-16,5-3 0,-5 3 0,7-3 15,-4 1-15,6-1 0,0 3 0,-5-1 16,5-1-16,0 1 0,0-1 0,3 1 16,-10 3-16,5-4 0,-5 6 0,-1-7 15,-3 5-15,0-5 0,0 5 16,-2-2-16,2 2 0,0-1 0,0-1 15,-5 2-15,5-3 0,0 1 0,2 0 16,-1-1-16,5 1 0,-1 0 0,3-3 16,-1 3-16,4-3 0,-2 0 0,2 1 15,-4 1-15,1 1 0,-1 0 0,0-3 16,-3 3-16,-2 2 0,-2-3 16,0 3-16,-2 0 0,2 0 0,0 2 15,-4-3-15,2 3 0,2-2 0,-2 0 16,4 0-16,-2 0 0,0-3 0,2 3 15,-2 0-15,5-2 0,1 4 0,-1-5 16,6 1-16,2 4 0,-2-2 16,2 2-16,-2-2 0,-4-1 0,2 3 15,-5-2-15,3 2 0,-7 0 0,-2 0 16,2 0-16,-2-2 0,-1 2 0,3-2 16,0 2-16,0-2 0,-2 0 0,2-1 15,0 1-15,3 0 0,1 0 0,-2 0 16,-2-3-16,7 3 0,0 2 15,-1-2-15,3 0 0,0 0 0,-5-3 16,1 3-16,-3-2 0,5 2 0,-7-3 16,0 1-16,2-1 0,-4-1 0,-3-1 15,3 3-15,0-3 0,2 3 16,-7-3-16,5-2 0,-4 3 0,1-1 16,-4-2-16,3 1 0,-5-1 0,4 0 15,-2 0-15,-2-2 16,3 2-16,-3 1 0,2-3 0,-2 4 0,6-2 0,-6 3 15</inkml:trace>
  <inkml:trace contextRef="#ctx0" brushRef="#br1" timeOffset="52794.14">4782 16393 0,'0'-2'0,"0"0"0,0 0 0,0-3 0,0-1 0,5-3 15,-5 2-15,0-4 0,0 2 0,2-4 16,0 0-16,-2-3 0,2 1 0,-2-3 15,5 3-15,-5-5 0,0 0 0,0-6 16,-5-1-16,3 3 0,2 0 0,-4 2 16,4 0-16,-5-3 0,3 6 15,0-4-15,0 1 0,-5-2 0,3 0 16,1 0-16,-3-3 0,1-4 0,-1-2 16,1 0-16,5 2 0,-6 3 15,1-3-15,5 2 0,0 3 0,-2-1 0,-2 3 16,4-2-16,-2-1 0,2-2 15,-3 1-15,3-1 0,3-2 0,-3 3 16,2-1-16,-2-2 0,4 2 0,-2 3 16,-2-1-16,0 1 0,5-1 0,-5 3 15,0-4-15,0 1 0,0-2 16,0 1-16,2 4 0,-4-3 0,2 3 16,0 2-16,2 0 0,-2 0 0,0 2 15,4-2-15,-4 2 0,0 0 0,0 0 16,0 5-16,0-3 0,0 3 0,0-5 15,-4 2-15,2-2 0,0 3 16,2-3-16,-3 2 0,6 1 0,-1-3 16,-2 4-16,2-1 0,2 1 0,-1 1 15,1 2-15,3 2 0,-5 2 0,0-2 16</inkml:trace>
  <inkml:trace contextRef="#ctx0" brushRef="#br1" timeOffset="53745">4791 14435 0,'2'0'0,"-2"0"0,0-2 0,0 2 0,7 0 15,-7 0-15,4 0 0,3 0 16,0 0-16,1 2 0,3-2 0,3 0 16,-1 0-16,5 2 0,-5-2 0,2 3 15,3-3-15,0 0 0,1 2 16,-3 0-16,6 0 0,-2 0 0,2 3 15,-5-3-15,3 2 0,-7-1 0,7 1 16,-6 1-16,3-3 0,1 4 0,-1 1 16,3 0-16,5-1 0,-1 3 0,7 0 15,-3-3-15,10 8 0,-3-3 0,-2 0 16,-2 0-16,-7 0 0,1 2 16,-1-2-16,-2 0 0,0 2 0,2-4 15,0 4-15,3-2 0,4 0 0,4-2 16,-4 2-1,2 0-15,4 0 0,-4 0 0,-2 5 0,0-3 0,0-2 0,0 2 16,4-2-16,3 2 0,1 3 16,3-5-16,0 2 0,-2 0 0,-5 1 15,-6 1-15,2-4 16,-5 2-16,7-2 0,0 3 0,7-3 16,4 4-16,-4-2 0,4-2 0,-4 5 15,-7-5-15,-3 2 16,-3 0-16,-1 0 0,5-2 0,2 5 0,5-1 15,2 3-15,4 0 0,0-5 16,-7 0-16,3 0 0,-7 3 0,2-3 0,-4 2 0,-2 1 0,4-1 16,2-4-16,5 2 0,-1 1 0,-3-3 15,-1 4-15,-4-2 0,-2 3 16,-5-3-16,0 5 0,0-3 0,3 1 16,4 1-1,2 1-15,6-5 0,-1 2 0,-1 1 0,1-3 0,-5 0 0,-2 1 16,-5-1-16,-4 2 0,3-4 0,3 5 15,-4-1-15,1-2 0,3-2 16,1 3-16,-2-3 0,6 0 0,-5 2 16,1-2-1,-3-2-15,1 4 0,-5-2 0,-2 0 0,-3 0 0,5-2 0,-2 2 16,2-2-16,3 2 0,1-2 16,7-1-1,-2 3-15,4-2 0,-6 0 0,4 0 0,-4 0 16,-3 0-16,-4-1 0,-2 3 0,0 0 15,-3 0-15,1-2 16,0 2-16,2 2 0,-1-1 0,3-1 16,1-3-16,1 3 0,4-4 15,-3 2-15,3-5 0,-1 1 0,1-1 16,-1 3-16,-3-3 0,-2 3 0,-2-3 16,0 5-16,-2-2 0,4-3 0,0 0 15,2 5-15,0-2 0,3 2 16,-1-3-16,5 3 0,-2-2 0,-3-1 15,1 3-15,-3 0 0,0-2 0,-2-1 16,-4 3-16,-1-5 0,1 3 0,0 0 16,1-1-16,1-1 0,2 1 0,-2 3 15,4-2-15,-1-1 0,-1 1 16,-3 2-16,1-3 0,-4 3 0,4-2 16,-5-1-16,0 1 0,-1 2 0,-1-5 15,2 5-15,1 0 0,-1-3 0,-2-1 16,1 1-16,-1-1 0,2-1 0,-1 1 15,3-1-15,-1-2 0,1 3 0,1-1 16,-3 1-16</inkml:trace>
  <inkml:trace contextRef="#ctx0" brushRef="#br1" timeOffset="54284.86">9970 16490 0,'0'-2'0,"0"2"0,0 0 0,0-2 0,0 0 0,-2-1 0,4 1 16,-2 0-16,0-2 0,3-3 16,-1 0-16,0 1 0,2-1 0,-4-2 15,5 0-15,-3-2 0,0 0 0,0-2 16,1 0-16,-1-3 0,0 3 0,0-11 15,-2 4-15,2-4 0,-2 2 0,3-2 16,-3-1 0,0-1-16,0 2 0,0-5 0,0 5 0,0-5 15,-5 3-15,3-1 0,-2-2 0,-1-6 0,1 0 16,-1 0-16,1 2 0,-3-1 0,3 1 16,-3 3-16,1 1 0,1 0 15,-1 5-15,1-2 16,1 3-16,-1-1 0,3 0 0,-2-2 0,2-3 0,-1 2 15,-1-3-15,4 1 0,-4 0 0,1 1 16,-1-1-16,4 2 0,-4 1 16,1 2-16,1 2 0,-2 2 0,2-2 0,-3 2 15,1-4-15,-1 4 0,-1 0 16,-1 0-16,1 0 0,-1-2 0,0-2 16,3 2-16,-3 0 0,1 0 0,1 0 15,-1 2-15,3 2 0,-1 1 16,2-1-16,-3 3 0,5-3 0,-2 3 0,0-3 15,2 2-15,-2-3 0,0-1 0,2 2 16,0 0-16,-3 1 0,3 1 16,-2-1-16,4 1 0,1 1 0,-1 2 15,-2-3-15,0 5 0,-2-2 0,-3 2 16,1 0-16</inkml:trace>
  <inkml:trace contextRef="#ctx0" brushRef="#br1" timeOffset="55066.85">9818 14521 0,'0'0'0,"-2"0"0,2 0 0,-2 0 0,2 0 0,0-2 0,2 0 0,0 2 16,0 0-16,1 0 0,3 0 0,3 0 15,0-2-15,2 4 0,0-2 0,4 0 32,3 0-32,0 2 0,4-2 15,-2 2-15,8-2 0,3 5 0,-2-5 16,-3 4-16,1-2 0,-1 0 0,-2 1 15,1 1-15,1-2 0,3 5 0,-1-3 16,1 3-16,11 2 0,2 0 16,-3-1-16,-1 3 0,-3-2 0,-2-2 15,-4 4-15,-5-2 0,3-1 0,-1 4 16,3-1-16,2 2 0,-1-2 0,10 2 16,0-2-16,-1-2 0,-5 0 0,-1-1 15,-3 1-15,-1 2 0,2 3 16,-2-1-16,2 2 0,-3-2 0,5-4 15,3 0-15,-1 2 0,0 2 0,0 1 16,-2-3-16,-4 4 0,-5-4 0,3 2 16,-3-2-16,0 3 0,5 1 0,2 0 15,6 3-15,1-3 0,-1 1 16,-4 2-16,-2-5 0,-4 2 0,-5 1 16,2-1-16,-4-2 0,4 3 0,-2-1 15,2 1-15,1-1 0,1-2 0,1 1 16,3-1-16,1 2 0,2-4 0,3 2 15,-5 1-15,-5-1 0,0 0 16,-3 0-16,1 3 0,0-5 0,-2 2 16,2 2-16,1-1 0,1 1 0,1 1 15,1-1-15,-1 0 0,1-1 0,-3 1 16,-1-2-16,-2 1 0,-2 1 0,0 0 16,-1-1-16,1 1 0,2-2 0,-2 3 15,2-3-15,0 0 0,2-2 0,1 0 16,3-2-16,-1 4 0,4-2 15,-3 3-15,-3-1 0,-1 2 16,0 1-16,-4-1 0,0 1 0,0-1 0,0 3 16,-1 1-16,3-3 0,3 2 0,1-3 15,3 0-15,2 1 0,2-1 16,0-2-16,-2-1 0,0 1 0,2 0 16,-7 5-16,1-3 0,-5-2 0,4-2 15,0 0-15,1 0 0,4 0 0,2 3 16,4-1-16,-4 2 0,3-4 15,-5 3-15,-5 1 0,-2-4 0,-2 4 16,0-4-16,0 5 0,3-3 0,1 0 16,1-2-16,1 0 0,5 3 0,-2-3 15,-2 0-15,0 0 0,-3 0 0,-2-2 16,-2-3-16,-2 3 0,-2-2 16,2 1-16,2 1 0,0 2 0,2-4 15</inkml:trace>
  <inkml:trace contextRef="#ctx0" brushRef="#br1" timeOffset="55189.6">14023 16481 0,'0'0'0,"-2"0"0,0 0 0,2 0 0,0 3 0,0-3 0,0 2 16,2 2-16,-2-2 0</inkml:trace>
  <inkml:trace contextRef="#ctx0" brushRef="#br2" timeOffset="87830.15">18175 3259 0,'0'0'0,"0"-7"0,-5 5 0,5 0 16,-2 0-16,0 2 0,-3-5 0,5 3 0,-4 0 0,4 0 0,-2 2 15,2-7-15,0 7 0,0-4 16,-2 4-16,2-5 0,0 5 0,-3-4 15,3 1-15,-4-5 0,2 3 0,0 1 16,-1-1-16,1 3 0,0-7 0,0 5 16,0-5-16,2 3 0,0-1 0,0 0 15,0 3-15,2-7 0,0 4 0,0 1 16,-2-5-16,0 4 0,2 0 31,-2 3-31,3 0 0,-3 1 0,0 3 16,-3 3-16,1 1 0,0 3 0,-2 4 15,-1 0-15,-1 0 0,-1 2 0,3 0 16,-3 9-16,3-4 0,-3 2 0,2 11 16,-1 6-16,1 3 0,1 4 15,0 2-15,-1-2 0,1 5 0,-3 8 0,-2 3 16,1-7-16,1 4 0,0 13 16,3-3-16,2-8 0,-3-8 0,-4-7 15,3 2-15,1 0 0,-1 7 0,6 0 16,-2 0-16,2 0 0,2-13 0,2-5 15,-2-4-15,1 0 0,-1 0 16,2 2-16,1-5 0,-1 3 0,-2-2 16,1 0-16,1-7 0,3-5 0,-1 1 15,-4-3-15,1 1 0,-1-3 0,-2 2 16,-2-3-16,-1-4 0,1 3 16,-2-2-16,2 0 0,-1-5 0,1 1 0,-2-1 15,2 1-15,-1-1 0,1-4 16,-2 0-16,-1-7 0,1 1 0,-1-3 15,-1-2-15,-1 2 0,1-2 0,-5-2 16,2-3-16,-7 3 0,3-4 0,0-3 16,-3-2-16,-1-7 0,4 3 15,-3 4-15,1 2 0,4 2 0,2 5 16,0 2-16,2 0 0,3 4 0,0 3 16,1 2-16,1 2 0,-2-5 0,4 10 15,0-3-15,0 4 0,4 5 0,1 5 16,-1-5-16,0 6 0,3 1 0,-3-2 15,-1 1-15,1 3 0,-2 0 0,5 2 16,0 0-16,1-4 16,-3-5-16,1-2 0,1 0 0,2 0 0,-3-2 15,1 2-15,2-9 0,0 5 0,-3-3 16,1-4-16,2 0 0,0-4 0,2-3 16,0-2-16,0-2 0,4-4 15,-2-1-15,0-1 0,1-5 0,1-3 16,7-14-16,-2-1 0,-2 2 0,-1 10 15,-3-3-15,-3 7 0,0 4 0,-5 4 16,-1 5-16,-3 0 0,0 7 0,-2 0 16,2 4-16,-2 0 0,-2 0 0,4 2 15,-2 0-15,-2 2 0,2 3 16,0 0-16,2-1 0,-2 3 0,2 0 16,-2-3-16,5 3 0,-3-4 0</inkml:trace>
  <inkml:trace contextRef="#ctx0" brushRef="#br2" timeOffset="88763.61">18549 4906 0,'0'-2'0,"0"2"0,0 0 0,0-5 0,0 1 15,0 2-15,0-3 0,-2 5 16,2-2-16,0 2 0,2 2 0,-2 3 16,0 6-16,-2 2 0,0 9 0,-2 4 15,-3 14-15,-2 0 0,0-1 0,-2-1 16,0-3-16,3 3 0,-6 1 0,1 14 16,0-4-16,4-1 0,-2-8 15,4-3-15,-1-8 0,3-5 0,3-6 16,0-7-16,0 0 0,-1-2 0,3-5 15,5-13-15,-5 3 0,0 1 0,0 8 16,0-1-16,0-7 0,0 1 16,0-5-16,0-6 0,2 8 0,-2-2 15</inkml:trace>
  <inkml:trace contextRef="#ctx0" brushRef="#br2" timeOffset="88996.67">18283 5065 0,'2'-3'0,"-2"3"0,2-4 0,0 2 16,3-3-16,4-1 0,2-1 0,2 0 15,4-1-15,5-3 0,16-5 16,-1 1-16,3 2 0,0-3 0,2 3 16,-5-3-16,12-1 0,-12 4 0,1-1 15,-5 6-15,-5 1 0,-8 0 0,-7 3 16,-4 2-16,-2-1 0,-5 3 15,0 3-15,-6 1 0,0 1 0,-1 3 16,1 1-16</inkml:trace>
  <inkml:trace contextRef="#ctx0" brushRef="#br2" timeOffset="89457.18">18708 5287 0,'0'0'0,"0"0"0,5 2 15,-3 1-15,2 1 0,1 3 0,1 4 16,-1 0-16,-3 4 0,2 5 0,-4 13 16,0-9-16,-4 9 0,-3 3 15,3-8-15,-5 5 0,-2-2 0,2 2 16,-2 0-16,2 5 0,-2 8 0,3-2 16,-3-6-16,-1-3 0,1-2 0,5-4 15,-3-7-15,2-9 0,3-4 0,0 0 16,1-3-16,1-1 0,2-5 15,2-9-15,1 2 0,-3 12 0,0-5 16,4 0-16,0-5 0,7-1 0,-4-1 16,2-4-16,4-2 0,-2-7 0,2 0 15,3-2-15,-1-4 0,1 1 16,-1 1-16,1 2 0,1 0 0,-1 4 16,-3 3-16,2 0 0,-4 4 0,3-1 15,-3 6-15,0 1 0,-3 5 0,1 0 16,0 7-1,-2 4-15,-1 2 0,1 5 0,-1 2 0,-1 11 0,-1 0 0,-1-5 16,-1 0-16,2-3 0,-4-1 0,5-3 16,-3-3-16,2-3 0,-2 3 15,1-8-15,-1 3 0,0-4 0,2 0 16,-1-1-16,1-1 0,0-5 0,5 0 16,-2-3-16,2-1 0,-1 0 0,-3-5 15,-3 2-15,-4-4 0,0 0 0</inkml:trace>
  <inkml:trace contextRef="#ctx0" brushRef="#br2" timeOffset="89662.76">19480 5730 0,'-2'-2'0,"-3"0"0,5 2 0,3-2 0,1 0 0,5-3 0,0 3 15,4-2-15,2-1 0,1 1 0,4-1 31,6-1-31,0-1 0,-4 3 0,1-1 0,-6 1 0,3-3 0,-7 3 16,0-1-16,-1 1 0,-1 0 0,-3-3 16,-1 0-16,0 1 15,-1-1-15,1 1 16</inkml:trace>
  <inkml:trace contextRef="#ctx0" brushRef="#br2" timeOffset="89805.48">19513 5545 0,'-4'-2'0,"-1"-2"0,7 1 0,3-1 0,1-3 0,8 3 16,-1-3-16,2 3 0,3-3 15,6 5-15,-4-2 0,4 4 0,-8 0 16,-1 0-16,3-2 0,-3-3 0,1 3 16,-1-3-16,-4 1 0,2 0 15,-4 1-15,2-1 0</inkml:trace>
  <inkml:trace contextRef="#ctx0" brushRef="#br2" timeOffset="91614.61">20300 5329 0,'-2'-2'0,"0"0"0,2-3 0,-2-1 0,-1-1 15,1 3-15,0-5 0,0 2 0,-3 3 16,1-1-16,-1 1 0,-1 2 16,1 4-16,-3 2 0,-6 5 0,1 7 0,-2 4 15,-5 10-15,-2 3 0,2 1 16,5-6-16,1 1 0,3-5 0,7-2 16,0-2-16,4-5 0,4 3 0,5-5 15,2 1-15,2-1 0,2-4 0,1-3 16,4 1-16,-3-3 0,1-4 15,0-2-15,1-5 0,-1 1 0,0-3 16,-1-2-16,-3 2 0,1-6 0,-2-3 16,-4 0-16,-2-1 0,-5-3 0,0-1 15,-4-1-15,0 2 0,-5 0 16,-2 2-16,-2 5 0,-2 2 0,0 2 16,0 2-16,-1 2 0,-1 3 0,4 2 15,-2 2-15,4 2 0,2 2 0,3 5 16,2-2-16,4 1 0,2 3 0,1-2 15,-1-2-15</inkml:trace>
  <inkml:trace contextRef="#ctx0" brushRef="#br2" timeOffset="91789.1">20660 5536 0,'-5'-4'0,"5"4"0,0 0 0,0 0 0,2 0 16,-2 2-16,-2-4 0,0 0 15,4 4-15,-2 0 0,5 0 0,-3 1 16,0-3-16,-2 0 0,2 2 0,0-2 16,5 0-16,-3 4 0,3-4 0,-3 0 15,1 0-15,1 0 0,3 5 0,0-5 16,0 2-16</inkml:trace>
  <inkml:trace contextRef="#ctx0" brushRef="#br2" timeOffset="92329.21">21389 5197 0,'3'-2'0,"-3"-1"0,0 3 0,2-4 0,2-3 16,3 5-16,-1-2 0,-1 2 0,-1-3 15,-2 3-15,-4 0 0,-2-3 16,-5 3-16,-2 2 0,-2 0 0,-5 0 15,0 2-15,1 1 0,-1-3 0,1 2 16,-1-2-16,0 0 0,3 2 0,2-4 16,2 0-16,-3 2 0,6 2 0,-3 0 15,-1 0-15,1 3 0,-2-1 16,-2 7-16,2 2 0,-5 3 0,2 1 16,3 3-16,0 0 0,2 0 15,-2 0-15,4 0 0,0-1 0,0-1 0,5-3 16,0-1-16,4-3 15,0-5-15,0 1 0,2-3 0,0 1 16,2-3-16,3-4 0,-3 2 0,5 0 0,4-5 16,1 3-16,5-2 0,4-3 0,3 1 15,-2-3-15,16-5 0,-3 3 0,-1 5 16,-3-1-16,-2 3 0,-1 4 0,-3 0 16,-3 4-16,-2-2 0,-2 3 15,-2 1-15,-3 1 0,1 2 0,-5 0 16,2 4-16,-2-2 0,-2 4 0,-5 3 15,-2-3-15,-2 3 0,-6 0 0,-3-5 16,2 5-16,-4-1 0,0-4 0,-6 3 16,-3-1-16,-2-1 0,2-3 0,2 2 15,1-2-15,1-2 0,3-1 0,-3-1 16,8 2-16,-3-5 0,0 1 16,4-1-16,0-2 0,3-2 0,4-2 15,0-2-15,-2-1 0,2 1 0</inkml:trace>
  <inkml:trace contextRef="#ctx0" brushRef="#br2" timeOffset="92536.81">21839 5190 0,'2'0'0,"1"2"0,-3 1 0,2 3 0,0 3 16,-2 2-16,2 5 0,-4 1 0,0 7 15,0 1-15,2 10 0,-3 5 16,1-5-16,-2-2 0,-1 0 0,3-9 15,-2 1-15,4-6 0,-2-3 0,-1-1 16,-1-1-16,-1-1 0,5-4 0,-4 2 16,4-5-16,0 1 0,0-1 0,0-3 15,0-1-15,0 2 0,0-2 16,-2 3-16</inkml:trace>
  <inkml:trace contextRef="#ctx0" brushRef="#br2" timeOffset="92886.64">22243 5166 0,'2'-2'0,"0"2"0,-2-2 0,0-1 0,0 3 16,-2 0-16,-3 0 0,-1 5 16,-5-1-16,-2 5 0,-3 4 0,-4 5 15,-8 11-15,1 6 0,1 2 16,4 5-16,0-2 0,2 13 0,7-9 15,6-7-15,5-6 0,4-9 0,5 0 16,-1-8-16,5 3 0,5-4 0,-1-4 16,0 0-16,1-2 0,4-5 0,-5-2 15,3-2-15,-3-3 0,3-1 0,-3-1 16,1-2-16,-1-2 0,-4 0 0,-2 2 16,-2-2-16,-3 3 0,-4 1 0,0-2 15,-4 2-15,-3 3 16,-2 0-16,-2-1 0,5 5 0,-1-4 15,-2 4-15,0 0 0,1 2 0,-1 0 16,2 3-16,0-1 0,1 0 0,4 1 16,-1 2-16,6-1 0,-1 3 0,7-5 15,2 5-15,4-4 0</inkml:trace>
  <inkml:trace contextRef="#ctx0" brushRef="#br2" timeOffset="93156.63">22805 5186 0,'2'0'0,"-2"0"0,0 0 0,0 0 0,0 0 15,2 0-15,-2 0 0,0 4 0,0 3 16,-2 4-16,-2 4 0,1 5 0,-3 13 16,1 5-16,-1 1 0,-1-1 15,1-3-15,-3 0 0,2-1 0,-2-4 16,3-3-16,-3 2 0,5-5 0,-5-2 15,2 0-15,-2 0 0,5-7 0,-1-4 16,3 0-16,0-2 0,0-4 0,2-5 16,0 2-16,0-4 0,0-1 15,0 1-15,0 0 0</inkml:trace>
  <inkml:trace contextRef="#ctx0" brushRef="#br2" timeOffset="93397.2">22640 5186 0,'-3'2'0,"-1"2"0,-3 1 0,3-1 0,-3 3 0,-2 2 15,1 4-15,-6 2 0,3 1 0,-4 6 16,-5 7-16,5 1 0,-3-3 16,7 2-16,0-5 0,2 0 0,5-2 15,4-2-15,2-5 0,2 1 0,5-3 16,4-2-16,3 2 0,1-2 0,3-2 15,2-4-15,3-1 0,-1-4 0,-2 0 16,-2 0 0,-3 0-16,-1 0 0,1 0 0,-3 0 0,-1 0 0,0 0 15</inkml:trace>
  <inkml:trace contextRef="#ctx0" brushRef="#br2" timeOffset="94131.16">22829 5499 0,'0'-4'0,"2"1"0,-2 3 0,3-2 15,1 0-15,0 0 0,3 2 0,2 0 16,-3 2-16,3 0 0,-2 5 0,4-1 16,-2 3-16,2 2 15,4 0-15,1 2 0,-1-2 0,5 5 16,0-1-16,0-4 0,-3 0 0,3-2 16,-5 0-16,1-2 0,-5-3 0,0-4 15,0 0-15,-2 0 0,0-4 0,-3-3 0,3 3 16,-5-5-16,3-2 0,-3 4 15,-1-2-15,1-2 0,-4-6 0,0-1 16,2 3-16,1 1 0,-3 3 0,0 3 16,2 1-16,-2 2 0,0 1 0,0 4 15,0 2 1,0 5-16,-2 4 0,2 0 0,-5 4 0,1 3 0,-1 4 0,-1 5 16,-3 10-16,0 5 0,0 0 15,0-5-15,1 3 0,1-3 0,-2-6 16,0-2-1,3-5-15,-1-2 0,5-2 0,2-2 0,0-3 0,4-2 0,5-4 16,0 2-16,2 2 0</inkml:trace>
  <inkml:trace contextRef="#ctx0" brushRef="#br2" timeOffset="94813.57">23398 5558 0,'0'3'0,"-2"-1"0,2-2 0,-2 0 0,-3 2 0,5 0 0,0 3 16,0-1-16,0 3 0,5-3 0,3 5 16,1-2-16,2 1 0,5 1 15,-1-2-15,1-1 0,1 1 0,10-5 16,-1 0-16,1-4 0,-3 0 0,2-5 16,-1-1-16,-8-1 0,3 0 15,-5-2-15,1-2 0,-7-1 0,-3 3 16,-1-4-16,-5 6 0,-2-2 0,-5 2 15,0 5-15,-2 0 0,-4 1 0,-2 3 16,-3 5-16,1-3 0,-3 5 0,0-1 16,4 5-16,-1 0 0,1 2 0,3 1 15,2 3-15,2 1 0,3 2 16,3 0-16,3-1 0,3 1 0,1 0 16,3 0-16,6 0 0,5 0 0,1-7 15,3-6-15,5-5 0,-1-4 0,-1-5 16,1-2-16,-2-4 0,1-5 15,-3-2-15,0-2 0,-3 0 0,4 0 16,-4 0-16,-3 7 0,-5-1 0,0 5 16,-5 3-16,-1 1 0,-3 2 0,-2 3 15,-2 7-15,-3-1 0,3 3 0,-4 2 16,1 2-16,1 4 0,-1 3 0,-1-1 16,4 1-16,-1 2 15,1-3-15,2 3 0,0-4 0,2-1 0,-2-2 16,3 1-16,1-1 0,0-7 0,5-1 15,0-5-15,0 0 0,4-9 0,0-2 16,5-4-16,-5 4 0,5-12 16,0 4-16,-3-1 0,0 2 0,-4 3 15,0 4-15,-2 2 0,0 2 0,-2 5 16,-3 2-16,3 2 0,-3 7 0,5 2 16,-5 2-16,1 5 0,1 2 0,-1-3 15,-3 1-15,0 0 0,3-3 0,-3 1 16,0-5-16,0 0 0,3-5 15,-1 1-15,0-5 0,3-2 0,2 0 16,0-7-16,2 1 0,4-3 16,-4-2-16,5-4 0,1-3 0,1-2 0,2-2 15,0 2-15,-1 0 0,1 3 16,0 3-16,0 1 0,-5 7 0,-1 1 16,-3 1-16</inkml:trace>
  <inkml:trace contextRef="#ctx0" brushRef="#br2" timeOffset="94924.95">24560 5702 0,'-2'2'0,"2"-2"0,0 0 0,-2 0 0,2 2 0,-3-2 0,3 2 16,0-2-16,0 0 0,0 0 0,0 0 15,0 0-15,0 0 0,0 0 16,0 0-16,0 0 0,3 0 0</inkml:trace>
  <inkml:trace contextRef="#ctx0" brushRef="#br2" timeOffset="114661.56">1226 13187 0,'0'-2'0,"2"-2"0,-2 4 0,2-3 0,-2 3 0,5 0 16,-5 0-16,4 0 0,-4 3 0,2-1 15,5 0-15,-5-2 0,0 2 16,5-2-16,-5 2 0,3-2 0,1 0 15,-4 0-15,1 0 0,-1-2 0,2 0 16,-2 2-16,-2-4 0,0 1 0,3 1 16,-3-2-16,2 2 0,-2-3 0,0 1 15,0 2-15,0-3 0,0 3 16,0 0-16,-2 2 0,2 0 0,-3 0 16,3 2-16,-2 0 0,2 0 0,-4 3 15,2-5 1,2 2-16,0 0 0,0-2 0,0 2 15,0 1-15,0-3 0,-3 0 0,3 2 0,0-2 0,0 0 16,0 0-16,0 0 16,0 0-16,0 2 0,3-2 0,-3 2 15,2 3-15,-2 1 0,4 1 0,-4 2 0</inkml:trace>
  <inkml:trace contextRef="#ctx0" brushRef="#br2" timeOffset="128388.45">4734 16534 0,'0'0'0,"0"0"0,0 0 0,0-2 16,-2 2-16,2-2 0,-3 2 0,3-2 15</inkml:trace>
  <inkml:trace contextRef="#ctx0" brushRef="#br2" timeOffset="129153.76">4743 16475 0,'0'2'0,"-3"-2"0,3 0 0,0 0 0,0 2 0,0-2 0,0 0 15,0 2-15,0-2 0,0 0 0,0 0 16,0 0-16,0 3 0,0-1 16,0-2-16,0 0 0,0 0 0,0 2 15,0-2-15,0 2 0,0-2 0,0 2 16,0-2-16,0 0 0,0 0 0,0 0 16,-4 0-16,4 0 0,-2-2 0,2 2 15,0-2-15,0 2 0,0 0 16,0-2-16,0 2 0,0 0 0,2 0 15,2 0-15,-4 0 0,3 0 0,-3 0 16,2 0-16,-2 0 0,2 2 0,-2-2 16,0 0-16,4 0 0,-4 2 0,3-2 15,-1 0-15,0 2 0,-2-2 0,7 0 16,-7 0-16,2 3 0,0-3 0,0 0 16,3 2-16,-5-2 0,2 0 15,0 0-15,0 0 0,-2 0 0,0 0 16,5 0-16,-5 0 0,0 0 0,0 0 15,0 0-15,0 0 0,0 0 16,0 0-16,0 0 0,-5 0 0,5 0 16,0-2-16,0 4 0,0-2 0,5-2 15,-3 2-15,0 0 0</inkml:trace>
  <inkml:trace contextRef="#ctx0" brushRef="#br2" timeOffset="139119.84">1815 18003 0,'0'0'0,"-3"0"0,-1 2 0,0 2 0,4 3 15,-5 4-15,1 2 0,2 3 0,2-1 16,0 5-16,0-5 0,0 3 0,2-3 15,-2-1-15,4 1 0,-4-4 0,5 0 16,-3-4-16,0 2 0,5-3 16</inkml:trace>
  <inkml:trace contextRef="#ctx0" brushRef="#br3" timeOffset="143925.76">1312 14151 0,'0'0'0,"-2"-2"0,2 2 0,0-3 0,-3 1 0,1 2 0,-2-2 0,2 0 0,-1 2 16,1 0-16,-2 0 0,2 0 0,-1 2 15,1-2-15,-2 2 0,2-2 0,-1 0 16,1 0-16,0 0 0,-2 0 0,4 0 16,-5 0-16,5 0 0,-2 0 0,2 0 15,-4 0-15,1 0 0,3 0 16,-2 0-16,0 0 0,2 2 0</inkml:trace>
  <inkml:trace contextRef="#ctx0" brushRef="#br3" timeOffset="144147.82">1239 14118 0,'0'2'0,"0"-4"0,0 2 0,-2-2 0,0 2 0,2-3 16,0 1-16,0-2 0,0 4 0,0-3 15,0 1-15,0 0 0,2 0 0,0 0 16,-2 2-16,2-3 0,1 1 16,1 2-16,-2 0 0,-2 0 0,2-2 31,-2 0-31,3 2 0,1 0 0,-4-2 15,0 2-15,0-3 0,0 3 0,2 0 16,-2-2-16,0 2 0,0 2 0,0-2 16,2 3-16,1-3 0,-3 0 0,4 0 15</inkml:trace>
  <inkml:trace contextRef="#ctx0" brushRef="#br3" timeOffset="146105.35">1255 14034 0,'-3'0'0,"3"0"0,0-2 0,0 0 16,0-1-16,-2-1 0,2 2 0,0 0 16,0-1-16,0 1 0,0-2 0,0 4 15,0-5-15,0 3 0,0 0 16,0 2-16,0-2 0,0 2 0,-2 2 15,-2 0-15,1 0 0,1 3 0,2-5 16,-4 0-16,-1-3 0,1 1 0,2 0 16,-3-2-16,3 4 0,0 0 0,2-3 15,0 3-15,-2 0 0,-3-2 0,3 2 16,2 0-16,0 0 0,0 0 16,0 0-16,0-2 0,-2 0 0,2 2 15,0-5-15,0 5 0,0-2 0,-2 0 16,-1 0-16,3 0 0,0 2 0,-4 0 15,4-3-15,-2 3 0,4-4 0,-2 4 16,0-4-16</inkml:trace>
  <inkml:trace contextRef="#ctx0" brushRef="#br3" timeOffset="146580.85">1206 13961 0,'-2'2'0,"2"1"0,0-3 0,-5 0 0,5-3 0,-4 3 15,2 0-15,2-2 0,0 2 0,0 0 16,0 0-16,2 0 0,-2 0 0,0 0 15,0 0-15,4 0 0,-4 2 0,0 1 16,5-3-16,-5 2 0,2 0 0,5-2 16,-5 4-16,2 1 0,3-3 15,2 2-15,-5 1 0,5-1 0,-2 1 16,1 1-16,1-1 0,2-1 0,-4 1 16,-1-1-16,5 0 0,-6-1 0,4 1 15,-5-2-15,1 0 16,-3 1-16,0-3 0,0 2 0,3-2 0,-3 0 15,-2 0-15,0 2 0,0-2 0,0 0 16,0 2-16,2-2 0,-2 2 0,0 1 16,4-1-16,3-2 0,-5 2 0,7 0 15,-7 0-15,9 1 0,-2-1 0,2 0 16,0-2-16,-4 4 0,6-4 0,7 7 16,-9-3-16,2 3 15,0 0-15,-4 1 0,4 1 0,-2 2 0,0 0 16,-2-4-16,-4 2 0,6-5 0,-7 1 15,3-3-15,-3 0 0,0-2 0,-1 0 16,-1 0-16,0 0 0,3 0 0,-1 0 16,-4 0-16,4 0 15,-4 0-15,7 0 0,-7 0 0,2 2 0,5 0 16,-3 1-16,3-1 0,-3 0 0,7 5 16,0-1-16,2 1 0,-2 2 0,1-5 31</inkml:trace>
  <inkml:trace contextRef="#ctx0" brushRef="#br3" timeOffset="146716.69">1905 14334 0,'0'0'0,"2"-2"0,-2-1 0,0 3 0,2 0 0,-2 0 0,0 3 16,5-1-16,-1 2 0,-2 1 16,-2 1-16,3 3 0,3 0 0,-4 2 15,3 0-15,4 4 0,-5-1 0,3 1 16</inkml:trace>
  <inkml:trace contextRef="#ctx0" brushRef="#br3" timeOffset="146883.35">2203 14519 0,'0'0'0,"0"0"0,0 0 0,0 0 0,0 0 0,0 0 0,0 0 15,2 0-15,-2 2 0,2 0 0,2 1 16,-1 1-16,-1 0 0,0 1 0,5-1 15,-5 3-15,9-1 0,-9 1 16,7 2-16,4-2 0,-4-1 0,-2 1 16</inkml:trace>
  <inkml:trace contextRef="#ctx0" brushRef="#br3" timeOffset="147009.56">2447 14658 0,'0'2'0,"0"-2"0,0 0 0,3 0 0,-3 0 16,0 0-16,2 2 0,0 1 0,2 1 15,-1-2-15,1 3 0,0 1 0,1 1 16,4-1-16,-7 3 0,9-4 16,-7-1-16,5 3 0,0-3 0</inkml:trace>
  <inkml:trace contextRef="#ctx0" brushRef="#br3" timeOffset="147152.17">2732 14777 0,'0'2'0,"0"0"0,0-2 0,-2 3 0,2-1 0,2 0 0,-2 0 16,2 0-16,0 1 0,5 1 0,-5-2 16,0 3-16,5 1 0,-5 1 0,9-1 15,-6 3-15,1 0 0,3 2 16</inkml:trace>
  <inkml:trace contextRef="#ctx0" brushRef="#br3" timeOffset="147326.1">2990 14903 0,'0'0'0,"0"0"0,0 0 0,0 0 0,0 2 16,2-2-16,0 0 0,3 2 0,-3-2 15,0 2-15,2-2 0,1 2 0,-3 1 16,0 1-16,7 0 0,-7 1 16,5 2-16,-5-3 0,5 5 0,-1-3 15,-1 3-15,1 0 0</inkml:trace>
  <inkml:trace contextRef="#ctx0" brushRef="#br3" timeOffset="147485">3226 15044 0,'2'0'0,"-2"0"0,0 0 0,2-2 0,3-1 0,-3 3 16,2 0-16,3 0 0,-3 3 0,5-1 16,-5 2-16,3 3 0,4-3 0,-7 1 15,5 3-15,2-1 0,0-3 16,0 5-16,-4-4 0,4 1 0,-2-1 15,2-5-15,0 2 0,0 0 0,0 0 16,0 1-16</inkml:trace>
  <inkml:trace contextRef="#ctx0" brushRef="#br3" timeOffset="147628.2">3534 15214 0,'0'-5'0,"7"-1"0,-7 1 0,2-2 0,3 5 0,1-2 16,-6 4-16,2-2 0,1 2 16,1 0-16,-2 0 0,-2 0 0,2 0 15,1 2-15,3-2 0,-4 2 0,1 0 16,-1 0-16,5 3 0,-5-3 0,4 0 15,1 3-15,0-1 0,6 1 0,-4-1 16,-1-2-16,1-2 0</inkml:trace>
  <inkml:trace contextRef="#ctx0" brushRef="#br3" timeOffset="147947.71">3839 15297 0,'0'0'0,"0"0"0,0 0 0,2-2 0,-2 0 0,0 2 0,0 0 16,0 0-16,0 0 0,0 0 15,0 0-15,0 0 0,4 0 0,-4 0 16,2 0-16,-2 4 0,0-4 0,0 5 31,5-3-31,2 0 0,-7 5 0,4-3 16,5 1-16,-5-1 0,3 0 0,-3 3 16,3-3-16,-1 1 0,1-1 15,-3 3-15,3-3 0,-3-4 0,3 2 16,0-2-16,-1 0 0,-1-2 0,1 2 15,1-2-15,-3 2 0,1-2 0,1 0 16,-3 2-16,-3 0 0,2-3 0,0 3 16,2 0-16,-1 3 0,-3-3 0,0 4 15,0-2-15,2 3 0,2 1 0,1 1 16,1 0-16,1-3 0,2 5 16,-3-5-16,5 3 0,0-1 0,3 1 15,-3-3-15,6 1 0</inkml:trace>
  <inkml:trace contextRef="#ctx0" brushRef="#br3" timeOffset="148202.51">4222 15487 0,'0'-4'0,"3"4"0,1 0 0,3-3 0,-3 1 16,3 2-16,-3-2 0,3 2 0,-5 2 16,2-2-16,1 0 0,-3 0 15,2 0-15,-4 2 0,7 1 0,-7-3 16,4 4-16,-4-2 0,7 3 0,-7-1 16,2 0-16,2 3 0,3 0 0,0-1 15,-1 1-15,5-1 0,0-1 0,0-1 16,0 1-16,3 1 0,-3-1 15,2 1-15,2 3 0,3 0 0,-5-2 16,-2-1-16,2-1 0,3-3 0,-5 2 16,-2 1-16,2-3 0,0-2 0,-5 2 15,1-4-15,2 2 0,-7 0 0,2 0 16,3 2-16,-5-2 0,3 2 0,1 0 16,-4 1-16,5 1 0,-5-2 15,5 3-15,-3-1 0,3 0 0,0 5 16,-5-2-16,4 2 0</inkml:trace>
  <inkml:trace contextRef="#ctx0" brushRef="#br3" timeOffset="148361.26">4837 15716 0,'0'0'0,"0"-2"16,0 2-16,3-2 0,-1 0 0,2 2 0,1 0 0,1-3 15,-1 6-15,1-3 0,1 0 0,2 4 16,0-2-16,2 3 0,-7-1 15,5 3-15,-5-3 0</inkml:trace>
  <inkml:trace contextRef="#ctx0" brushRef="#br3" timeOffset="148520.92">5093 15838 0,'0'0'0,"0"0"0,0 0 0,0 0 0,5 0 0,-3 2 0,2-2 15,1 2-15,1-2 0,-4 2 0,5 3 16,0-1-16,2 0 0,-3 1 0,5-1 16,-2 1-16,0 1 0</inkml:trace>
  <inkml:trace contextRef="#ctx0" brushRef="#br3" timeOffset="148680.85">5446 15948 0,'0'2'0,"0"0"0,0-2 0,2 2 0,3-2 0,-1 0 0,3 0 16,-1 3-16,1-1 0,2 2 0,-3-2 15,5 3-15,-4-1 0,4 3 0,0-1 16,2 1-16,-4 0 0,4-1 0,1 1 16,-1 0-16,4-1 0</inkml:trace>
  <inkml:trace contextRef="#ctx0" brushRef="#br3" timeOffset="148824.4">5869 16065 0,'3'0'0,"-1"0"0,-2 2 0,6-2 0,-3 0 16,1 2-16,0 0 0,3-2 0,0 2 15,-1 1-15,1 1 0,2 0 0,-3 1 16,1-1-16,4 3 0,-4-3 0,4 3 16,-3 0-16,3-1 0,3-1 15,-3 1-15,-3-1 0</inkml:trace>
  <inkml:trace contextRef="#ctx0" brushRef="#br3" timeOffset="149158.25">6244 16197 0,'0'2'0,"0"0"0,0-2 0,5 3 0,-1-1 0,0 0 0,1 2 15,1-4-15,-3 3 0,5-1 16,-5 0-16,1 0 0,3 0 0,-3 1 16,3-3-16,-5 2 0,7 0 0,-5 2 15,5-1-15,2 1 0,-4 0 0,1 1 16,3-1-16,3 3 0,-3-3 0,4 1 15,1-3-15,-3 0 0,4 0 16,1 0-16,-3 1 0,1 1 0,2 1 16,-3-1-16,3 0 0,-7-4 0,4 3 15,-4-3-15,-2 2 0,4 0 0,-8-2 16,1 0-16,-1 2 0,1 0 0,-1-2 16,-1 3-16,0-1 0,-1 2 0,1 1 15,0-1-15,1 3 0,2-3 16,-5 3-16,4-3 0,-1 3 0,1-1 15,3-1-15,0 1 0,2 1 0,0-3 16,0-1-16,-2 1 0,6-4 0,-4 2 16,3 0-16,-3 3 0,0-3 15,2 2-15,-2-4 0</inkml:trace>
  <inkml:trace contextRef="#ctx0" brushRef="#br3" timeOffset="149285.1">6879 16415 0,'0'-4'0,"0"4"0,0 0 0,0-2 0,2-1 0,-2 3 15,0-2-15,0 0 0,0 2 0,3-2 16,-3 2-16,0 0 0,2 0 15,0 0-15,2 2 0,-4-2 0,5 2 16,1 0-16,-6-2 0,5 5 0,1-3 16,-1 0-16,-1 3 0,3 1 0,2-1 15,-3-1-15,5 0 0</inkml:trace>
  <inkml:trace contextRef="#ctx0" brushRef="#br3" timeOffset="150505.2">7016 16393 0,'-2'2'0,"-3"-2"0,5 0 0,0-2 0,-4 0 0,-1-2 0,3 1 15,-4 1-15,-1-2 0,3 4 16,-1-2-16,3-1 0,-7 3 0,7 0 16,-5 3-16,3-1 0,-3 0 0,5 0 15,0 3-15,0-3 0,-3 0 0,3 2 16,2-1-16,0 1 0,2-4 0,3 4 16,-5-4-16,2 0 0,2 3 15,1-3-15,-1-3 0,1 3 0,-1 0 16,3-2-16,-3 0 0,0-5 15,3 3-15,-5 0 0,3-1 0,-3-4 0,2 3 32,-4 1-32,0-4 0,0 3 15,0-1-15,-4 3 0,-1-3 0,1 5 16,-5 2-16,3 0 0,-1 2 0,-4 0 16,0 1-16,2 1 0,5 0 0,-7 1 15,8 1-15,-5-1 0,5-1 0,-1 3 16,2 0-16,2-3 0,2 0 0,2-1 15,-1 1-15,5 0 0,-5-1 16,1-1-16,3-2 0,-1 2 0,1-4 16,2 0-16,-3-1 0,1-1 0,4 0 15,-9-3-15,3-2 0,-1 0 0,0-2 16,-1 0-16,-3 0 0,0 0 0,-3 2 16,1-2-16,-4 5 0,1-1 15,-4 3-15,-2 1 0,0 1 0,-2 2 16,-2 2-16,-3 3 0,0 2 0,1-1 15,-1 1-15,5 2 0,-5-3 0,3 5 16,2 2-16,2-4 0,4-2 16,3-1-16,1 1 0,6 0 0,-3-3 0,8 3 15,-1-1-15,4-1 0,2-3 16,0 2-16,5-1 0,0-1 0,2-2 16,-1 0-16,-1 2 0,2-2 0,0 0 15,-5-2-15,5 0 0,-5-1 0,1-1 16,-5 0-16,0 1 0,-2-1 0,0 0 15,-9-3-15,0 0 0,0 1 16,-7-3-16,-2 0 0,-2 2 0,-2 3 16,-5 0-16,1-1 0,-1 5 0,-4 0 15,-2 0-15,2 5 0,0-1 0,2 0 16,0 1-16,0 1 0,5-1 16,-3 4-16,3 0 0,3-3 0,6 1 15,1-1-15,3-1 0,2 1 0,0-1 16,5-1-16,1 1 0,5 1 0,-4-1 15,4-3-15,2 0 0,3-2 0,-3 0 16,2 0-16,-1-4 0,3 1 16,-6-1-16,2-5 0,-2 3 0,0-1 15,-4-4-15,0 2 0,-3-2 0,3 2 16,-7 0-16,0 3 0,0-1 0,-7 3 16,3-1-16,-5 5 0,-2 0 15,0 5-15,0-1 0,-2 3 0,2-1 16,-3 3-16,3-2 0,2 2 0,-2 0 15,7-1-15,0 1 0,-1-2 0,3 2 16,2-3-16,2 3 0,3-5 0,-1 3 16,5-3-16,2 1 0,-5-1 0,6 1 15,-1-5-15,0 2 0,0-2 16,2-2-16,-2-1 0,-2-1 16,2-3-16,0 1 0,-5-3 0,1 0 0,0-2 15,-3-2-15,0 0 0,-4 0 0,0-1 16,-2 1-16,0 4 0,-9 3 0,2-1 15,-2 3-15,-4 4 0,1 2 16,-8 2-16,9 1 0,-7 1 0,5 1 16,-3 2-16,5-3 0,0 3 0,2-2 15,2 2-15,2-3 0,1 1 0,1-1 16,5 1-16,2-3 0,1 3 0,3-5 16,5 3-16,-2-3 0,7 0 15,-5-2-15,4-2 0,0 0 0,3-3 16,-5 1-16,5-3 0,-3 3 0,-1-3 15,-3-2-15,0 5 0,-5-5 0,3 5 16,-4-5-16,-1 2 0,-4 3 0,-7-1 16,3 5-1,-5-2-15,0 0 0,-4 2 0,2 2 0,-2 0 0,0 1 16,2-1-16,2 2 0,-2 1 0,4-3 16,0 0-16,3 3 0,2-3 0,2 2 15,0-2-15,2 1 0,2 1 0,1-2 16,2 0-16,-1-2 0,1 5 15,-1-3-15,3-2 0,-4 4 16,-1-1-16,0 3 0,1-1 0,1 3 0,-6 1 16</inkml:trace>
  <inkml:trace contextRef="#ctx0" brushRef="#br3" timeOffset="153119.31">7276 16561 0,'0'0'0,"2"-2"0,-2 2 0,2-3 0,-2 3 16,0-2-16,0 0 0,0 0 0,-2-1 16,2 3-16,-2-2 0,0 0 0,0 2 15,2-2-15,-5 0 0,5-1 0,-4 1 16,2 0-16,-1-2 0,1-1 0,2-1 16,0-1-16,-4 0 0,2-1 0,-1 1 15,1-2-15,-2 3 0,2-3 16,-3 4-16,3-1 0,-2 1 0,-1-1 15,3 1-15,-5 3 0,3-2 0,-1 1 16,1 1-16,0 0 0,-1 2 0,1-2 16,2 2-16,-3 0 0,1 0 15,-1 2-15,1-2 0,2 2 0,0-2 16,-1 5-16,3-3 0,-4 0 0,4 2 16,4-1-16,-4 1 0,5-2 15,-1 0-15,3 1 0,2-3 0,-3 2 0,3-4 16,0-1-16,2 3 0,-4-2 0,-1-2 15,1-1-15,-1 1 0,-1 0 0,-1-1 16,-4 1-16,0-3 0,-4 1 16,-3-1-16,-2-2 0,1 3 0,-6-1 15,1 0-15,0 1 0,-3 3 16,1 1-16,2 2 0,-3-2 0,5 4 0,-2 0 16,2 3-16,2 2 0,-2-1 15,5 3-15,1-2 0,1 1 0,2 1 16,2-2-16,2 2 0,2-1 0,3-1 15,-1 2-15,3-5 0,0 3 0,4 0 16,0-3-16,-1-2 0,3 0 0,0-2 16,1 0-16,-1-2 0,-2 0 15,3-2-15,-5 1 0,-4-3 0,1-1 16,-3 0-16,-1-1 0,-4 1 0,0-2 16,-9-2-16,3-2 0,-7 0 0,2 2 15,-5-3-15,1 3 0,-3 5 16,3-1-16,-1 3 0,1 4 0,-1 0 15,3 2-15,0 2 0,0 3 0,2 2 16,2 0-16,2 2 16,3-2-16,-1 4 0,5 0 0,3 0 0,-1 0 0,7-2 15,-3 0-15,3 1 0,4-4 0,0-1 16,3 0 0,1-3-16,1-2 0,0 0 0,2-4 0,2 0 0,-7-2 15,5-3-15,-7-2 0,0 3 0,-2-3 16,-2-2-16,-2-3 0,-1 3 0,-6-2 15,-4 0-15,-3-2 0,-1-5 0,-6 2 16,-1 3-16,-7-7 0,-2 4 16,4 9-16,4 0 0,-3 5 0,-6 4 15,8 2-15,-1 2 0,3 3 0,4 2 16,-5 2-16,7 2 0,3 0 0,1 3 16,1-1-16,4 1 0,0-1 0,4 3 15,1-3-15,4-2 0,2 3 16,0-5-16,-3 0 0,8 0 0,-1-4 15,5-1-15,-2-1 0,2-3 0,-1-2 16,1-2 0,0-3-16,0 1 0,-7-3 0,0 1 0,1-3 0,-8-2 0,1 2 15,-7-7 1,0 5-16,-5-4 0,-3 2 0,-3-3 0,-3-1 0,-5 3 16,1-1-16,-4 6 15,2-2-15,-2 7 0,2 2 0,-4 4 0,-5 4 0,1 5 16,5-2-16,-1 7 0,2-1 0,2 3 15,7-1-15,4 1 0,5 0 16,6-1 0,5-1-16,-5-3 0,9 0 0,0-2 0,2 0 0,3-2 0,1-2 15,3-3-15,0-4 0,2 0 0,0-2 16,0-5-16,0 1 0,-2-3 0,0-2 31,-5 2-31,1-2 0,-3-2 16,-2 2-16,-7-3 0,-1-3 0,-6-1 15,-1 1-15,-7-5 0,0 4 0,-2 0 16,-5 3-16,0 4 0,-1 2 0,-4 5 16,4 4-16,-8 4 0,-1 5 0,-3 6 15,9-6-15,-3 11 0,8-5 0,1 3 16,10 0-16,-1-1 0,7-6 16,0 2-16,7-2 0,-1 1 0,5-1 15,3-3-15,1 1 0,3-2 0,-1-5 16,-1 0-16,4-2 0,-1-4 0,1-1 15,-2-1-15,-1-3 0,-3 0 16,3 0-16,-6-4 0,-4 2 0,0-4 16,-5-1-16,-2-1 0,-2-3 0,-5 0 15,0 0-15,-4 0 0,-11 0 0,5 5 16,3 6-16,-1 5 0,-3 1 0,1 6 16,-3 3-16,2 3 0,1 4 15,1-2-15,5 0 0,2 3 0,5-3 16,4 2-16,2-2 0,3 2 0,3-4 15,3 4-15,0-2 0,3 0 0,-1-2 16,0 2-16,3 0 0,-5 0 16</inkml:trace>
  <inkml:trace contextRef="#ctx0" brushRef="#br3" timeOffset="156896.41">792 13869 0,'0'2'0,"-3"-2"0,-1 2 0,2-2 16,0 0-16,2 0 0,0 0 0,0 0 15,0 2-15,0-2 0,0 2 0,0-2 16,0 0-16,0 0 0,2 0 0,-2 3 15,0-1-15,0-2 16,2 0-16,-2 0 0,0-2 0,4-1 0,-1-1 0,-3 0 16,2-1-16,0-1 0,2-3 15,-4 0-15,3-2 0,-1 0 0,-2-2 16,0 2-16,0-3 0,0 1 0,-5-2 16,-3-1-16,-3-4 0,-1 1 0,-1 1 15,-2 0 1,-5 3-16,7-1 0,-9 1 0,6 4 15,-6 0-15,0 2 0,-2 3 0,0-3 0,-5 4 0,3 3 16,1 0-16,1 4 0,0 0 0,0 5 16,-5 6-16,0 9 15,-6 0-15,0 0 0,-1 3 0,6 1 0,-6 3 0,8 6 16,-10 0-16,18 3 0,18 1 16,9-1-16,24-3 0,8-4 0,16-9 15,-11 0-15,-8-4 0,-3-3 16,-13 3-16,10-7 0,-1-2 0,2-5 0,-5-2 15,5 0-15,-2-2 0,2-2 0,-5-2 16,7-1-16,-2-3 0,-4-1 16,-3-2-16,-9 0 0,3 0 0,-5-5 15,-8 3-15,4-2 0,-9-3 0,0 3 16,0-3-16,-3 0 0,1 1 0,-9-3 16,2 2-16,-2-2 0,0 5 0,0-3 15,0 3-15,0 2 0,0-1 16,5 6-1,-6-1-15,4 2 0,3 3 0,-4-1 0,3 5 0,1-2 0,3 2 16,0 2-16,-5 1 0,3-1 0,-3 4 16,5 1-16,-4-3 0</inkml:trace>
  <inkml:trace contextRef="#ctx0" brushRef="#br3" timeOffset="157134.81">507 13869 0,'0'0'0,"0"0"0,0 0 0,2 0 0,-2 0 0,5 0 15,4 2-15,-3 0 0,-1 5 0,6-1 16,-3 5-16,3 0 0,-2 5 0,0-1 16,2 3-16,5 4 0,1 0 0,-4-2 15,3-3-15,1 3 0,1-7 16,0 3-16,-1-3 0,1 3 0,-5-1 15,0-2-15,-1 3 0,1-3 0,-2 0 16,0 0-16,-2 1 0,-5-1 0,7-2 16,-4 2-16,-1-2 0</inkml:trace>
  <inkml:trace contextRef="#ctx0" brushRef="#br3" timeOffset="158397.9">946 13549 0,'-2'0'16,"-5"0"-16,3-2 0,-3-3 0,3 1 0,-1 2 0,-1-1 0,3-1 0,1 0 0,-2 1 15,4-1-15,-2 2 0,-1-3 0,3 3 16,0-2-16,3 2 0,-3-1 15,2-1-15,4 2 0,-3 0 0,-1-1 16,7 1-16,-5 0 0,3 2 0,-3-2 16,5 4-16,0-2 0,-7 0 15,2 4-15,3 1 0,-5-1 0,7 3 16,-7-1-16,-2 5 0,7 0 0,-7 3 16,0-3-16,2 2 0,-4-2 0,2 4 15,0-6-15,0 4 0,-5-2 0,3-2 16,2 2-16,0-2 0,-2-2 0,2 2 31,0-3-31,-2 1 0,-3 2 0,3-1 16,2 1-16,-2 0 0,2 0 0</inkml:trace>
  <inkml:trace contextRef="#ctx0" brushRef="#br3" timeOffset="158525.41">935 13937 0,'2'-2'0,"-2"-3"0,0 3 0,7 0 0,-5 2 0,4-2 16,1 4-16,2 2 0,2 3 0,-7-3 15,5 3-15</inkml:trace>
  <inkml:trace contextRef="#ctx0" brushRef="#br3" timeOffset="160464.13">7256 16495 0,'0'0'0,"-4"0"0,4 0 0,0-3 0,0 3 0,0 0 16,0 0-16,-2 0 0,-1 0 0,3 0 15,0 0-15,-2 3 0,-2-3 16,4 0-16,-2 2 0,-1 0 0,1 0 16,0 0-16,2 1 0,0-1 0,0 2 15,0-2-15,0 3 0,2-3 0,0 0 16,1 0-16,-1 1 0,0-1 0</inkml:trace>
  <inkml:trace contextRef="#ctx0" brushRef="#br3" timeOffset="161801.69">1235 14080 0,'-5'2'0,"5"-2"0,0 0 0,-2-2 0,2 0 0,0 0 0,0-3 15,0 1-15,0 4 0,0-4 16,0 4-16,0-3 0,2 1 0,-2 2 15,5-2-15,-5 0 0,0 2 0,0 0 16,0 0-16,0 0 0,2-2 0,0 2 16,-2 0-16,2 0 0,5 0 15,0 0-15,-1 0 0,5 0 0,0 0 16,0-3-16,2 1 0</inkml:trace>
  <inkml:trace contextRef="#ctx0" brushRef="#br3" timeOffset="175818.04">9024 7325 0,'0'0'0,"3"-5"0,1 3 0,3 0 0,-3-3 0,5 3 16,0-2-16,-3-1 0,5 1 0,-6-1 16,4 1-16,-5 2 0,3 0 15,-5-3-15,2 3 0,-2-2 0,5-1 16,-5 1-16,1-1 0,1-1 0,0 1 16,-1-3-16,1-1 0,-2 0 15,0-2-15,1 0 0,-3 2 0,-3-4 0,3 2 16,-4-5-16,-3 5 0,1-2 15,-3 0-15,-4-5 0,-9 1 0,0-3 16,-3 2-16,-3-2 0,-3 5 0,-2-1 16,-7 3-16,-15 0 0,-5 4 0,5 5 15,2 2-15,5 2 0,-5 6 0,4 5 16,3 9-16,0 4 0,6 1 16,5 1-16,0-4 0,4 2 0,4 5 15,5 6-15,2 7 0,7 4 0,2 5 16,2-2-16,7 4 15,2-7-15,4-4 0,3-5 0,2-6 0,6 2 0,3 0 16,6 0 0,3 0-16,6 3 0,4-5 0,5-1 0,9-8 15,6-6-15,3-5 0,-1-9 16,-6-4-16,2-7 0,0 7 0,3 8 0,-8-8 16,-3-7-16,-8-4 0,-3-2 0,3-5 0,-8-2 15,-2-5-15,0-1 16,-3-1-16,-4-4 0,-6 0 0,-5-2 0,-5 4 15,-6 0-15,2 2 0,-6 3 0,0 6 16,-3 0-16,-2 5 0,-6-1 0,1 3 16,-5 0-16,-3 2 15,0 2-15,2 5 0,0 4 0,0 0 16,5 4-16,1 0 0,3 1 0,0 1 16,2-1-16,3 4 0,-1-5 0</inkml:trace>
  <inkml:trace contextRef="#ctx0" brushRef="#br3" timeOffset="176071.53">8802 7457 0,'0'2'0,"2"-2"0,0 2 15,3 0-15,3 1 0,-5 1 0,5 5 16,3 0-16,-2 4 0,2 0 0,3 5 15,3 8-15,3 3 0,0 0 0,0 1 16,2 4-16,4 1 0,12 7 16,-3-3-16,2-8 0,-6-4 0,0-5 15,-4-5-15,-3-1 0,-4-3 0,-7-2 16,-2-2-16,0 0 0,-7-3 0,1 1 16,-1 0-16,-2-3 0,-2 3 0,3-3 15,-3 0-15,-3-1 0,1 1 0,0 0 16,2 1-16</inkml:trace>
  <inkml:trace contextRef="#ctx0" brushRef="#br3" timeOffset="176949.78">9629 8292 0,'0'3'0,"-3"-1"0,3-2 0,0 2 0,-2 0 0,2 3 0,2-1 0,-2 1 0,0-3 0,0 2 0,3 1 16,-3-5-16,4 2 0,-4 0 15,4-2-15,-1-2 0,1 0 0,5-5 16,-3-2-16,1-2 0,4-2 0,-2-3 31,-2-3-31,1-6 0,6-12 0,-1-1 16,-2 1-16,0 2 0,0 2 15,-2 6-15,-3 3 0,1 8 0,-3 3 16,1 4-16,-3 5 0,2 4 0,1 2 16,-3 5-16,2-3 0,1 7 0,-1 5 15,1 1-15,1 5 0,3 3 0,2-1 16,2 9-16,3-2 0,-3-3 16,0-6-16,0 3 0,1-8 0,-3-1 15,2-3-15,-2-4 0,-4 0 0,1-3 16,-1-1-16,0-3 0,-3-2 0,3-5 15,-3-1-15,0 1 0,1-6 16,-1 3-16,1-3 0,-1-11 0,1-7 16,-1-4-16,0-2 0,1-3 0,-3 3 15,0 2-15,0 2 0,-2 7 0,3 4 16,-3 2-16,0 7 0,0 0 0,-3 4 16,3 1-16,0 1 0,0 5 0,0 3 15,5 3-15,1 1 0,3 4 0,0 2 16,0 0-16,-3 5 0,5 4 15,1 2-15,3 12 0,3-3 0,4 0 16,-3 2-16,4-4 0,-1-3 0,2-1 16,-2-1-16,2-1 0,-4-3 15,2 4-15,-7-6 0,-1 2 0,-5-9 16,-1 1-16,-1-1 0,0-4 0,-5-1 16,2-1-16,-4-3 0,0 3 0,0-3 15</inkml:trace>
  <inkml:trace contextRef="#ctx0" brushRef="#br3" timeOffset="-209032.59">27047 9108 0,'-2'0'0,"2"0"0,-2-2 0,2 0 0,0 0 0,-3-1 0,3 1 0,0 0 0,0 0 15,0 2-15,0-2 0,0-1 0,3 3 16,-3-2-16,0 2 0,0 0 16,0-2-16,2 2 0,-2 0 0,0 2 15,0 0-15,0 1 0,0-1 0,0 4 16,0 1-16,-2 0 16,-1 2-16,1 2 15,0-3-15,0 6 0,-3-3 0,3 2 16,0-2-16,0 0 0,0 2 0,-1-4 15,3 2-15,0 0 0,0 0 0,-2-4 16,2 1-16,2-1 0,-2-3 16,0 1-16,0-1 0,0-2 0,0 1 15,0-3-15,0 2 0,0-2 0,5 0 16,-3-2-16,5 2 0,-1-7 0,5 0 16,2-1-16,3-3 0,2-3 0,1-1 15,12-9-15,-2-1 0,2 1 16,2 0-16,-2 0 0,4-3 15,0 1-15,9-14 0,-2 5 0,-6-3 0,-6 1 16,-3 4-16,-7 2 0,-5 7 0,1 4 16,-8 7-16,-1-1 0,2 6 15,-5 1-15,3 0 0,-1-2 0,-1 5 16,1 0-16,-1 1 0,4 1 0,-3 0 16,1 2-16,2 0 0,-3 0 0,3 0 15,0 2-15,4 0 0,-2 1 16,5 1-16</inkml:trace>
  <inkml:trace contextRef="#ctx0" brushRef="#br3" timeOffset="-207384.88">7137 17306 0,'-2'2'0,"0"-2"0,-5 0 0,3 0 0,-3 2 0,3 1 16,-1-1-16,3 0 0,0-2 0,0 0 15,2 0-15,2-2 0,0 0 16</inkml:trace>
  <inkml:trace contextRef="#ctx0" brushRef="#br3" timeOffset="-206556.71">7816 17436 0,'0'0'0,"0"-2"0,0 2 0,0 0 16,0 0-16,0 0 0,0 0 0,0 0 16,-2 0-16,2 0 0,-2 0 0,2 0 15,0 0-15,0 2 0,0-2 16,2 0-16,0 2 0,-2 0 0,5 1 16,-1-1-16,3 0 0,-1 0 0,3 5 15,2-5-15,2 2 0,1 3 0,3-2 16,-1 1-16,10 3 0,3 2 0,-3 0 15,3-2-15,0 0 0,1 2 16,-3 0-16,-1 0 0,1-2 0,-3 2 16,-2 2-16,2-4 0,3-1 0,4 1 15,0 0-15,4-5 0,0 3 0,0-2 16,5-1-16,-5-2 0,1-2 0,-3 2 16,-5-2-16,-3-2 0,-1 2 0,2-2 15,1 2-15,1-2 0,3 0 16,0 4-16,2-2 15,-2 2-15,0 0 0,-7 0 0,1 3 0,-3-1 0,-7-2 16,0 1-16,-1-1 0,1-2 0,-4 0 16,2 0-16,-2 0 0,3-2 15,-3-1 1,0 3-16,0-4 0,0 2 0,2-3 0,-2 1 0,-2-3 0,0 1 16,-1-1-16,1 3 0,-2-3 15,-3 5-15</inkml:trace>
  <inkml:trace contextRef="#ctx0" brushRef="#br3" timeOffset="-206381.63">9119 17562 0,'0'0'0,"-2"0"0,0 0 0,-3-2 0,3 2 0,0 0 15,-2 0-15,4 0 0,-5 0 0,3 0 16,2-3-16,2 3 0,3 0 0,-1-2 15</inkml:trace>
  <inkml:trace contextRef="#ctx0" brushRef="#br3" timeOffset="-197433.85">10601 7571 0,'0'0'0,"0"0"0,0-2 0,0 2 0,0 0 0,0 0 0,0-2 16,0 2-16,0 0 0,2 0 0,0-2 16,1 2-16,1 0 0,0 0 15,1 0-15,-1 0 0,3 0 0,-1 0 16,3 0-16,5-2 0,-3-1 0,4 1 16,3-2-16,8-1 0,3 1 15,-3 0-15,1-1 0,1 1 0,-1-3 16,-3 3-16,-2-1 0,0 1 0,2-3 15,-4 3-15,0 0 0,0-1 0,-2 5 16,-3-4-16,3 4 0,-3-2 0,-2-1 16,0-1-16,-1 2 0,-4-1 0,-1 1 15,2 0-15,-5 0 0,-2 0 16,1-1-16,-3-1 0,-3-3 0,1 1 16,-2-1-16,2 3 0</inkml:trace>
  <inkml:trace contextRef="#ctx0" brushRef="#br3" timeOffset="-197228.44">10698 7393 0,'0'-2'0,"2"-5"0,-2 7 0,0-4 0,0-3 0,2 3 0,1-1 16,1 1-16,3-1 0,1 1 0,1 0 16,7-1-16,-1-1 0,5-1 15,-2 0-15,8 1 0,-2-3 0,-2 4 16,0-1-16,-2-1 0,0 3 0,0-3 15,0 3-15,-3-1 0,-1-1 0,4-1 16,-5 1-16,3 1 0,-1 1 16,-1-3-16,-1 3 0,1 2 0,-3-1 15,0 1-15,-2 0 0</inkml:trace>
  <inkml:trace contextRef="#ctx0" brushRef="#br3" timeOffset="-196382.3">31602 8892 0,'0'-2'0,"-11"0"0,11 2 0,-15-2 0,-7-1 0,-5 3 0,1 5 0,-14-3 15,3 2-15,4 1 0,2-1 0,6 1 16,1-1-16,4 3 0,3-3 0,4 0 15,-1 1 1,5-3-16</inkml:trace>
  <inkml:trace contextRef="#ctx0" brushRef="#br3" timeOffset="-196016.85">30760 9029 0,'-2'0'0,"0"0"0,-5 0 0,3 0 0,-1 0 0,5 0 0,0 0 16,2 0-16,5 0 0,4 0 16,4-2-16,5-3 0,5 3 0,14-5 15,3 5-15,4-4 0,7-1 0,5-4 16,28-7-16,-3 5 0,17 9 0,-10 2 16,-13-1-16,-2-3 0,13 1 0,-19 14 15,4-4-15,-5 1 0,-2 1 16,5 2-16,-3 4 0,2-2 0,5-7 15,-2 1-15,-2 3 0,2-3 0,-5 6 16,-2-4-16,-4-5 0,-9 0 0,-3 5 16,-6-3-16,-4 5 0,-5-5 15,-1 1-15,-6-5 0,1 4 0,-7-4 16,-2 2-16,-7 0 0,-6-2 0,-3 0 16,3 0-16,-5-2 0,2 2 0,-4 2 15,5-2-15,-3 3 0,2 1 0,1 0 16,-3 5-16,2 2 0,1 3 0</inkml:trace>
  <inkml:trace contextRef="#ctx0" brushRef="#br3" timeOffset="-195009.63">11364 6961 0,'0'2'0,"0"-4"0,0 0 0,0 2 16,4 0-16,3 0 0,2 0 0,4 4 0,2 3 0,5-1 15,11 5-15,2 2 0,0 1 16,2 1-16,-1 3 15,-4 2-15,4-1 0,-4 3 0,6 12 16,-1 1-16,-2 2 0,-2 3 0,6 11 0,-6-3 16,-7-10-16,-1-5 0,-6-7 0,3-2 15,-5 1-15,1-5 0,-3-1 0,-2-1 16,-2 2-16,0-5 16,0 1-16,-3-3 0,1 0 0,-3-2 0,1-4 0,-1-1 15,-2-1-15,0-1 0,-2-4 0,-2-2 16,0-5-16,-2-1 0,-7-1 15,2 2-15,2 3 0</inkml:trace>
  <inkml:trace contextRef="#ctx0" brushRef="#br3" timeOffset="-194819.43">11893 7384 0,'-2'-2'0,"-5"-9"0,7 11 0,0 0 0,-9-9 0,9 9 0,-11-13 15,3 2-15,-3 2 0,-1 0 16,4 5-16,-3 2 0,2-1 0,0 6 16,0 5-16,0 1 0,3 2 0,-3 7 15,2-1-15,-1 12 0,-1-2 0,2 1 31,0 1-31,1 0 0,-1 1 0,1 1 0,1 2 0,3 0 0,0 1 16,0-4-16,-1 3 16,8 3-16,-1-8 0,-2-8 0,5-2 0,2-3 0,-3 1 15,5-5-15,3-2 0,3-5 0,-1 0 16,1-1-16</inkml:trace>
  <inkml:trace contextRef="#ctx0" brushRef="#br3" timeOffset="-194547.92">12722 6897 0,'0'2'0,"0"0"0,0-2 0,0 2 0,0 3 0,0 1 15,-2 5-15,2 9 0,-2 0 0,2 7 16,0 3-16,2 15 0,0 7 0,-4 8 15,0 22-15,-1-1 0,-1 16 0,4-17 16,0-16-16,0-7 0,2-4 16,-2-7-16,0-6 0,0-9 0,2-7 15,-2-2-15,0-7 0,3-1 0,-3-6 16,0 1-16,0-2 0,2-3 0,-2 1 16,0-3-16,-5 0 0,5-2 0,-4-2 15,2 2-15,0-2 0</inkml:trace>
  <inkml:trace contextRef="#ctx0" brushRef="#br3" timeOffset="-194308.74">12065 7003 0,'-2'0'0,"2"0"0,0 0 0,0-5 0,2 1 15,5-1-15,4 3 0,6-4 0,5-1 16,22 0-16,5-1 0,6-1 0,9 2 16,26 0-16,5-1 0,29-3 15,-10 0-15,12 0 0,-47 0 0,-1 4 0,1-6 16,-6-3-16,-5 3 0,-6-2 16,0 6-16,1 0 0,-1 2 0,0 3 15</inkml:trace>
  <inkml:trace contextRef="#ctx0" brushRef="#br3" timeOffset="-179247.54">13507 7792 0,'0'0'0,"0"0"0,0 0 16,0-2-16,0 2 0,4 0 0,1 0 0,1-2 16,3-1-16,4 1 0,3 0 15,4-2-15,2 4 0,0-3 0,2 3 16,11 0-16,1 3 0,-1-3 0,0 2 16,-2-4-16,-2 2 0,0-3 0,-5 1 15,-3-2-15,-4 2 0,-1-3 0,-5 3 16,-4-3-16,-2 3 0,-3-2 0,-2-3 15,0 3-15,-4-1 0,0-3 16,-5 1-16,3 0 0,0 1 0</inkml:trace>
  <inkml:trace contextRef="#ctx0" brushRef="#br3" timeOffset="-179057.96">13522 7624 0,'0'-2'0,"0"0"0,0 2 0,-2 0 0,2-2 0,2 0 0,3-3 0,4 3 16,4 0-16,5-5 0,4 5 0,11-2 16,0-1-16,2 1 0,0 2 15,1-3-15,-3 3 0,2 0 16,-2 2-16,-4-3 0,-3 3 0,1 0 0,-3 0 16,0 0-16,-2 0 0,7 0 15</inkml:trace>
  <inkml:trace contextRef="#ctx0" brushRef="#br3" timeOffset="-175469.36">14814 7887 0,'5'2'0,"1"-2"0,-6 0 0,12 2 0,-1 0 16,0-2-16,0 5 0,2-5 0,-2 4 15,0-4-15,-2 2 0,2 1 0</inkml:trace>
  <inkml:trace contextRef="#ctx0" brushRef="#br3" timeOffset="-174866.05">15434 7201 0,'0'0'0,"-2"0"0,0 2 0,-1 0 0,1 1 0,0 3 0,0 5 0,0 3 16,-3 3-16,1 3 0,-5 11 0,0 0 15,0 0-15,3-3 0,1 1 16,1-3-16,2 3 0,2 0 0,0 2 15,2 2-15,2 11 0,1 4 0,1-8 16,-1 0-16,1-7 0,-1-5 0,-1-6 16,-2-6-16,-2 2 0,3-7 15,-3 2-15,0-4 0,0-1 0,0-1 16,0 0-16,2-3 0,0 3 0,-2-5 16,0 0-16,0-11 0,0 5 0,0 6 15,0-2-15,0 0 0,0 0 0,-4-9 16,4 9-16,0 0 0,-3 0 15,3-4-15,0-1 0,-2-1 0,0-1 16,2 1-16,0-3 0,-2 2 0,0-4 16,-1-2-16,3 0 0,-2-7 0,2 0 15,0-2-15,0-5 0,0 1 0,0-5 16,0 0-16,0-6 0,0 6 16,2-2-16,-2 6 0,0-1 0,3 3 15,-3-1-15,4 2 0,-4-3 0,4-1 16,-4 1-16,3-1 0,-1 1 15,-2 3-15,0 4 0,0-2 0,-2 4 0,2 3 16,-3 4-16,3 0 0,3 6 16,-6 10-16,3-10 0,0 1 0,-2 6 15,0 9-15,0 0 0,-3 13 0,1 3 16,-3 2 0,1 1-16,1 1 0,-4 2 0,3-4 15,-3 2-15,-2 2 0,-2 9 16,2 0-16,-5 0 0,8-3 0,-4-6 0,4 3 0,1-1 0,3-4 15,-1-5-15,-4-6 0,-4-9 0,-9-4 16,2-1-16,-2 1 0</inkml:trace>
  <inkml:trace contextRef="#ctx0" brushRef="#br3" timeOffset="-173802.1">14929 7774 0,'-2'0'0,"0"3"0,-5 1 0,-2 0 0,3 1 15,-3-1-15,2 1 0,-2-3 0,1 2 16,-3-2-16,-3 3 0,6-3 16,-4 0-16,1-2 15,0 0-15,0 0 0,0-2 0,3-2 16,-6-5-16,-1-2 0,2-5 15,-1-1-15,3-3 0,3-4 0,-1-5 16,4 0-16,-1-2 0,4-2 0,-1-4 16,3-1-16,0-1 0,5-1 0,6-13 15,0 5-15,2 1 0,5 5 0,-1 3 16,-1 3-16,1 6 0,1 3 16,4 5-16,2-2 0,7 4 0,-2 2 15,8 5-15,-6 0 0,-2 0 0</inkml:trace>
  <inkml:trace contextRef="#ctx0" brushRef="#br3" timeOffset="-173548.79">14969 7016 0,'-5'4'0,"-3"3"0,8-7 0,-11 11 0,-5 2 0,-4 5 16,-4 8-16,2 1 0,0 6 0,0 0 16,0 2-16,2 5 0,-6 13 15,3 0-15,4-3 0,8-3 0,4-3 16,7-7-16,7 1 0,4-3 0,4 0 15,9-2-15,-6-4 0,0-3 0,-1-1 16,1-1-16,0 0 0,-1-2 0,1-4 16,-1-3-16,-1-1 0,4-8 15,-5-1-15,3-3 0,-3 0 0,-2 0 16,-2 3-16,-4-3 0,2 4 0,-5 1 16,1-3-16,-1 3 0,3 0 0</inkml:trace>
  <inkml:trace contextRef="#ctx0" brushRef="#br3" timeOffset="-172485.48">15824 7159 0,'0'-2'0,"0"2"0,0 0 0,0-2 0,0 0 0,0 2 15,2-3-15,-2 1 0,0 2 0,3-2 16,-3 2-16,0 0 0,0 0 0,0 0 16,0 0-16,0 2 0,0 3 0,-3-1 15,1 5-15,2 2 0,-4 2 16,-1 2-16,1 5 0,-3-2 0,1 8 16,-3 3-16,2-2 0,-1-1 0,-1 0 15,0 1-15,0-5 0,-2 0 0,4-2 16,-1 0-16,1-3 0,0-3 15,3-1-15,2-4 0,2-1 0,0 1 16,0-2-16,6-3 0,-1-2 0,6 1 16,2-3-16,7 0 0,2-3 0,4-1 15,3 0-15,0-1 0,-1 1 0,-1-1 16,2 1-16,-3 0 0,-2-3 0,1 3 16,-3-1-16,0 1 0,0-1 15,-5 1-15,3 2 0,-4 0 0,-1-1 16,-4 3-16,2 0 0,-4 0 0,2 0 15,-2 0-15,-2-2 0,-3 2 16,0-2-16,-1 2 0,-1 0 0,2 0 16,-4-2-16,2 2 0,1-2 0,-10 2 15,5-3-15,2 1 0,0 2 0,0 0 16,0 2-16,0-2 0,0 0 0,0 0 16,4 0-16,-2 0 0,1 3 15,-3-3-15,2 0 0,-2 0 0,2 0 16,-2-3-16,0 3 0,-2 0 0,2-2 15,-2 2-15,2 0 0,0-2 0,-5 0 16,5 2-16,-2-5 0,0 3 0,0-2 16,-1 1-16,3-1 0</inkml:trace>
  <inkml:trace contextRef="#ctx0" brushRef="#br3" timeOffset="-172389.47">16208 7183 0,'0'0'0,"0"0"0,0 0 0,0-2 0,0 2 15,0 0-15</inkml:trace>
  <inkml:trace contextRef="#ctx0" brushRef="#br3" timeOffset="-172342.12">16204 7452 0,'0'5'0,"-3"1"0,3-6 0,-2 11 0,2 1 0,-2 1 16</inkml:trace>
  <inkml:trace contextRef="#ctx0" brushRef="#br3" timeOffset="-172199.02">16192 7803 0,'0'4'0,"0"1"0,3 4 0,-1-3 0,0 5 0,3-2 16,-1 2-16,-2-2 0,3 0 0,-1 0 15,0-1-15,1-1 0,-3-3 0,0 1 16,3-1-16,-3 1 0,0-3 0,0 0 16,-2-2-16,5-2 0,-1 0 0,0-3 15,3 1-15,2 2 0,0-3 16,0 1-16,2 2 0</inkml:trace>
  <inkml:trace contextRef="#ctx0" brushRef="#br3" timeOffset="-171801.54">16459 7618 0,'-2'0'0,"0"0"0,-3 0 0,3 0 0,0 0 0,0 2 16,-3 0-16,1 5 15,0 2-15,-1-1 0,1 6 0,2 1 0,-3 1 0,5 1 16,0 3-16,2-2 0,3 2 0,1-3 16,5 7-16,-2-6 0,7-5 15,-3 1-15,2-6 0,1-1 0,-1 0 16,-2-3-16,3-2 0,-1-2 0,1 0 15,-3-2-15,5-2 0,-5-5 0,2 0 16,-1-7-16,-3 3 0,-3-4 16,1-12-16,-2 2 0,-5-3 0,-2 1 15,-2 3-15,-5 3 0,-2-1 0,1 7 16,-8 1-16,1 1 16,-1 6-16,1 4 0,-3-1 0,-2 4 0,0 2 0,1 4 15,-1 0-15,0 5 0,0 2 16,7 5-1,-3 1-15,5 3 0,0 4 0,5-1 16,1 7-16,3-5 0,4 3 16,3 1-16,4-7 0,-1-2 0,-1-7 15,4 0-15,2-2 0,7-2 0,0-2 16,2-1-16,-7-3 0,12-1 0,-1-2 16,1 0-16,1-2 0,-1-1 0,-1 1 15,-1-2-15,-3 2 0</inkml:trace>
  <inkml:trace contextRef="#ctx0" brushRef="#br3" timeOffset="-171389.69">17055 7627 0,'0'-3'0,"0"1"0,2-2 0,-2-1 0,2 1 16,-2 2-16,0 0 0,0-3 16,-2 5-16,0 0 0,-1 2 0,-1 1 15,-3 3-15,1 1 0,-5 4 16,2 0-16,-2 2 0,2 0 0,2 5 15,-1-3-15,3 1 0,1 1 0,2-3 16,-1-1-16,6 5 0,-1-5 0,4-2 16,-1 0-16,4-5 0,-3 3 0,1-4 15,4-1-15,0 0 0,0-1 0,0-3 16,2 0-16,0-3 0,1-1 0,-1-5 16,-2 0-16,2 1 0,-2-3 0,-2-3 15,-2-1-15,-1-1 0,-1-1 16,-3-1-16,-4 1 0,2-3 0,-5 0 15,-1 4-15,1-1 0,-4 4 0,-2-1 16,3 3-16,-3 3 0,-1 1 0,1 2 16,0 3-16,3 2 0,-3 2 15,0 5-15,2 0 0,0 4 0,-2 4 16,2 1-16,2 3 0,-1 1 0,1 0 16,3 0-16,-1 0 0,5-3 0,-2-1 15,4-1-15,3-1 0,-1 1 0,3-6 16,4 2-16,2-2 0,0-5 15,0 0-15,-2-1 0,-4-3 0</inkml:trace>
  <inkml:trace contextRef="#ctx0" brushRef="#br3" timeOffset="-171010.46">17474 7635 0,'-3'-2'0,"3"0"0,0 2 0,0-4 0,0-3 0,-2 0 15,2 3-15,0 0 0,-2-1 0,2 1 16,0 2-16,0 2 0,-5 0 0,3 2 15,0 2-15,-5 5 0,3 0 16,0 2-16,-1 0 0,-1 2 0,1 3 16,3-1-16,0 3 0,0-3 0,2 0 15,0 3-15,2-5 0,-2 3 0,4-5 16,1 2-16,1-2 0,7 0 16,-4-2-16,2-3 0,0-1 0,0-3 15,5-2-15,1 0 0,-1-2 0,-1 0 16,3-3-16,0-4 0,1-2 0,-3-6 15,-5 4-15,-2-3 0,-3-6 0,-1 7 16,-7-3-16,-1 0 0,-5 1 0,-1 1 16,-5-1-16,1 3 0,-2 1 15,-5 2-15,5 5 0,-3-3 0,0 7 16,3-1-16,-3 3 0,3 5 0,-1 1 16,-1 1-16,1 4 0,1 2 0,-1 3 15,-3 8-15,1 0 0,2 0 16,5-2-16,0 1 0,3-6 0,-1 1 15,4-3-15,-1-4 0</inkml:trace>
  <inkml:trace contextRef="#ctx0" brushRef="#br3" timeOffset="-170213.41">16192 7735 0,'0'4'0,"-4"3"0,4-7 0,-2 11 16,-3 0-16,1-5 0,0 3 0,-1-4 15,1 1-15,-1 1 0,3-3 0,0 1 16,2-3-16,-4 2 0,1 1 0,3-3 16,0 0-16,0 0 0,0-2 15,3-2-15,-1 0 0,0 0 0,2-1 16,1 1-16,-1-2 0,1-1 0,-1 1 15,0-7-15,-1 2 0,1-6 0,0 1 16,1-3-16,-3-1 0,3-2 0,-1-8 16,-2-3-16,0 0 0,-2 0 15,3 0-15,-3 0 0,2-4 0,-2 0 16,2-5-16,-2-11 0,0 7 0,0 5 16,0 3-16,-4 8 0,1 1 0,-1 7 15,2 7-15,0 2 0,-3 2 0,3 3 16,0 1-16,-1 5 0,1 0 15,0 0-15,2 14 0,0-17 0,0 3 16,0 5-16,0 4 0,0 4 0,0 0 16,0 9-16,0 7 0,0 4 0,2 2 15,-2 3-15,2-1 0,-2 1 16,5 10-16,-5 3 0,0-1 0,-5 3 16,1-2-16,0-5 0,-1 14 0,-4-16 15,3-7-15,1-1 0,1-8 0,2-3 16,2-5-16,0-3 0,2-1 0,-2-5 15,2 0-15,0-5 0,3 3 0,-3-5 16,0-1-16,3-3 0,-3 0 0,2-3 16,1 1-16,-1-2 0,3-1 15,-3 3-15,-2 2 0</inkml:trace>
  <inkml:trace contextRef="#ctx0" brushRef="#br3" timeOffset="-169831.82">17740 7426 0,'0'0'0,"0"-4"0,3 1 0,-3-1 0,0-5 0,2 0 16,0-2-16</inkml:trace>
  <inkml:trace contextRef="#ctx0" brushRef="#br3" timeOffset="-169688.78">17824 7161 0,'0'0'0,"2"-2"0,-2 2 0,0 0 0,0 0 0,0-2 0,5 2 16,-5 0-16,2 2 0,0 0 0,5 3 16,-3-1-16</inkml:trace>
  <inkml:trace contextRef="#ctx0" brushRef="#br3" timeOffset="-169403.17">17963 7710 0,'-4'3'0,"4"3"0,0-6 0,-5 7 0,5 4 0,-4 2 0,4-2 16,-5 2-16,3 1 0,-2-3 16,-1 4-16,1-2 0,0-2 0,-1 3 15,3-1-15,-3 0 0,3 0 0,0 3 16,2-5-16,0 0 0,0 0 0,-2 0 15,0 2-15,-5-4 0,0 6 0,1-6 16,-1 2-16,3-2 0,-1 2 16,1-4-16,0-1 0,-1 1 0,3-1 15,-2-1-15,-1-3 0,5 2 0,-2-1 16,0-1-16,2 0 0,0 0 0,-2 0 16,2 1-16,0-3 0,0 0 0,0 0 15,0 0-15,2-3 0,-2-1 0,2 0 16,-2-1-16,-2 1 0,0-1 15</inkml:trace>
  <inkml:trace contextRef="#ctx0" brushRef="#br3" timeOffset="-168180.3">17745 7150 0,'0'-2'0,"-2"-2"0,2 4 0,0-7 15,-5-2-15,3-2 0,0 0 0,-3 0 16,3 2-16,2-2 0,0 3 0,-2-1 15,2 2-15,2 3 0,-2 2 16,2 2-16,3 0 0,-1 2 0,1 4 0,-1 3 16,3 0-16,1 2 0,1 2 0,2 5 15,-2 4-15,6 0 0,1 13 0,-1 1 16,1 1-16,-3-2 0,0 3 16,0-1-16,1 1 0,-3 8 0,2-2 15,-4-4-15,-5 2 0,1-5 0,-3 1 16,-2-1-16,-2 1 0,-3-3 0,3-2 15,-5-2-15,3 0 0,-5-5 16,2-2-16,-1 1 0,-3-1 0,2-2 16,-7 4-16,5-3 0,-2-1 0,0-3 15,2-1-15,0-3 0,2-1 16,5-3-16,-3-2 0,3-3 0,1 1 0,1-5 16,7-9-1,-3 3-15,0 0 0,-4 6 0,2 0 0,0-6 0,2-1 0,2-4 16,-1 1-16,1-4 0,0 1 15,3-4-15,-3-3 16,3-1-16,0-1 0,-3-2 0,3-3 0,-3 3 0,-2-4 16,1-1-16,1-3 0,-4-15 15,4-1-15,-1-2 0,-6-5 0,1-13 16,0-1-16,-2 6 0,-3 3 0,-2-8 16,5 11-16,-1 7 15,-1 10-15,1 7 0,3 5 0,0 4 0,-3 2 16,5 7-16,-2 2 0,0 2 0,2 2 15,-2-2-15,0 5 0,2 0 0,0 1 16,-3 1-16,1 2 0,2 0 0,0 0 16,0 11-16,0-13 0,0 0 0,2 0 15,1 10-15,-3-10 0,0 0 0,0 2 16,0 2-16,0 3 0,-3-3 16,-1-2-16</inkml:trace>
  <inkml:trace contextRef="#ctx0" brushRef="#br3" timeOffset="-166165.93">18393 7168 0,'-2'-2'0,"0"0"0,2 2 0,-3 0 0,-1-5 0,2 5 0,0-2 0,-3 0 15,1 2-15,-3-2 0,3 4 0,-5-2 16,2 6-16,1 1 0,-3 4 0,0 2 15,-2 3-15,0 1 0,-2 1 0,-7 15 16,0 7-16,-4 6 16,-3 14-16,10-10 0,3-1 0,6-1 0,5 1 15,3 6-15,9 2 0,4 3 0,5-16 0,4-20 16,5 5-16,3-12 16,-3 8-16,-3-3 0,-4 2 0,-2 0 0,2 0 15,-5-1-15,3-6 0,-1-1 0,3-5 16,0-3-16,0-3 0,-3 1 15,-3-1-15,-3 2 0,0-3 0,-3-4 16,1 0-16,0 0 0,-2-2 0,-5 4 16,0-2-16,-2 0 0,0 0 0,-9-7 15,5 3-15,8 4 0,-4 0 0,0-2 16,0-1-16,-2 3 0,0-2 16,0-2-16,0 2 0,-1-3 0,3 1 15,0-3-15</inkml:trace>
  <inkml:trace contextRef="#ctx0" brushRef="#br3" timeOffset="-165321.14">18812 7393 0,'2'-2'0,"-2"-3"0,0 1 0,-2-1 0,-3 1 0,-1 4 0,-1-4 0,-2 4 16,-6 4-16,-3 5 0,-13 6 0,7 3 16,0-3-16,4 1 0,2-3 0,5 2 15,2 3 1,5 0-16,3 4 0,3-2 0,0 4 0,5-2 0,6-2 15,6-3-15,8 1 0,-3-2 0,0-3 16,-5-2-16,6 2 16,-4-6-16,1-1 0,2-4 0,0-2 0,0-2 0,-2 0 15,4-7-15,-4-2 16,-2 2-16,-3-2 0,-4 3 0</inkml:trace>
  <inkml:trace contextRef="#ctx0" brushRef="#br3" timeOffset="-165178.49">18878 7468 0,'0'-2'0,"-4"-3"0,4 5 0,-5-6 0,-4 1 0,-2 1 0,0 4 15,-2 0-15,0-2 0,2 2 16,0 0-16,-2 2 0,2 2 0,-5 1 16,7-1-16,-2 5 0,2 0 0,1 0 15,1-1-15,5 1 0,2 2 0,2-2 32,5 0-32,1 0 0,1-3 0,2 3 0</inkml:trace>
  <inkml:trace contextRef="#ctx0" brushRef="#br3" timeOffset="-165035.15">19162 7508 0,'-2'-3'0,"0"3"0,2 0 0,-4 0 0,4 0 15,-5 3-15,5-1 0,-2 0 0,0 0 16</inkml:trace>
  <inkml:trace contextRef="#ctx0" brushRef="#br3" timeOffset="-164971.45">19167 7587 0,'0'0'0,"2"0"0,-2 0 0,0 2 0,0 0 0,2-2 15</inkml:trace>
  <inkml:trace contextRef="#ctx0" brushRef="#br3" timeOffset="-164939.37">19204 7596 0,'0'0'0,"0"0"0</inkml:trace>
  <inkml:trace contextRef="#ctx0" brushRef="#br3" timeOffset="-164635.8">19804 7223 0,'-2'0'0,"2"-2"0,-2 0 0,2-3 0,-3 1 16,3 2-16,0-3 15,-4 1-15,2 4 0,-3-2 0,-3 4 0,-6-2 0,-1 4 16,-7 3-16,-9 0 15,0-1-15,7-1 0</inkml:trace>
  <inkml:trace contextRef="#ctx0" brushRef="#br3" timeOffset="-164524.9">19517 7426 0,'0'4'0,"0"3"0,0-7 0,0 9 0,-2 2 0,0-2 0,-2 4 0,1-2 0,-1 0 16,0 2-16,-3-4 0,3 2 0,-1 0 15,1-2-15</inkml:trace>
  <inkml:trace contextRef="#ctx0" brushRef="#br3" timeOffset="-164254.83">19570 7549 0,'3'-2'0,"5"0"0,6 0 0,1-3 0,3-1 0,2 1 16,-1 1-16,8-3 0,-3 3 16,-2 2-16,-2 0 0,0-1 0,-3 3 15,-1 0-15,-1 3 16,-6-1-16,0 0 0,-2 0 0,-3 3 0,0 1 15,-4 3-15,0-2 0,-4 1 0,0 6 16,-1-3-16,-1 4 0,-1 3 0,-4 2 16,-5 4-16,3-4 0,-9 8 0,0 1 15,0-5-15,0-4 0,0-2 0,2-3 32,3-2-32,3-2 0,1-2 0,2-2 15,2-3-15,3 1 0,1-3 0,3-2 16,0-2-16,4 2 0,2-7 0,1-2 15,4-4-15,2-2 0,0-3 16,0 3-16</inkml:trace>
  <inkml:trace contextRef="#ctx0" brushRef="#br3" timeOffset="-163986.33">20086 7267 0,'2'2'0,"-2"-2"0,3 0 0,-1 0 0,2 3 0,1-1 15,-1 2-15,-2 5 0,3 0 16,-1 6-16,-2 1 0,1 4 0,-1 2 16,-2 0-16,0 2 0,0 7 0,-2 2 15,-1 0-15,1 0 0,-2 5 0,-1 1 16,1 3-16,-3 7 0,3-5 0,2-13 16,-1-5-16,1-4 0,0-4 15,2 2-15,0-5 0,2-2 0,-2 0 16,2-2-16,-2-4 0,0-2 0,5-12 15,-5 2-15,0 1 0,2 4 0,-2 0 16,0 0-16,0-2 0,-2 0 0,0-3 16,-1-4-16,-1 3 0</inkml:trace>
  <inkml:trace contextRef="#ctx0" brushRef="#br3" timeOffset="-163237.12">20516 7212 0,'0'-2'0,"-2"2"0,0-5 0,2 3 0,-2-2 0,-1 2 16,3-1-1,-2 1-15,0 0 0,0 2 0,-3 2 0,1 0 0,0 3 0,-7 4 16,2 2-16,-2 2 0,-3 2 16,-5 12-16,-1 1 0,0 1 0,2 0 15,3-1-15,2 3 16,-1-2-16,3 0 0,3-1 0,-1 1 0,4-3 15,5 10-15,5-1 0,-1 3 0,7-5 32,5-3-32,1-5 0,8-3 0,-1-5 15,0-1-15,0-1 0,-2-6 0,0 0 16,0-5-16,-2-4 0,-4-2 0,4 0 16,-5-7-16,0 0 0,-1 3 0,-1-8 15,0 3-15,-2-4 0,-2 2 0,2-1 16,-2-1-16,2 0 0,-5-1 15,3 1-15,-4-3 0,-5 3 0,0 1 16,-3-1-16,-1 0 0,-3 1 16,1 1-16,-5 2 0,2 2 0,-6-2 15,4 5-15,-3 1 0,1 1 0,0-1 16,0 5-16,-1 3 0,3 1 0,-2 0 16,2 3-16,-4 0 0,1 4 0,3 2 15,0-4-15,0 2 0,3 2 0,-1 0 16,0 5-16,4-3 0,3 3 15,0-3-15,2 3 0,4-5 0,1-2 16,-1-2-16,5 0 0,-2 0 0,2-5 16,-3 1-16,1-1 0,-3-2 0</inkml:trace>
  <inkml:trace contextRef="#ctx0" brushRef="#br3" timeOffset="-159955.3">21056 7133 0,'3'-5'0,"-1"-1"0,0 1 0,-2-4 16,2 5-16,0-3 0,1 3 31,-1 0-31,-2-1 0,0 5 0,2 0 0,-2 2 16,2 3-16,-2 1 0,-2 5 15,2 5-15,0 4 0,-2 4 0,2 7 16,0 13-16,0 0 0,2 0 0,0 0 16,3 0-16,-3-2 0,2 9 15,1 0-15,-3-3 0,2-4 0,1-4 0,1-5 16,-1-4-16,1-4 0,-3-3 15,1 0-15,-2-4 0,0-2 0,-2-5 16,0-11-16,0 2 0,0-4 0,0-2 16,0 0-16,0 0 0,0-3 0,-4 1 15,2 0-15,-3-1 0,1 1 0,0-5 16,1-4-16,1 2 0</inkml:trace>
  <inkml:trace contextRef="#ctx0" brushRef="#br3" timeOffset="-159653.35">20920 7219 0,'-2'0'0,"2"-2"0,0 2 0,-3-3 0,1 1 0,0 0 0,0 2 16,-1-2-16,3-1 0,-2 6 0,-2 3 16,-5 3-16,-4 7 0,0-1 0,-1 5 15,-5 8-15,3-3 0,1-1 0,4-4 16,2-3-16,2 3 0,5-2 15,2-3-15,0-1 0,7-3 0,1 0 16,8-5-16,-3 1 0,11-3 0,7 1 16,0-3-16,4 0 0,1-2 15,1-2-15,1-2 0,1-1 0,-6 1 16,3-1-16,-8-1 0,-1-1 0,-3-2 16,-9 5-16,-1-1 0,-3 1 0,-7 0 15,1-1-15,-5 3 0,0-2 0,0 1 16,-5 3-16,7 3 15,-2-3-15</inkml:trace>
  <inkml:trace contextRef="#ctx0" brushRef="#br3" timeOffset="-159240.21">21436 7069 0,'2'0'0,"-2"-2"0,0 2 0,2-3 0,-2 1 16,2 0-16,3 2 0,-5 4 0,4 1 16,1-1-16,-1 3 0,3 2 0,-3 4 15,0 2 1,5 10-16,-2 8 0,2 6 0,-3 1 0,3 4 0,0 0 16,0 2-16,-1 14 0,-3-7 0,-1 0 15,-4 2-15,-2 5 0,-7-10 0,-2-6 16,-2-11-16,-2-2 0,-1-2 0,3-5 15,-2-2-15,1 0 0,1-4 16,4-3-16,-4 1 0,9-3 0,-5 2 16,4-1-16,1-1 0,-3-2 0,5 0 15,-2-4 1,-1 1-16,5-1 0,0-3 0,-2-1 0,4-10 0,1 3 16,-3 1-16,0 1 0,0 2 0,2 0 0,-2 0 15,0 0-15,0-2 0,0 2 16,2 0-16,-2 0 0,0-2 15,-2 6-15,2-4 16,-5 2-16,5-4 0,-4 2 16,-3 0-16,3 2 0</inkml:trace>
  <inkml:trace contextRef="#ctx0" brushRef="#br3" timeOffset="-156167.08">21905 7783 0,'-2'0'0,"2"0"0,0 0 0,0 0 0,2 0 16,1 0-16,-1-2 0,2 0 16,5 2-16,0 0 0,2 0 0,4 0 15,-2 0-15,3 0 0,2 0 0,-1-2 16,-1-1-16,1-1 0,-1 2 15,6-3-15,-2 1 0,-3-1 0,3 1 16,-5 2-16,3 0 0,2-1 0,0 3 16,2-2-16,-5 2 0,1-2 0,-2 2 15,-3 0-15,-2-2 0,0 0 0,-5 2 16,3-3-16,-4 1 0,-3-2 0,0 2 16,-2-5-16,-2 3 0,-5-3 0,-4 3 15,2-1-15,-2-1 0</inkml:trace>
  <inkml:trace contextRef="#ctx0" brushRef="#br3" timeOffset="-156009.34">22057 7598 0,'-2'0'0,"2"0"0,0 0 0,0-2 0,0 0 0,2 2 0,1-3 0,3 1 16,1 0-16,2 0 0,2 2 15,2-2-15,-2-1 0,2 1 0,0 0 0,3 0 16,1-3-16,3 3 0,2-5 15,-2 3-15,2-3 0,-4 3 0,0-3 16,-5 1-16</inkml:trace>
  <inkml:trace contextRef="#ctx0" brushRef="#br3" timeOffset="-154057.62">12892 8312 0,'2'-2'0,"-2"0"0,2-2 0,0 1 15,-2 1-15,0 0 0,0 0 0,0-1 16,3 1-16,-3 2 0,2 0 0,-2 0 16,0-2-16,2 4 0,0-2 15,-2 0-15,0 0 0,0 0 16,0 0-16,0 0 0,0 0 0,0 0 0,0 0 15,-2 0-15,0 0 0,0 0 16,-1-2-16,3 2 0,-2 0 0,0 0 16,2 0-16,0-2 0,0 2 0,0 0 15,0 0-15,0 0 0,0 0 0,0 0 16,0 0-16,0 2 0,0-2 0,0 0 16,2 0-16,-2 0 0,0 0 0,0 0 15,0 0-15,2 0 0,-2 0 0,0-2 16,-2 2-16,2 0 0,-2-2 0,2 2 15,0 0-15,0 0 0,0 0 16,0-3-16,0 3 0,0 0 0,0 0 16,-2 0-16,2 0 0,0 0 0,0 0 15,0 0-15,0 0 16,2-2-16,-2 2 0,0 0 0,2 0 0,-2 0 16,0 0-16,2-2 0,-2 2 0,0 0 15,0 0-15,0 0 0,0 0 0,0 2 16,0-2-16,-2 0 0,0 0 0,2 2 15,0 1-15,-2-1 16,2 0-16,0 0 0,0 0 0,0 1 0,2-3 0,-2 4 16,0-2-16,2 1 0,0-1 0,-2 0 15,3 2-15,-3-1 0,0 1 16,0 0-16,0 1 0,-3-1 0,3-2 16,0 3-16,0-1 0</inkml:trace>
  <inkml:trace contextRef="#ctx0" brushRef="#br3" timeOffset="-152194.92">12863 8277 0,'-2'2'0,"0"-6"0,2 2 0,-2-1 0,-1-1 0,3 0 0,-2 1 15,2-1-15,0 2 0,0 0 16,0-1-16,0 3 0,0 3 0,0-3 16,-2 4-16,2 0 0,0 3 0,-2 2 15,0 2-15,-1 4 0,1 3 0,0 2 16,0 4-16,-1 0 0,-1 12 0,4 1 15,-4-4-15,1 0 0,1-2 16,0-2-16,2-1 0,0 1 0,0-2 16,0-1-16,0-2 0,0 3 0,4-3 15,-1 2-15,-1-4 16,0-4-16,-2-2 0,2-3 0,0-2 0,-2-2 16,3-3-16,-3-1 0,0-12 0,2 9 15,0 0-15,0-4 0,3 0 0,-3 2 16,-2-4-16,0-1 0,-2 5 0,4-4 15,-2-3-15,2-2 0,0 1 0,-2-4 16,0-1-16,5-2 0,-1-1 16,1-1-16,1-1 0,3 0 0,0-1 15,2 1-15,0-2 0,-2 5 0,4-1 16,-2-1-16,0 3 0,2-1 0,-4 4 16,0 2-16,-3 0 0,1 0 0,0 3 15,-1 1-15,-3 5 16,1 0-16,0 0 0,1 5 0,-3-1 0,0 3 15,0 2-15,1-3 0,-3 5 0,2 0 16,-2 0-16,2 0 0,0 3 0,-2-1 16,5 2-1,-1 1-15,0 1 0,3 5 0,2 1 0,-3-1 0,3-3 16,2 1-16,0-4 16,0 1-16,0-1 0,5-5 0,-3-2 0,0 2 0,3-7 15,-3 0-15,0-1 0,3-1 16,-3-2-16,2-2 0,-4-1 0,2 3 15,-4-4-15,2 2 0,-2 0 0,-2-1 16,-1 3-16,1-2 0,0-2 0,-1-1 16,1 1-16,-3 0 0,1-1 15,-1 3-15,-2-5 16,3 3-16,1 2 0,-1 0 0,-1-3 0</inkml:trace>
  <inkml:trace contextRef="#ctx0" brushRef="#br3" timeOffset="-151186.77">7157 16475 0,'0'0'0,"0"-2"0,0-1 0,0 3 0,0 0 0,0 0 0,0-2 16,0 2-16,4-2 0,-1 2 16,1-2-16,0 2 0,1 0 0</inkml:trace>
  <inkml:trace contextRef="#ctx0" brushRef="#br3" timeOffset="-151034.31">7142 16426 0,'-3'0'0,"1"0"0,2 0 0,-4 0 16,2 0-16,-1 0 0,1 0 0,2 2 0,0-2 16,2 0-16,3 3 15,4-3-15,2 0 0,0-3 0,2 3 0</inkml:trace>
  <inkml:trace contextRef="#ctx0" brushRef="#br3" timeOffset="-149231.64">9721 8813 0,'2'-2'0,"1"2"0,-3 0 0,4 0 16,-2 0-16,3 0 0,-1 0 0,0 0 16,5 0-16,0 0 0,2 0 15,2 0-15,1 0 0,3 0 0,-1-3 16,4 3-16,-1-2 0,1 2 0,7-4 15,-1-1-15,-4 3 0,0-2 0,-6-1 16,-5 1-16,-2 2 0,-3 0 0</inkml:trace>
  <inkml:trace contextRef="#ctx0" brushRef="#br3" timeOffset="-149104.93">9706 8916 0,'-5'0'0,"1"3"0,4-3 0,-4 2 0,-3 0 0,3-2 16,1 2-16,1 0 0,2-2 0,0 0 15,5 3-15,-1-3 0,7 0 0,-2-3 16,2 3-16,2 0 0,2 0 16,1 0-16,2 0 0,-1 0 0,1-2 15</inkml:trace>
  <inkml:trace contextRef="#ctx0" brushRef="#br3" timeOffset="-148420.91">12954 9168 0,'0'0'0,"-3"0"0,3 0 0,-2-2 0,0 2 15,2-3-15,0 3 0,4 0 16,-1 0-16,3 0 0,1 3 0,2-3 0,4 2 16,0-2-16,5 0 0,-3 2 15,3-2-15,-1 2 0,1-2 0,-3 0 16,1 0-16,-5 0 0,0 2 0,-2-2 16,-5 3-16,-4-3 0,-2 4 0,-5-2 15,-1 3-15,-3-1 0,-5 3 0,-2-1 16,-4 3-16,-2 2 0,-2 5 15,-7-1-15,-3 0 0,8-1 0,-1-1 16,0-2-16,7-2 0,2 0 0,3-3 16,4-1-16,4-1 0,4 0 0,1 1 15,4-5-15,2 2 0,0 0 16,5 0-16,2-2 0,0 0 0,2 0 16,4-2-16,1 2 0,1 0 0,3 0 15,0 0-15,0-2 0</inkml:trace>
  <inkml:trace contextRef="#ctx0" brushRef="#br3" timeOffset="-146455.03">22571 7157 0,'-4'0'0,"-1"-4"0,5 4 0,-4-3 0,0 1 16,-3 0-16,2 0 0,3 0 0,0 2 16,2-3-16,0 3 0,4 0 15,1 0-15,6 0 0,2-2 0,7 0 16,6 0-16,3 0 0,15 2 0,0 0 16,-4-3-16,0 3 0,-7-2 0,2 2 15,-6-2-15,-1 2 0,-3-5 0,-3 1 16,-7 0-16,1 1 0,-5 1 15,-3 0-15,1 2 0,-4 0 0,-3-2 16,-2 4-16,0-2 0,-2 4 0,2 1 16,-5 1-16,3 6 0,-2 3 0,1 3 15,-1 6-15,2 2 0,-3 5 16,-3 7-16,1-1 0,-6 7 0,2 0 16,-9 14-16,4-3 0,5-7 0,3 3 15,-1-7-15,2 0 0,-2-4 0,3-3 16,-1 1-16,5-9 0,2-3 0,0-6 15,0-3-15,2-3 0,-2-3 16,2-5-16,-2 3 0,2-2 0,1-1 16,-3-1-16,2-3 0,-2 0 0,0-11 15,0 3-15,2 4 0,-2 4 0,0-2 16,2 0-16,-2-2 0,0-1 0,3 3 16</inkml:trace>
  <inkml:trace contextRef="#ctx0" brushRef="#br3" timeOffset="-146216.87">22525 7589 0,'2'0'0,"2"0"0,-4 0 0,3-2 0,-1 0 0,0 0 16,2-1-16,1-1 0,6-1 0,2 1 16,7 0-16,9-1 0,15 1 0,4 2 15,-1-1-15,1 1 0,-2 0 16,-6 0-16,13 0 0,-11-5 0,-5 0 15,1 3-15,-7 0 0,-3 1 0,-6-1 16,-4 0-16,-2 1 0,-5-1 0,-3 2 16,1-3-16,-2 3 0,-3-2 0,3 2 15,-3-3-15,3-2 0</inkml:trace>
  <inkml:trace contextRef="#ctx0" brushRef="#br3" timeOffset="-145772.9">23363 7217 0,'2'-3'0,"2"1"0,-4 2 0,0-4 0,3-3 0,-1 0 0,2 1 0,1-1 16,1-2-16,-1 3 0,3-3 0,1 0 16,2 0-16,0 3 0,-2-3 0,4 2 15,-2 1-15,3 1 0,-1 3 0,0-2 16,5 4-16,4 0 0,-2 0 0,2 2 15,0 2-15,-3 3 0,1 4 0,-2 0 16,0 4-16,-5 5 0,-2 2 16,-2 5-16,-3-1 0,-6 5 0,-2 2 15,-7 2-15,-2 3 0,-2-5 0,-5 4 16,-8 8-16,-3-1 0,3-5 0,-3 3 16,5 0-16,-5 0 0,7 0 15,7-9-15,4-4 0,0-5 0,2-4 16,2-3-16,3-6 0,-3 3 0,3-6 15,4-1-15,4 2 0,1-3 0,1 1 16,3-2-16,4-1 0,5-2 16,0 0-16,4 1 0,4-3 0,1 0 15,1 0-15,-1 0 0,1-3 0,-3 1 16,-1 2-16,2-2 0,-6 0 0,-2 2 16,-3 0-16,1 0 0,-5 0 15,-3-2-15,1 2 0,-4-3 0,-3 3 16,0 0-16,3 0 0,-3 0 0,4-2 15</inkml:trace>
  <inkml:trace contextRef="#ctx0" brushRef="#br3" timeOffset="-145043.75">23693 7232 0,'0'0'0,"0"-2"0,0 0 0,0-3 15,-2 1-15,4-1 0,1-1 0,3 1 16,5-1-16,5 1 0,6 1 0,13-3 16,9 5-16,2-2 0,-1 4 15,-1 2-15,-7 0 0,-2 2 0,-6 1 16,-2-1-16,-8 3 0,1-1 16,-7 1-16,-2 2 0,-2 0 0,-4 2 15,-5 0-15,0 0 0,-5 4 0,-1 1 16,-3-1-16,0 3 0,-2-1 0,0 1 15,0-3-15,2 5 0,3-6 0,-1-1 16,2-2-16,5 0 0,0 2 0,5-2 16,2-2-16,-1 4 0,5-2 0,2 2 15,5-2-15,2 5 0,2-3 16,0 2-16,9 5 0,-5 0 0,-4 2 16,-4 0-16,-7 0 0,-2 0 0,-7 0 15,-6 3-15,-5-3 0,-4 0 16,-5-7-16,0 3 0,-2-7 0,3-5 0,-3 3 15,-4 0-15,-5 4 0,0 1 16,5-1-16,-2-4 0,6-1 0,0-1 16,2-3-16,5 1 0,2-1 0,2-1 15,0-1-15,3-2 0,1 2 0,1-2 16,13-4-16,-3 1 0,-10 3 16,4 0-16,2-2 0,0 0 0,5-3 15,-3-1-15,1 1 0,-5 1 0</inkml:trace>
  <inkml:trace contextRef="#ctx0" brushRef="#br3" timeOffset="-144567.89">24842 7391 0,'-2'2'0,"2"-7"0,-2 3 0,0-2 0,-3-1 15,3 1-15,-2-3 0,-1 3 0,1 0 16,-5-1-16,2 5 0,-4 0 0,0 2 16,-2 3-16,0 4 0,-3-1 0,1 6 15,2 1 1,2 3-16,-5 6 0,7-2 0,5 2 16,2 1-16,2-1 0,6 0 0,3 0 0,4-2 0,5 0 15,0-4-15,4 0 0,0-5 0,0 0 16,2-4-16,-2-2 15,0-5-15,0 0 0,0-4 0,-2 0 0,0-3 0,-2-4 16,-1 3-16,-1-7 0,-1 2 16,-2-7-16,1 2 15,-3-3-15,-3-1 0,-3-2 0,-1 2 0,-2 0 16,-2-2-16,-6 0 0,-1-2 0,1 4 16,-10-4-16,1 2 15,-1 2-15,-1 2 0,6 5 0,-3 4 0,-8 2 0,-2 3 16,6 4-16,-4 4 0,-2 3 0,2 2 31,-7 6-31,3 3 0,6-5 0,0 3 0,-2 3 0,2 6 0,3-6 0,1 1 31,5 0-31,3 0 0,1-2 16,5 1-16,0-1 0,-1 0 0,6-1 16,-1 1-16,-2-3 0</inkml:trace>
  <inkml:trace contextRef="#ctx0" brushRef="#br3" timeOffset="-139555.23">1235 13877 0,'-7'0'0,"5"3"0,0-3 0,2 2 0,-7-2 0,7 0 0,-2 0 15,2 0-15,0 2 0,0-2 0,0 0 16,0 0-16,0-2 0,0 2 0,2 0 16,-2-2-16,7-1 0,-3 1 0,7 0 15,-2-2-15,2 1 0,2-1 0,0 0 16,9-1-16,5-1 0,6 1 16,-7-1-16,5-1 0,-4 2 0,-5 1 15,2 0-15,-8-1 0,-3 1 0,-2-1 16,0 3-16,0-2 0,-2 2 0,-5-1 15,3 1-15,-5 0 0,0 2 16,3 0-16,-3-2 0,0 2 0,-2-2 16,0 2-1,-2 2-15,4-2 0,-2 0 0,0 2 0,2-2 0,0 0 0,-2 0 16,0 2-16,7-2 16,-7 2-16,0-2 0,0 5 0,0-5 0</inkml:trace>
  <inkml:trace contextRef="#ctx0" brushRef="#br3" timeOffset="-139219.83">1252 13703 0,'-2'2'0,"2"-2"0,0 0 0,0 0 16,0 0-16,0 0 0,5 0 0,1-2 15,-1 2-15,3-2 0,3 0 16,0 2-16,5-5 0,4 3 0,-3 0 16,12-5-16,-3 3 0,-1-3 0,-1 1 15,-4-1-15,2 0 0,-9 1 0,0-1 16,-2 1-16,0-1 0,-8 0 0,5 3 15,-5 0-15,1 4 0,-6-3 0,4 1 16,5 2-16,-3 0 0,3 0 16,2 2-16,-1 3 0,8-1 0,-3 1 15,2-5-15</inkml:trace>
  <inkml:trace contextRef="#ctx0" brushRef="#br3" timeOffset="-138243.52">1993 13165 0,'0'0'0,"-2"2"0,2-2 0,0 0 0,0-2 0,0 2 16,2-2-16,5 0 0,-3-3 0,3 5 16,-1-2-16,3 0 0,2-2 0,3 1 15,-1-1-15,0 2 0,5 0 16,-5-1-16,9 1 0,-7 0 0,1 0 16,-1 2-16,-4-2 0,-2 2 0,-2 0 15,-3 0-15,3 0 0,-5 0 0,0 2 16,2-2-16,-1 4 0,-1 1 0,-2 3 15,2 1-15,0 2 0,5 0 0,-7 2 16,4 3-16,1 4 0,-1-3 16,5 3-16,-5-2 0,5 0 0,-4-1 15,1 3-15,3-5 0,-5 5 0,5-4 16,-4 1-16,4-1 0,-7-3 0,4 2 16,-1 1-16,-5-5 0,4 2 0,3-4 15,-7 2-15,4-2 0,3 0 16,-5-1-16,5-1 0,-5-3 0,0-4 15,2 3-15,1-3 0,-3 0 16,0-3-16,0-1 0,-4-3 0,2 5 0,-2 0 16</inkml:trace>
  <inkml:trace contextRef="#ctx0" brushRef="#br3" timeOffset="-138007.53">2077 13377 0,'0'0'0,"0"0"0,0 0 0,0 0 0,7-2 0,-5 2 0,0-3 0,7 1 16,-5-2-16,7 2 0,2-3 0,3 1 15,-1-1-15,7 1 0,3-3 0,-1-1 16,7 1-16,-7 0 0,0 1 16,1-1-16,-8 1 0,1 1 0,-1-2 15,-1 3-15,-3-3 0,-2 3 0,-6-3 16,3 3-16,-3-3 0,4 3 0,-7-3 15,7 1-15,-1-1 0</inkml:trace>
  <inkml:trace contextRef="#ctx0" brushRef="#br3" timeOffset="-137641.62">2428 13092 0,'0'0'0,"0"-2"0,-3 0 0,6-2 15,-3-3-15,2-2 0,2 0 0,-2 1 16,3-3-16,1 2 0,-1 2 0,1-2 16,-1 0-16,4 3 0,2 1 0,-5 1 15,3 0-15,0 4 0,4 0 0,-2 2 16,0 2-16,0 3 0,-4 2 16,4 2-16,-2 0 0,0 4 0,-3 1 15,1 1-15,-5 12 0,5-3 0,-5 1 16,-2 1-16,4-3 0,-2-1 0,5 0 15,-5-2-15,7-4 0,-5 2 0,3-7 16,0 2-16,1-4 0,1-2 0,-4 0 16,8-2-16,-2-3 0,4-2 0,-1-2 15,-1-2-15,0-2 0,3-3 16,-1 3-16,0-5 0,-1-2 0,1 2 16,0 0-16,-1 3 0,-1-3 0,0 2 15,0 1-15,-4-1 0,2 3 0,-2-3 16,-5 2-16,5 1 0,-7 0 15,-2 1-15,0-1 0,0-3 16,0 5-16,0-7 0</inkml:trace>
  <inkml:trace contextRef="#ctx0" brushRef="#br3" timeOffset="-137151.14">2860 12918 0,'0'0'0,"0"0"0,0 0 0,-2-2 0,-3 0 0,5 0 0,0-1 0,5-1 15,-5 0-15,2 1 0,4-3 0,3-1 16,2 3-16,2-1 0,5 3 0,-3-2 16,8 2-16,3-1 0,0 3 15,-4 0-15,1 0 0,-6 3 0,-1-1 16,-5 2-16,-7-2 15,5 3-15,-5-1 0,1 5 0,-5 0 0,0-3 0,-5 3 16,3 0-16,-2-2 16,4 2-16,-7-3 0,5 3 0,0-5 0,4 5 15,0-4-15,2 1 0,3-1 0,2 1 16,2-1-16,2 1 0,3 1 0,1-3 16,-1 3-16,1 0 0,-1-1 0,-3 3 15,2 0-15,1-3 0,-5 5 0,-5-2 16,1 0-16,-3 2 0,-1 0 15,-3 0-15,-3 0 0,1 0 0,-7 2 16,5 1-16,-7-3 0,2 2 0,5-2 16,-7 0-16,2-2 0,0-3 0,5 3 15,-5-4-15,4 1 0,-3-1 16,5-1-16,1-2 0,-7-6 0,7 4 16,2 2-16,0 0 0,2-4 0,-2 0 15,5-3-15,1 1 0,-3-3 0,5-1 16,4 3-16</inkml:trace>
  <inkml:trace contextRef="#ctx0" brushRef="#br3" timeOffset="-135904.15">3671 12887 0,'0'-2'0,"0"0"0,0 2 0,0-4 0,0-3 0,0 0 16,0 1-16,0-1 0,0 1 16,0-3-16,-2 0 0,-5-2 0,3 2 15,-5-2-15,2 0 0,-1 0 16,-1 0-16,-4 2 0,2 3 0,0-1 15,-1 2-15,-1 1 0,2 2 0,-2 4 0,0 0 16,-7 7-16,7 2 0,-1 0 16,3 2-16,-2 9 0,2 3 0,2-3 15,3 2-15,4 0 0,4-2 0,4 0 16,-1 0-16,4 0 0,4 0 0,-2-2 16,6-2-16,-3-3 0,-1 1 0,2-3 15,5-4-15,-7-3 16,7-1-16,-4-3 0,4-4 0,-7 2 15,4-9-15,1 0 0,-2 3 0,-3-5 0,-2 0 16,-2-3-16,2 1 0,-9-2 0,0-1 16,-4-1-16,-3 3 0,-3-1 15,-3 0-15,-3-1 0,1 3 0,-5-3 16,1 3-16,-1 4 0,1-2 0,-1 3 16,2 3-16,1 1 0,-5-1 0,7 5 15,2 3-15,0-1 16,2 7-16,5-1 0,-5 3 0</inkml:trace>
  <inkml:trace contextRef="#ctx0" brushRef="#br3" timeOffset="-128584.11">7115 16446 0,'0'2'0,"0"-2"0,-4 0 0,1 0 0,3 0 0,-2 0 16,0 2-16,2-2 0,0 0 0,0 3 15,0 1 1,0 0-16,4 1 0</inkml:trace>
  <inkml:trace contextRef="#ctx0" brushRef="#br3" timeOffset="-92071.44">27162 7750 0,'2'-2'0,"0"-3"0,5 3 0,-1-4 16,5 1-16,3-1 0,1 1 0,3 1 16,4-1-16,9 1 0,4 0 0,5-1 15,1 3-15,8 0 0,21-3 16,1 3-16,-3-2 0,18 4 0,-6-5 16,-1 3-16,7-2 0,-24-1 0,-5 5 15,1 0-15,5-4 0,4-1 0,1 1 16,-9-3-16,-3 3 0,-3 2 0,-1 0 15,4 2-15,3-5 0,-2 1 16,-1 4-16,-6 0 0,1 0 0,4 2 16,5 0-16,4-2 0,-3 0 0,-1 0 15,-3 2-15,-2 1 0,5-1 0,6 2 16,5-4-16,-10-2 0,-1 0 0,-1 4 16,1-4-16,2 2 0,-1-2 0,-1-3 15,-5 3-15,-4 0 0,4 2 16,-2 2-16,2-2 0,4 0 0,-6-2 15,-2 0-15,-7-1 0,0 3 0,5-2 16,6 0-16,0 2 0,0-4 0,-4 4 16,-7-3-16,0 1 0,0-2 0,7 4 15,-1 0-15,3-2 0,-4-1 16,-1 1-16,-1 2 0,-1 0 0,0 2 16,3-2-16,4 3 0,0-3 0,-5-3 15,-2-1-15,-4 2 0,0 0 0,0 2 16,0-3-16,9 1 0,-5 0 15,3 2-15,-5 0 0,-5-2 0,3 2 16,-2 0-16,2-2 0,0 2 0,-3 0 16,1-5-16,2 5 0,-5-2 0,-1 2 15,-3 0-15,0 0 0,-9-2 0,-2 2 16,0 0-16,-2 0 0,0 0 16,4 0-16,-2 0 0,0 2 0,-2 0 15,2-2-15,-2 2 0,0 1 0,-3-1 16,-1-2-16,-3 0 0,-2 0 0,2 0 15,-2 2-15,-2-2 0,2 0 0,-2 0 16,0 0-16,-2 0 0,-1 0 0,-1 0 16,-1 0-16,0 0 0,-4 0 15,3 0-15,-3 0 0,0 2 0,-3 0 16,-1 3-16,0-1 0,1 5 0</inkml:trace>
  <inkml:trace contextRef="#ctx0" brushRef="#br3" timeOffset="-80254.85">12283 10802 0,'0'-3'0,"-2"1"0,0-2 16,0-3-16,-1-2 0,1 5 0,2-3 16,-2 3-16,0 0 0,2 1 0,0 1 15,0 2-15,-2 5 0,-1-1 0,3 3 16,0 6-16,0 2 0,0 3 15,0 4-15,0 2 0,0 3 0,0 12 16,3 1 0,-1 0-16,2 4 0,1 2 0,1 20 15,3-8-15,-2-12 0,2-4 0,-3-7 0,3-4 0,-5 2 0,5-4 32,-4-3-32,-1 3 0,-2-5 0,-2 0 15,2-4-15,1 0 0,-3-2 16,4-3-16,-4-4 0,2 0 0,0-2 15,1-3-15,-1 1 0,0-7 0,2-2 16,-1 0-16,-1-1 0,-2 3 0</inkml:trace>
  <inkml:trace contextRef="#ctx0" brushRef="#br3" timeOffset="-79952.47">12689 10749 0,'-2'0'0,"2"-3"0,0 3 0,-2 0 0,-1 3 0,3-1 15,0 7-15,0 0 0,0 8 0,0 5 16,3 2-16,-1 14 0,0 2 0,2-3 16,1-2-16,-1 5 0,1 2 15,1 20-15,-1-9 0,-1-5 0,0-6 16,-1-9-16,-1-4 0,2-9 0,-2-1 15,1-8-15,1 3 0,-2-5 0,1 2 16,-1-3-16,-2-1 0,2-3 0,0 1 16,-2-3-16,0-11 0,0 5 0,-2 6 15,0 0-15,0 0 0,-3 3 16,-2-1-16</inkml:trace>
  <inkml:trace contextRef="#ctx0" brushRef="#br3" timeOffset="-79713.59">12308 11243 0,'0'-3'0,"2"1"0,-2 0 0,2 0 0,2 0 0,5-3 16,2-1-16,5-1 0,-1 3 0,5-5 16,2 4-16,4-1 0,3 1 0,0 1 15,-3-1-15,5 1 0,0-3 16,0 5-16,4-2 0,3-1 0,-3 1 15,5-3-15,-5 1 0,-7 1 0,-5 1 16,-6 0-16,-4 4 0,-4-3 0,-2 3 16,2 0-16,2 0 0,-3 3 15,-1-1-15,2 0 0,0 2 0</inkml:trace>
  <inkml:trace contextRef="#ctx0" brushRef="#br3" timeOffset="-79170.78">12918 11706 0,'-2'2'0,"2"0"0,0-2 0,2 4 0,-2 1 0,2-1 0,3 1 16,-3-3-16,3 2 0,1-4 0,-1 2 15,-1-4-15,0 2 0,1-6 16,1-1-16,-1-4 0,-1-4 15,1-3-15,-1-6 0,3-7 0,1-4 16,-1 4-16,2 0 0,0 4 0,2 5 0,-2 5 16,-3 1-16,3 5 0,-5 5 0,5 1 31,-2 5-31,-1 7 0,3 2 16,-2 2-16,-1 2 0,6 0 0,-6 5 15,3-1-15,0 3 0,-3 0 0,3 0 16,0-2-16,0 6 0,-3-2 0,3-7 15,-2-1-15,-3-6 0,1-1 16,-1-3-16,-2 1 0,3-5 0,-1-2 16,1-5-16,-1-2 0,0-2 0,1-4 15,-1-3-15,3 0 0,-1-8 0,3 2 16,-2 2-16,-1 2 0,1 2 0,2 5 16,-2 2-16,1 4 0,-1 1 0,2 6 15,-5 0-15,5 2 0,0 2 0,0 5 16,-1 0-16,6 4 0,-3-2 15,2 2-15,2 5 0,3 0 0,0-1 16,-1-1-16,3-1 0,-2-2 0,-1 3 16,-1-5-16,-1 2 0,-1-2 0,-1 0 15,-2-4-15,-2 2 0,-1-5 0,-1-2 16,0 3-16,-1-5 0,1-3 16,-3-3-16,3-1 0,2-6 0,2 2 15,2-2-15</inkml:trace>
  <inkml:trace contextRef="#ctx0" brushRef="#br3" timeOffset="-78966.34">13906 11397 0,'0'0'0,"2"-2"0,0 2 0,7-5 16,2 5-16,0-4 0,5 4 15,1-5-15,3 5 0,-2 0 0,2 0 16,0 0-16,-1 0 0,6 0 0,-3 0 15,-2 3-15,-1-1 0,-3-2 0,-3-2 16,0-1-16,-4 3 0,-2-4 0,-5 0 16,0-1-16,-4-1 0,0-3 0,2 2 15,-2 3-15</inkml:trace>
  <inkml:trace contextRef="#ctx0" brushRef="#br3" timeOffset="-78823.84">13818 11344 0,'0'-2'0,"2"0"0,-2 2 0,2-3 15,3-1-15,6-3 0,2-1 16,2 1-16,5 0 0,2-4 0,9 2 16,-2-2-16,2-2 15,2 2-15,-5 2 0,1 3 0,-2-3 0,-5 2 0,2 1 16,-4-5-16</inkml:trace>
  <inkml:trace contextRef="#ctx0" brushRef="#br3" timeOffset="-78040.43">14762 10500 0,'0'-3'0,"-3"-1"0,3 0 0,-2-1 0,2 3 16,0 0-16,2 2 0,-2 2 0,3 0 15,-1 5-15,0 2 0,5 4 0,-3 2 16,0 5-16,1 4 0,-1 9 0,1 0 15,1 1-15,-1-1 0,-1 0 16,0-2-16,1-1 0,-3 1 0,2 0 16,1 0-16,-3-2 15,3-7-15,-1-2 0,0-5 0,-1-2 0,-1-2 0,2-2 16,-2-2-16,3-3 0,-5-2 0,4 1 16,-2-1-16,1-2 0,1 0 15,-2 0-15,0 2 0,1 0 0,-3 3 0,0-1 16</inkml:trace>
  <inkml:trace contextRef="#ctx0" brushRef="#br3" timeOffset="-77738.77">14519 11243 0,'2'-3'0,"-2"3"0,2-4 0,5 2 0,0-5 0,6 1 16,2-1-16,10 0 0,10-4 0,5 2 15,1 1-15,-1-3 0,6 6 16,5 1-16,20-1 0,6 1 0,15 0 16,-14-1-16,-21 3 0,-13 0 0,-4 0 15,-1-1-15,-6-1 0,-2 2 0,-4-3 32,-3 1-32,-4 2 0,-2-3 15,-7 5-15,-3-2 0,-1 0 0,2 2 16,-3 0-16,-1-2 0,-3 4 0,-11-2 15,3 2-15,3 0 0,6-2 0,-3 2 16,-3 3-16,-1-1 0,4-1 0,-4-1 16,1 2-16</inkml:trace>
  <inkml:trace contextRef="#ctx0" brushRef="#br3" timeOffset="-75530.43">14711 10557 0,'2'-5'0,"0"-1"0,-2 6 0,2-9 0,3 0 0,-5 0 0,2 3 15,2-3-15,-4 2 0,5 1 0,-3 1 0,0 1 0,3 2 16,-3-3-16,0 5 0,3 0 16,-3 0-16,-2 0 0,2 5 0,0-1 15,-2 3-15,0-1 0,2 3 0,1 2 16,-3 0-16,0 2 0,2 1 15,0-1-15,-2 5 0,2-3 0,0 3 16,1 6-16,-3 0 0,0 0 0,0-2 16,0 5-16,-3-5 0,6 0 15,-1-2-15,2-3 0,1 1 0,-3 2 0,2 0 16,-2 2-16,3-2 0,-1-5 0,-4 3 31,2-1-31,1 1 0,-3-5 0,-3 0 0,3-1 0,0-1 0,-2-3 16,2-1-16,0 0 0,0-1 0,0-1 31,0-3-31,0-9 0,0 5 0,-2 0 16,2 0-16,2 2 0,-2 2 0,0 2 15,0 1-15,2-5 0,1 2 16,-1-2-16,0 0 0,-4-2 0,0 2 16,4-3-16,0-1 0,-2 0 0,4-5 15,-1 2-15,1-2 0,3-2 0,-1 0 16,1-2-16,2-2 0,-3-1 0,3 1 15,2-1-15,0-1 0,0 3 0,0 1 16,-2 0-16,0 4 0,2 0 0,-2 1 16,2-1-16,-2 2 0,2-2 15,0 5-15,-3 2 0,1-1 0,2 3 16,-4-2-16,2 2 0,-5 2 0,3 1 16,-1 1-16,-1 3 0,-1 2 0,-2-1 15,3 3-15,-5-2 0,2 4 0,0-2 16,0 0-16,-2 3 0,5-3 15,-3 2-15,2-2 0,1 0 0,4 2 16,0 0-16,4-2 0,0-2 0,2-2 16,3 0-16,-3-3 0,-1-2 0,3-2 15,1 0-15,-3-4 0,5 2 16,-4-5-16,1 0 0,-1 3 0,-1-5 0,-2 2 16,3-1-16,-5-1 0,0-2 15,0-2-15,-2-3 0,-3 3 0,3 2 16</inkml:trace>
  <inkml:trace contextRef="#ctx0" brushRef="#br3" timeOffset="-75307.7">15968 10672 0,'0'0'0,"0"-3"0,-3 3 0,-1 0 0,2 0 0,0-4 15,2 0-15,4-3 0,-2-2 0,3-2 16,-3 0-16,-2-2 0,0-3 16,-2-1-16,2 1 0</inkml:trace>
  <inkml:trace contextRef="#ctx0" brushRef="#br3" timeOffset="-75037.79">15672 10345 0,'-4'2'0,"-5"1"0,9-3 0,-13 4 16,-5 3-16,-2 1 0,-4 6 0,-11 10 0,-1 2 16,1 5-16,2 7 0,-2 12 15,8 1-15,12-5 0,8 1 0,14-1 16,8-2-16,18 5 0,9-14 0,2-9 16,3-1-16,-3-8 0,-5-3 15,1-8 1,-2 3-16,4-5 0,2 5 0,4-9 0,-2 0 0,-4-6 0,-2-3 15,-7-4-15,-4-10 0,-7-1 0,-2-2 16,-5 8-16,1-2 0,-5-6 0,-5-7 16,-1-3-16,-3 3 0,-2 5 15,-5-1-15,-1 9 0,-5 3 0,0 3 16,-3 1-16,1 4 16,-2 3-16,2-1 0,-1 5 0,1-3 0,2 3 0,-2 0 15,2 0-15,0 2 0,0 0 0</inkml:trace>
  <inkml:trace contextRef="#ctx0" brushRef="#br3" timeOffset="-74736.87">15738 10661 0,'-2'0'0,"2"0"0,0 0 0,0-3 16,0 3-16,0-2 0,2 2 0,1 5 16,1-3-16,3 4 0,1-1 0,1 6 15,2-2-15,5 6 0,8 7 0,-2-2 16,-4 2-16,-1 2 0,-1 3 16,1-5-16,1-2 0,-3-1 0,3 1 15,2-4-15,0-1 0,-5-4 0,3-2 16,-3 0-16,-2-5 0,1-2 15,-3-2-15,0 0 0,-5 0 0,3 3 16,-4-1-16,-1-2 0,3 2 0,-3 0 16,3-2-16,1 2 0</inkml:trace>
  <inkml:trace contextRef="#ctx0" brushRef="#br3" timeOffset="-74465.46">16118 10817 0,'0'-2'0,"0"0"0,0 2 0,-3-3 0,-1 1 0,2 0 15,-3-2-15,1-1 0,2 1 0,-3-1 16,1-1-16,-1-1 0,1-2 15,0-2-15,1 0 0,-1 0 0,0-4 16,-1 2-16,1-3 0,-3 1 0,-2-3 16,1 3-16,-1-1 0,0 1 0,2 2 15</inkml:trace>
  <inkml:trace contextRef="#ctx0" brushRef="#br3" timeOffset="-74354.12">15716 10299 0,'-6'-2'0,"-3"-5"0,-2 3 0,-2-5 0,-5 2 16,0-2-16,-2 1 0,3 1 0,-14-2 15,7 3-15,-3-1 16,3 5-16,2 0 0,4 2 0,1 2 16,8-2-16,0 6 0,2-3 0,3-1 0</inkml:trace>
  <inkml:trace contextRef="#ctx0" brushRef="#br3" timeOffset="-73366.19">15251 11163 0,'0'0'0,"0"-2"0,0 2 0,2-2 0,-2 0 0,0-1 16,2 1-16,1 0 0,1-2 0,0 1 15,3 3-15,0 0 0,2 0 0,2-2 16,2 4-16,2-2 0,5 0 16,0-2-16,4 2 0,9-2 0,2 0 15,-1 0-15,-1-3 0,4 3 0,-4 0 16,7 2-16,17 0 0,5 0 15,22 0-15,-18 2 0,-11 2 0,5-1 16,1 3-16,-3-1 0,3-1 0,-1-4 16,-5 0-16,-7 0 0,-3-2 0,-1 2 15,6-2-15,3 2 0,2-3 0,-4 1 16,-9 0-16,-2 0 0,-5 2 0,-2-2 16,7 2-16,-3-3 0,-1 3 0,-6-2 15,-1-2-15,-5 4 0,-6-2 16,-3 2-16,-1-3 0,-8 3 0,1 0 15,-1 0-15,-1-2 0,-3 2 0,-15 2 16,8-2-16,1 0 0,4 0 0,-2 0 16,2 0-16,0 0 0,0 0 0,0 0 15,0 0-15,0 0 0,4 0 0,-2 0 16,1 0-16,-1 0 0,-2 0 0,0 0 16,0-2-16,0 0 0,-2 2 15,-1 0-15,3-2 0,-2 2 0,0-3 16,0 3-16,0 0 0,-1 0 0,1 0 15,0-2-15,2 2 0,-2 0 0,2 0 16,-2 0-16,2 0 0,0 0 0,-3 0 16,3-2-16,-2 2 15,2 0-15,0 0 0,0 0 0,-2 0 0,0 0 16,2 0-16,-2-2 0,-1 2 0,1-2 16,0 2-16,0 0 0,2-3 0,-2 3 15,-1 0-15,3 0 16,0 0-16,-2 0 0,2 0 0,-2 0 0,2 0 0,0 0 15,0 0-15,0 0 0,0 0 16,0 0-16,0 0 0,0 0 16,0 0-16,-2 0 0,2 0 0,0 0 0,0 0 15,0 0-15,0 0 0,0 0 0,0 0 16,0 0 0,0 0-16,0 0 0,-2 0 0,2 0 0,0 0 0,0 0 15,0 0-15,0 0 0,0 0 0,0-2 16,0 2-16,0 0 0,0 0 0,0 0 15,0-2-15,-3 2 0,-1-2 0,2 0 32,-3-1-32</inkml:trace>
  <inkml:trace contextRef="#ctx0" brushRef="#br3" timeOffset="-71850.84">16001 10804 0,'-5'0'0,"5"0"0,0 0 0,0-2 0,-2-1 0,4-1 0,-2 0 0,2-1 0,1-1 16,-1 1-16,0 1 0,0-1 0,0 1 15,1 0-15,-3 1 0,-3-1 0,3-1 16,-4 1-16,2 0 0,0-1 15,-5-4-15,3 1 0,-3-1 0,0 0 16,1-4-16,-3 2 0,0-2 0,-2-1 16,-2-3-16,-5-1 0,1-2 0,-3 0 15,-4-4-15,-1 0 0,-3-7 16,-10-7-16,1 1 0,1 2 0,3 4 16,0 2-16,2 5 0,-2 4 15,2 2-15,-4 3 0,0 6 0,0 5 0,6-1 16,0 1-16,9 0 0,5 1 15,4 3-15,4-2 0,3 2 0,2 0 16,4 2-16,2 1 0,10 3 0,1 1 16,-2-3-16,5 1 0,6 3 0,3 3 15,3 5-15,1-1 0,2 5 0,12 7 16,1 3-16,-4-3 0,-3-1 16,5 1-16,-4-5 0,-2 2 15,-5-4-15,4 4 0,-10-4 0,-5 0 0,-7-5 16,-2 3-1,-2-5-15,-4 3 0,-3-3 0,-1-2 0,-1 4 0,0-1 0,0-3 16,0 2-16,-2 2 0,0-2 0,3 1 16,-1-1-16,0 0 0,0 3 0</inkml:trace>
  <inkml:trace contextRef="#ctx0" brushRef="#br3" timeOffset="-70366.08">15467 11617 0,'0'-2'0,"-2"0"0,2 0 0,-2 0 0,-1-1 16,3-1-16,0 0 0,0-1 0,0 1 16,3-3-16,-1 1 0,5-3 15,-1 0-15,1 2 0,2-2 0,2 1 16,2 1-16,-2-2 0,0 3 0,0 1 15,2 1-15,-4-1 0,2 3 0,-2 2 16,4 2-16,-2 3 0,-2 1 0,2 3 16,-2 7-16,2-1 0,-5 5 15,3 11-15,-2 0 0,-5 0 0,-2-1 16,0 6-16,-7-1 0,1 2 0,-1 3 16,-6 2-16,0 2 0,-9 9 0,0-4 15,0-8-15,-5-5 0,-2-8 16,5-8-16,-2 0 0,1-7 0,3-2 15,3-6-15,3-1 0,5-4 0,2 0 16,3 0-16,1 0 16,3-4-16,2-1 0,4 1 0,1-1 0,6-1 0,-2 1 15,6 1-15,3 0 0,2-1 16,6 1-16,3-1 0,-1 3 0,5-2 16,3-1-1,1 3-15,21 0 0,-6 2 0,4 0 0,-8 0 0,1 0 0,-10 2 16,1 0-16,-9-2 0,-2 3 0,-5-1 15,-2-2-15,-5 2 0,-1 0 0,-1 3 16,1-3-16,-3 2 0</inkml:trace>
  <inkml:trace contextRef="#ctx0" brushRef="#br3" timeOffset="-69761.49">17418 11190 0,'0'0'0,"0"-5"0,-4 5 0,2-4 0,-3 2 0,3-1 15,0 1-15,0 0 0,0 0 16,2 2-16,0-2 0,2-1 0,2 3 15,3-4-15,4 4 0,0-4 0,2 1 16,5 1-16,-1-2 0,1 2 0,0-3 16,10 1-16,1-1 0,0 1 15,1 0-15,-1 1 0,2-1 0,-2-1 16,-1 3-16,-1-2 0,-1 2 0,-4-5 16,-2 5-16,-2 0 0,-3-3 15,-2 5-15,-4-2 0,0 0 0,-9 2 0,-2 0 16,2 0-16,2-2 0,0-1 0,-4 3 15,-5-2-15,-4 2 0,5 0 16,-1 0-16</inkml:trace>
  <inkml:trace contextRef="#ctx0" brushRef="#br3" timeOffset="-69523.16">17471 11004 0,'-2'0'0,"2"-2"0,0 2 0,-2-2 0,2-2 0,2 1 0,0-1 0,3 0 0,1-1 0,3 1 15,2-1-15,2 1 0,1 0 0,3-1 16,-1 1-16,10 2 0,1-1 0,-3 1 16,5 0-16,-3 0 0,-2 2 15,1 4-15,-1-4 0,0-2 0,0 0 16,-2 0 0,0-1-16,-2 1 0,0 2 0,-5 2 0,1-2 0,-3-2 0,-2 0 15,-2 2-15,2 0 16,-4 0-16,-1 2 0,1 3 0,-3-1 0,3 3 15</inkml:trace>
  <inkml:trace contextRef="#ctx0" brushRef="#br3" timeOffset="-63048.7">18450 10120 0,'0'0'0,"-4"3"0,-1 3 0,-6-1 0,3 3 0,-3 1 16,-3 4-16,-5 9 0,-1 1 0,4 1 15,1 4-15,-1 3 0,3 2 16,2 0-16,2 3 0,5-3 0,4-2 15,2 2-15,5-7 0,6 3 0,0-7 16,11 2-16,1-4 0,-3-5 0,4 1 16,-2-5-16,3 2 0,2-2 0,-5 0 15,4-2-15,-8 0 0,2-5 0,-4 3 16,-3-3-16,3 1 0,-2-1 0,-5-2 16,2-2-16,-2 0 0,-5-2 15,1-2-15,0-1 0</inkml:trace>
  <inkml:trace contextRef="#ctx0" brushRef="#br3" timeOffset="-62935.54">18732 10301 0,'0'0'0,"0"0"0</inkml:trace>
  <inkml:trace contextRef="#ctx0" brushRef="#br3" timeOffset="-62665.27">18708 10294 0,'0'0'0,"-2"3"0,0 1 0,0 3 16,2 6-16,0 0 0,0 5 0,2 4 15,0 0-15,2 2 0,3 7 0,4-2 16,0-3-16,0-4 0,2-4 0,-2-5 16,3-2-16,-3-2 0,2-2 15,-2-3-15,0 0 0,0-6 0,0-2 16,0-1-16,0-3 0,-4 5 0,1-3 16,-3 1-16,-1-4 0,1-2 0,-3-6 15,-2-5-15,-2-2 0,-3-1 0,1 1 16,-3 4-16,-2 0 0,1 3 15,-3-1-15,-3 7 0,1 0 0,0 2 16,0 5-16,-3 4 0,3-2 0,-2 2 16,1 2-16,3 2 0,-4 5 0,4 2 15,0 2-15,0 3 0,4-3 0,3 2 16,-1 1-16,5-3 0,0 0 16,5 0-16,4 1 0,-1-1 0,3-2 15,3 0-15</inkml:trace>
  <inkml:trace contextRef="#ctx0" brushRef="#br3" timeOffset="-62492.61">19173 10444 0,'0'0'0,"-2"3"0,0-1 0,0 0 0,0 0 0,2 5 0,-3-5 16,1 0-16,0 3 0,2-1 15,0 1-15,2 1 0,0-1 0,-2 1 0,3 1 16,-3-1-16,0 1 0,0 0 15,2-3 1,0 3-16,0-5 0,0-2 0,3-5 0,1-1 0,3-1 0,-4 1 16</inkml:trace>
  <inkml:trace contextRef="#ctx0" brushRef="#br3" timeOffset="-62144">19341 10264 0,'0'-3'0,"0"-1"0,0 4 0,-2-7 0,0 1 0,2-3 0,4 2 15,-2-1-15,3-3 0,-1 2 0,5 0 16,-5 0-16,5 5 0,2-3 0,-2 3 16,2-1-16,2 5 0,0 0 31,3 0-31,-1 5 0,-1-3 0,-1 2 16,0 1-16,-2 3 0,-2 3 0,2 3 15,-2-1-15,-5 2 0,-2 1 0,1 1 16,-3 8-16,-5-5 0,-2 8 0,-4-1 15,0-1-15,3 1 0,-3-5 0,4-3 16,-2 1-16,5-2 0,2 0 16,2-3-16,0-2 0,2-2 0,2 0 15,3-2-15,2-4 0,4 1 0,0-4 16,5 1-16,2-6 0,2 3 16,2 0-16,0-2 0,0 0 0,-4-2 15,0-1-15,-2-4 0,2 3 0,-5-5 16,0 0-16,-1-5 0,-3-1 0,-5-3 15,-1 0-15,-3 0 0</inkml:trace>
  <inkml:trace contextRef="#ctx0" brushRef="#br3" timeOffset="-61859.3">19872 10180 0,'3'0'0,"-6"0"0,-3-2 0,-3-1 0,2 1 16,-1 0-16,-1 0 0,-2 2 0,0 0 15,0 0-15,0 4 0,0-2 16,2 3-16,-2 1 0,6 1 0,-1 2 15,4-2-15,-1 1 0,6 3 0,-1 3 16,2-1-16,3 0 0,2 2 0,-1 1 16,6 4-16,1 2 0,0 0 0,3 0 15,-2 0-15,-1-2 0,-2 0 16,-2-1-16,-2-1 0,-5-2 0,-1-1 16,-6-2-16,-1 0 0,-5-2 0,-2 0 15,0-2-15,2 0 0,1-2 0,-3-1 16,6-3-16,-1 1 15,1-2-15,1-2 0,-1-2 0,1 0 16,4-3-16,-2 1 0,2 0 0,0-5 0,-3-5 16,1 1-16,-4 0 0</inkml:trace>
  <inkml:trace contextRef="#ctx0" brushRef="#br3" timeOffset="-61669.23">19742 10266 0,'-2'0'0,"0"-2"0,-2-1 0,1-1 0,1 0 0,-2-1 15,4 1-15,0-1 0,4 1 0,1 0 16,6-1-16,0 1 0,4-1 0,3 1 16,1 2-16,12-3 0,2 3 15,5 0-15,-3 2 0,0 0 0,-4-2 16,-2-1-16,0 1 0,-7 0 0,-5-2 16,1 4-16,-7-3 0,0 3 0,-7 0 15,3 0-15,-5 0 0</inkml:trace>
  <inkml:trace contextRef="#ctx0" brushRef="#br3" timeOffset="-61383.88">20265 9944 0,'2'2'0,"2"-2"0,3 0 0,2 0 0,4 2 0,0 5 0,3 2 0,1 2 16,1 9-16,4 8 0,-4 3 0,2 2 15,-7 3-15,0 1 0,-2 0 0,-4 3 16,-3 11-16,-6 2 0,-5-2 16,-4-7-16,0-2 0,-6-7 0,-3-7 15,2-1-15,-4-5 0,2-2 0,0-5 16,3-2-16,-1-2 0,5 3 0,0-3 16,4 0-16,0-2 0,5-1 0,-3 3 15,0-2 1,5 0-16,-2-2 0,-3-1 0,-2-4 0,1 3 0,-3-1 15</inkml:trace>
  <inkml:trace contextRef="#ctx0" brushRef="#br3" timeOffset="-60746.72">20706 10048 0,'-2'-5'0,"-1"-1"0,-1-3 0,4 0 0,2 0 0,3-2 0,-1 2 16,3 3-16,-1-3 0,-1 2 15,1 3-15,-3-1 0,1 1 0,-2 4 16,0 2-16,-2 3 0,-4 1 0,2 5 16,-3 5-16,1 1 0,-1 3 0,-1 2 15,-3 0-15,-4 9 0,2-2 0,0-1 16,2 1-16,2 0 15,3 2-15,2-1 0,4 4 0,2-1 0,1 2 16,1 0-16,10 9 0,6-4 16,0-7-16,7-2 0,-1-7 0,5-6 0,0-5 15,0-2-15,-2 0 0,-4-2 0,-5 2 16,-2-2-16,-5-5 0,-6 3 0,2-3 16,-4-2-16,-1 1 0,-1-1 15,1 0-15,-1-4 0,-3 2 0,-9-7 16,7 7-16,0 0 0,0-2 15,0 0-15,-6 0 0,6 2 0,-3 0 0,6 2 16</inkml:trace>
  <inkml:trace contextRef="#ctx0" brushRef="#br3" timeOffset="-58107.3">21167 10286 0,'0'-3'0,"0"1"0,0-2 0,0-3 16,0-2-16,0 3 0,-3-5 0,3 4 15,-2-2-15,-2 5 0,-1-3 0,-3 5 16,-1-2-16,-4 2 0,-3 2 0,-2 0 16,1 2-16,-12 4 0,7-1 0,-7 6 15,5-2-15,2 2 0,2 0 16,-2 6-16,2 5 0,3 5 0,4-3 15,6 0-15,5-2 0,8 0 0,1-4 16,4 0-16,2-1 0,5-6 0,4-2 16,2-4-16,3-5 0,1-3 0,3-3 15,-2-1-15,-3-2 0,1 0 0,-5-6 16,-2 0-16,-3-3 0,-6 3 16,-4-1-16,-3-8 0,-4 11 0,-2-3 15,-4 1-15,-3 2 0,-5 1 0,1 1 16,-2 3-16,2 1 0,-3 0 0,1 3 15,1 0-15,3 1 0,-2 1 16,4 2-16,3 0 0,-1 5 0,3-3 16,2 2-16,-1 1 0</inkml:trace>
  <inkml:trace contextRef="#ctx0" brushRef="#br3" timeOffset="-57963.98">21387 10407 0,'-4'0'0,"2"0"0,-1 0 0,1 0 0,0 4 0,0-4 0,-3 5 15,3 1-15,0-3 0,-3 3 0,3-1 16,0-1-16,0-2 0,-3-2 0,3 0 16,0 0-16,2 0 0,0-2 0,0-2 15,-2-1-15,-3-4 0</inkml:trace>
  <inkml:trace contextRef="#ctx0" brushRef="#br3" timeOffset="-57547.35">21590 10180 0,'-2'-2'0,"-3"-1"0,5 3 0,-4-6 0,0 1 0,-3-3 0,3-3 0,1-3 15,1 3-15,2-2 0,5 2 0,3 0 16,3 0-16,3 4 0,1 1 0,3-1 16,-1 5-16,3 0 15,4 2-15,-2 4 0,-2 1 0,-2-1 16,-3 5-16,-6-3 0,0-1 0,0 4 0,-3 6 15,-1 1-15,-5-8 0,0 3 0,-2 0 16,-5 0-16,-2 3 16,0-3-16,-4 2 0,0 0 0,2 0 0,-2 1 15,2-3-15,2 2 0,0-2 0,7 4 16,0-4-16,4 3 0,2-1 0,7 0 16,0-2-16,5 2 0,-3-2 0,5 3 15,-3-3-15,0 2 0,1-2 0,-3 0 31,0 2-31,-4-4 0,-4 0 16,-1-3-16,-6 3 0,-5-2 0,-2-1 16,-4 1-16,0 2 0,-3-3 0,1 3 15,-5-2-15,5-1 0,-3-1 0,0-3 16,3 2-16,2-1 0,2-1 0,2 0 16,2-6-16,3-1 0,4-1 0,2-3 15,3-2-15,-1-2 0,-2-1 16</inkml:trace>
  <inkml:trace contextRef="#ctx0" brushRef="#br3" timeOffset="-57153.59">22214 10202 0,'2'0'0,"0"-2"0,1-3 0,-1-1 15,-2-3-15,-2 0 0,-1-2 0,-5 2 16,-1-2-16,-4 2 0,-1 3 16,-3 1-16,-5 3 0,-9 0 15,-2 2-15,-3 2 0,3 3 0,0-1 0,5 0 16,1 1-16,5 4 0,9-3 15,2 3-15,6 2 0,10-2 0,4 0 0,2 2 16,6-2-16,5 2 0,5 2 16,1-2-16,3 2 0,0 2 0,11 7 15,0 1-15,-7-4 0,1 3 0,-3 0 16,-5 1-16,-3-4 0,-6 1 0,-5 0 16,-8-7-16,-6 3 0,-6-5 15,-5-2-15,-5-1 0,-4-1 0,0 0 16,1-1-16,-3-1 0,0-3 0,2 0 15,-2-6-15,2 1 0,4-1 0,1-5 16,2 0-16,4-2 0,4 0 0,3 0 16,2-6-16,2-3 0,5-2 0,0-2 15,2-1-15,2 1 0,2 0 16,-2 0-16,2 4 0,0 0 0,0 2 16,1 1-16,-3 1 0,2 3 0,-4 2 15,0 0-15,-1 2 0,1 5 0,2 1 16,0 3-16</inkml:trace>
  <inkml:trace contextRef="#ctx0" brushRef="#br3" timeOffset="-56884.49">22470 9915 0,'2'0'0,"0"2"0,-2-2 0,9 0 0,2 3 15,2 1-15,3 0 0,-1 5 0,5 7 16,-5-1-16,10 14 0,-1 0 0,-4 4 15,-3 0-15,1 0 0,-5 2 16,-4 0-16,-2-2 0,-7 11 0,-3-4 16,-5-2-16,-1-3 0,-2-4 0,0-5 15,-2 1-15,-1-5 0,1 0 0,0-5 16,4 1-16,-2-5 0,2 1 0,0-6 16,1 1-16,1-2 0,0 2 0,3-5 15,-1-2-15,1 0 0,-3 1 16,3-1-16,0-2 0,-1 2 0,-1-2 15</inkml:trace>
  <inkml:trace contextRef="#ctx0" brushRef="#br3" timeOffset="-55556.42">22942 9840 0,'0'-2'0,"0"0"0,0 2 0,2-2 0,0-1 0,-2-1 0,0 0 0,0-1 0,-2 1 15,2-1-15,-2 1 0,2 2 0,-3 2 16,-1 2-16,0 0 0,-1 3 0,1 3 16,-1 3-16,1-2 0,0 11 0,-3 0 15,0 20-15,-2 4 0,5 0 16,0-2-16,-3-3 0,7-1 0,2-3 16,3-2-16,3-2 0,3 7 0,3-3 15,1 0-15,1-4 0,1-2 0,5-1 16,3-1-16,-1-3 0,4-4 15,3-5-15,-2-6 0,4 0 0,-6 0 16,-1-3-16,-4 1 0,-4-3 0,-1 1 16,-6-3-16,0-2 0,0 0 0,0 2 15,-2 0-15,-2 1 0,-1-1 16,1-2-16,-3 0 0,1-2 0,-1 2 0,-2 0 16,-2-3-16,0 3 0,-2 0 0</inkml:trace>
  <inkml:trace contextRef="#ctx0" brushRef="#br3" timeOffset="-51974.75">16398 10998 0,'-3'2'0,"1"-2"0,2 0 0,-4 0 0,2 0 0,-1 0 0,1 0 0,0 0 0,2 0 16,-2 0-16,2 0 0,-2 0 15,2 0-15,0 0 0,0 0 0,0 0 16,0 0-16,2 0 0,-2 0 0,2 0 16,0-2-16,0 0 0,3-1 0,-1-1 15,1 0-15,-1-1 0,0 1 0,1-1 16,-1-3-16,1 1 0,-1-4 15,0 0-15,3 0 16,-3 0-16,-1-2 0,1-3 0,0 1 0,1-7 0,1 2 16,1 0-16,-2 5 15,1 1-15,-1 3 0,1 3 0,-1-1 0,1 2 0,1 3 16,-3 1-16,1 1 0,1 2 16,-1 2-16,-1 1 0,5 3 0,-3 3 15,1 2-15,2 2 0,-2 1 0,-1-1 16,5 4-1,-4-3-15,2 1 0,-1-2 0,1 3 0,-2-3 0,2-2 0,-3 2 16,3-4-16,-4 0 0,1 0 16,-1-3-16,-1 1 0,0-3 0,1-1 15,-1-1-15,-2 0 0,3-2 0,-1-2 16,1-3-16,-3 1 0,0 0 0,2-1 16,-4 1-16,0-3 0,0-4 0,3-2 15,-3 0-15,0-5 0,0 0 16,2 1-16,-2-3 0,0 4 0,2 1 15,-2 2-15,0 0 0,2 2 0,0 2 16,-2 2-16,3 0 0,-1 3 0,0 2 16,0 2-16,0 0 0,3 0 0,-1 4 15,-1 3-15,1-1 0,3 6 16,-1-4-16,-1 6 0,3-1 0,1 2 16,0 3-16,2-3 0,0 3 0,0-3 15,2 5-15,-2-2 0,-2-3 0,2 1 16,-2-3-16,2-2 0,-4 0 31,-1-2-31,3 0 0,-2-1 0,-1-1 16,-1-3-16,1 3 0,-1 0 0,-3-1 15,2-1-15,-1 4 0</inkml:trace>
  <inkml:trace contextRef="#ctx0" brushRef="#br3" timeOffset="-50666.98">10786 9040 0,'-2'2'0,"2"-2"0,0 2 0,0-2 0,2 5 16,0-1-16,3 5 0,1 0 0,3 2 16,-2 2-16,2 5 0,2 2 0,2 6 15,0 3-15,3 2 0,-1-1 16,0 3-16,3 3 0,2-3 0,9 9 0,-1-7 15,3-2-15,4 2 0,3-2 16,8 5-16,-2-3 0,0-4 0,-8-2 16,-3-1-16,0 1 0,-2-3 0,4-3 15,0-6-15,3-4 0,1 1 0,3 1 16,0-4-16,0 2 0,-7-4 0,-2 2 16,-4 2-16,0-2 0,-1 0 15,8 0-15,-1 0 0,2 1 0,3-4 16,-7 1-16,-2-4 0,-2 1 0,-3-1 15,-4-3-15,-2 0 0,-2-2 0,-7 0 16,-2-2-16,-1 0 0,1-1 16,2 1-16,-6-2 0,-3 2 0,0-3 15,-4-1-15,0-1 0,-3 0 0,-4-2 16,1 3-16,-6-5 0,6 4 0,-3-2 16,-5-2-16,-2 0 0,-1 0 0,-1 0 15,-2 0-15,0 0 0,2 2 0,-2 1 16,2-1-16,2 2 0,1 3 15,3-1-15,3 1 0,3 2 0,1 2 16,0 0-16,3 2 0,4 2 0,4 1 16,3-1-16,2 3 0,2-3 0,4 5 15,3-2-15,2 1 0,4-1 0,-2 2 16,2-2-16,-2-1 0,9 5 0,-2-2 16,-5 0-16,0 2 0,-4-2 15,0 2-15,-5-3 0,1 6 0,-5-3 16,-2 2-16,-3 2 0,-3-1 0,-3 3 15,-3-1-15,-1-1 0,-5 3 16,3-5-16,-5 2 0,-1 3 0,4-5 16,-6 3-16,1-3 0,2 0 0,-2-4 15,2 2-15,0-4 0,0-1 0,2 3 16,2-2-16,3-3 0,0 1 0,1 1 16,-1 3-16,2-5 0,0 5 0,-1 2 15</inkml:trace>
  <inkml:trace contextRef="#ctx0" brushRef="#br3" timeOffset="-48375.75">23166 9790 0,'0'0'0,"-4"-3"0,2 3 0,-5-4 0,1 0 16,-1 1-16,-2 1 0,3-4 0,-1 1 31,0 1-31,1-1 0,1 1 0,3-1 16,-2 3-16,4 0 0,0 2 0,0-2 15,4 2-15,1 0 0,6 0 0,0 0 16,6 2-16,1-2 0,0 0 16,4-2-16,0 2 0,4-2 0,-4-1 0,2 6 15,-10-1-15,-1 0 0,0 0 16,-4 0-16,0 3 0,-3-1 0,-1 5 15,-3 2-15,0-2 0,-4 6 0,0-1 16,-3 5-16,-1 1 0,-3 9 0,0 4 16,0 0-16,-2 0 0,2 2 0,3 1 15,-3-3-15,5-2 0,-1 0 16,5-3-16,0-1 0,-2-3 0,2 0 16,0-4-16,2 4 0,-2-4 0,2-2 15,1-1-15,1-1 0,-2-3 0,0-4 16,1 0-16,-1-3 0,-2-1 15,0-1-15,0-4 0,0-2 0,0 0 16,-5-5-16,-1 3 0,-1-1 0</inkml:trace>
  <inkml:trace contextRef="#ctx0" brushRef="#br3" timeOffset="-48201.37">23085 10182 0,'-2'0'0,"2"0"0,0 0 0,2-2 16,2 2-16,3-2 0,4-1 0,2 1 15,5 0-15,2-5 0,8 1 0,-1-1 16,-1 1-16,1-1 0,-3 3 16,0-5-16,3 2 0,-1 0 0,1 1 15,-1-1-15,0-2 0,3-2 0,-2-2 16,-5-2-16</inkml:trace>
  <inkml:trace contextRef="#ctx0" brushRef="#br3" timeOffset="-47852.23">23585 9856 0,'3'0'0,"-1"-5"0,-2 5 0,4-2 0,3 0 0,2-5 0,4 3 15,-2-3-15,7 3 16,-1-1-16,3 1 0,6 2 0,3 0 0,-2 2 16,-1 2-16,-2-2 0,-4 4 0,0 1 15,-5 3-15,-1 3 0,-3 1 0,-7 1 16,-4 4-16,-2 3 0,-7 0 0,0 4 15,-6 1-15,2 3 0,-3-1 16,1 1-16,-3-1 0,5-1 0,0-1 16,4-1-16,2 0 0,3 0 0,-1-2 15,5-2-15,0 0 0,5 0 0,1-5 16,5 1-16,0-1 0,7-2 0,2-2 16,2-2-16,4-2 0,12-5 0,-3-4 15,-2 0-15,-2-5 0,-4 0 16,-5-1-1,0-3-15,-7 2 0,-2-2 0,-2 0 16,-2 0-16,0 0 0,-2 0 0,-5 2 16,-2 2-16,0 1 0,0 1 0</inkml:trace>
  <inkml:trace contextRef="#ctx0" brushRef="#br3" timeOffset="-47422.28">24194 9812 0,'0'0'0,"0"0"0,0 0 0,-2-5 0,0 3 32,-1-2-32,1-1 0,2-1 15,0 1-15,2 1 0,3-3 0,4 5 16,-1-2-16,6 1 0,1 1 0,3 0 16,2 2-16,-1 0 0,10 0 0,-3 4 15,1-1-15,-5 3 0,-4-1 16,1 1-16,-5 1 0,-3 4 0,-7 0 15,1 0-15,-5 4 0,0-4 0,-5 5 16,-4-1-16,1 1 0,-12 6 0,0 2 16,7-9-16,-3 3 0,-1 2 0,1 2 15,3-2-15,8 0 0,1-3 0,8 1 16,3-1-16,4 1 0,2-5 0,3 3 16,1-1-16,-1-4 0,4 2 0,0-1 15,-3 1-15,-1 0 0,-5-2 16,0 0-16,-3 2 0,-3-4 0,-3 0 15,-4 2-15,-3-2 0,-1 2 0,-5 0 16,0-2-16,-7-1 0,-2 1 0,-4-2 16,-2-1-16,-5 1 0,0-5 15,0 0-15,5 3 0,1-5 0,3 0 16,7 0-16,4 0 0,0-7 0,6 7 16,3 0-16,2 0 0,5-2 0,-1 2 15,5-4-15,2-1 0,4 1 0,-4-1 16</inkml:trace>
  <inkml:trace contextRef="#ctx0" brushRef="#br3" timeOffset="-47071.25">24864 9893 0,'5'-2'0,"-5"-2"0,2-1 0,-2-1 16,0-1-16,-2 3 0,-1-1 0,-1 3 15,0 2-15,-5 0 0,0 4 16,-2 5-16,2 2 0,-4 2 0,2 7 15,0 0-15,2 13 0,0 2 0,5-4 16,4 0-16,2 0 0,2-7 0,3 1 16,4-3-16,0-5 0,2 1 0,1-5 15,1-2-15,0-2 0,-1-2 0,1-3 16,0-4-16,-1 0 0,1-2 0,-4-5 16,2-4-16,1-2 0,-6 2 15,1-5-15,0-6 0,-4-2 0,-1-2 16,-4-3-16,0 0 0,0 1 0,-7 3 15,-6-8-15,0 7 0,0 8 16,-7-2-16,-2 5 16,-3 2-16,10 6 0,-11 3 0,-1 4 0,3 0 0,-3 4 15,3 5-15,2 2 0,0 4 16,2 3-16,3 2 0,1 0 16,3 0-16,0-7 0</inkml:trace>
  <inkml:trace contextRef="#ctx0" brushRef="#br3" timeOffset="-46481.37">25041 9618 0,'0'0'0,"0"-3"0,0 3 0,4-2 0,0 0 0,3 0 16,0 0-16,4 2 0,0 2 0,4 2 16,1 3-16,-1-1 0,3 5 0,6 7 15,-4 4-15,0 0 0,-1 5 0,-1-1 16,0 3-16,-5-1 0,0 8 15,3 12-15,-8 5 0,1-2 0,-2 2 16,-5 6-16,-4-4 0,0-10 0,-1-8 16,-1-2-16,-5-2 0,-4 0 0,0 3 15,-5-3-15,0-5 0,-4 1 0,-2 0 16,0-5-16,-5-2 0,3-4 0,2-3 16,1 1-16,1-1 0,3 0 15,-1-1-15,4-1 0,3 0 0,4-2 16,3-2-16,3-5 0,1 5 0,2-4 15,0-1-15,5-2 0,-1 0 0,3 1 16,-1-3-16,1 0 0,2-3 0,-3 3 16,1 0-16,-3 0 0</inkml:trace>
  <inkml:trace contextRef="#ctx0" brushRef="#br3" timeOffset="-45443.94">18333 11104 0,'-4'0'0,"2"-3"0,0-1 0,2 0 0,2-1 0,4 1 0,1-1 15,2 1-15,4 0 0,0 1 0,5-1 16,4 2-16,13 0 0,5-3 0,4 3 16,5 0-16,1-3 0,27 1 15,3-3-15,32-1 0,-1-4 0,16-1 16,-45 2-16,6 2 0,3-4 0,1 7 15,-1-5-15,3 0 0,1-1 0,-2-1 16,4 4-16,-2-2 0,-1 0 0,3 7 16,7-7-16,0 0 0,4 4 0,6-1 15,3 1-15,-2-2 0,2 5 16,2-10-16,-5 10 0,1-7 0,2 4 16,-2 1-16,-5 1 0,5-3 0,-3 1 15,-2-2-15,-2 5 0,0-5 0,0 4 16,0-1-1,-2 1-15,0 1 0,0-3 0,0 3 0,2 2 0,-5 0 0,1 2 16,4 0 0,2 2-16,3 0 0,-7 0 0,2 0 0,2 1 0,-9-1 15,1 0-15,-5 2 0,-5 1 0,-1-3 16,1 0-16,-8-2 0,-2 2 0,-1-2 16,3 0-16,-7-2 0,-4 0 0,-7 2 15,0-2-15,7 0 0,0-3 16,-9 3-16,-5-2 0,-4 4 15,-2-3-15,5 6 0,-1-6 0,-4 3 0,-7-2 16,-11 2-16,-10 0 0,-1 0 0,-4 0 16,0-4-16,-7 4 0,-2-2 15,-4-1-15,1 3 0,-5-2 0,-6 0 16,1 2-16,-2-2 0,4 2 0</inkml:trace>
  <inkml:trace contextRef="#ctx0" brushRef="#br3" timeOffset="-44710.77">20981 11441 0,'-2'0'0,"2"0"0,0-2 0,0 0 15,2-1-15,1-1 0,-1 2 0,0-3 16,0 3-16,0-2 0,1 2 0,-1-1 16,-2-1-16,4 2 0,-1 0 15,1-1-15,0 1 0,1 0 0,1 2 16,-1-4-16,4 4 0,2 0 0,2-3 15,2 1-15,1 2 0,-1 0 0,3 5 16,2-5-16,-3 4 0,5 5 0,0-3 16,-2 5-16,-2 3 0,-3 3 0,-2 3 15,-6 2-15,-2 2 0,-3 3 0,-4 4 16,-7-3-16,-2 5 0,-3-4 0,-5 0 16,-3 2-16,-3-3 0,-1 1 15,-12 8-15,3-1 16,-5-1-16,1-2 0,-16 5 0,4-8 0,2-5 0,10-8 15,8-1-15,7-7 0,4 2 0,6-7 16,3 0-16,7-4 0,0 3 16,1-1-16,6-4 15,-1-1-15,4 1 0,5 0 0,3-2 16,-3 1-16,6 1 0,3-2 0,7 2 0,1-3 0,1 1 16,6-3-16,1 5 0,12-5 0,1 3 15,-1 0-15,1-1 16,1 3-16,1-3 0,-5 1 0,14-3 0,-9 1 15,-5 4-15,-4-1 0,-3 1 0,1 0 16,-2 0-16,-3 0 0,0-1 0,-2-1 16,-4 2-16,0 2 0,-3-2 0,0 2 15,3-5-15,-5-1 0</inkml:trace>
  <inkml:trace contextRef="#ctx0" brushRef="#br3" timeOffset="-44153.79">26097 10896 0,'-5'-2'0,"3"0"0,2 2 0,-2-2 0,2 0 15,0 2-15,0-5 0,-2 5 16,2 0-16,-2-2 0,2 2 0,2-2 0,0 0 15,0 2-15,5-3 0,-1 1 16,3 2-16,4 0 0,5 0 0,2 0 16,4 0-16,14 2 0,-3-2 0,0-2 15,-2 0-15,0 0 0,-2-3 0,-4 3 16,1 0-16,-3-2 0,-6 1 0,1-1 16,-4 2-16,-1 0 0,-2-3 0,-2 1 15,-4-1 1,-3 1-16,-1-1 0,-3 1 0,-5 0 0,3-1 0,0 3 15</inkml:trace>
  <inkml:trace contextRef="#ctx0" brushRef="#br3" timeOffset="-43900.26">26061 10696 0,'-2'0'0,"2"-2"0,0 2 0,2 0 0,1-5 0,1 3 0,5-2 0,0 1 0,4 1 0,2-2 16,3 2-16,13-1 0,2-1 15,0 4-15,0-2 0,2 0 0,-2-1 16,1 3-16,-6-2 0,3 0 0,-7 2 16,-2-2-16,-2-1 0,-2 3 0,-5-2 15,-2 0-15,-2 0 0,2 0 16,-7-3-16,3 3 0,-3-2 0,1 1 16,-1 1-16,-2 0 0,1 0 0,-3 0 15,2-1-15,0 3 0,0 3 0,3-1 16,-1 0-16</inkml:trace>
  <inkml:trace contextRef="#ctx0" brushRef="#br3" timeOffset="-39351.99">27715 10436 0,'0'-3'0,"5"-1"0,1-3 0,3 1 0,2-1 16,-4 1-16,-1-1 0,-6 3 0,-2-1 15,-7 1-15,-4 1 0,-2 1 0,-5 4 16,-2 3-16,-9 2 0,0-1 0,-18 10 16,1-1-16,-1 3 0,3-3 15,-11 9-15,8 1 0,14-3 0,6-5 16,9-4-16,9-4 0,7 2 16,4 3-16,9-3 0,4 2 0,9-2 15,7 4-15,6 1 0,9 1 0,24 5 16,-1 5-16,-8-1 0,-6 1 0,4 8 15,-6-4-15,-13-5 0,-10-8 16,-10-3-16,-9 5 0,-5 0 0,-8-4 0,-7 1 16,-5-4-1,-4 1-15,-10 1 0,-8-2 0,3 5 0,-3-5 0,1 3 16,-7-3-16,-11-2 0,-3-5 0,5 3 16,7-6-16,9-1 0,4-2 0,4-5 15,2 1 1,10 2-16,1-3 0,8 1 0,1-3 0,5-2 0,2-2 15,6-4-15,3 2 0,2-3 0,2 1 16,3-1 0,1 1-16,-1 2 0,2 0 0,-1 2 15</inkml:trace>
  <inkml:trace contextRef="#ctx0" brushRef="#br3" timeOffset="-39051.26">27309 10228 0,'3'0'0,"-1"0"0,-2 0 0,0-2 0,0 0 16,2 2-16,0-2 0,-2 4 0,5-2 15,-3 4-15,0 5 0,5 7 0,-3 3 16,3 10-16,2 13 0,-1 7 0,1 1 16,-2 8-16,-1 19 0,1 2 0,0 23 15,-1-14-15,-4-11 0,-2-9 16,0-15-16,0-9 0,0 5 0,0-7 15,5 2-15,4 0 0,-3-7 0,3-1 16,-2-12-16,-1-2 0,1-2 0,-3 0 16,5-3-16,-2-1 0,-3-3 15,3-4-15,-3 0 0,1-1 0,-1-1 16,3-3-16,-3-4 0,0 3 0,1-6 16,-3-1-16,0 0 0,3-3 0,-3 3 15,-2 1-15</inkml:trace>
  <inkml:trace contextRef="#ctx0" brushRef="#br3" timeOffset="-37359.24">28160 10588 0,'-2'0'0,"0"-2"0,-5-1 0,-1-1 0,-1 0 16,2-1-16,-2 3 0,3-3 0,1 1 16,1 2-16,2-3 0,6 1 0,3 0 15,2-1-15,6 1 0,3 4 0,4-2 16,2 2-16,11 2 0,-8 2 15,8 1-15,0 1 0,-4-1 0,-4-1 16,-5-2-16,-5-2 0,-1 2 0,-1 3 16,-4 2-16,-4 1 0,-5-1 15,-9 2-15,-1 2 0,3-2 0,-4 2 16,1 0-16,-4 4 0,1 1 0,0-1 16,-6 7-16,6-2 0,0 0 0,4-3 15,3 1-15,2 0 0,4 1 0,2-1 16,5 2-16,0-5 0,2 5 15,0-4-15,2 1 0,0-1 0,1-1 16,-1-2-16,-4-2 0,-1 0 0,-5 0 16,1-2-16,-8 0 0,-1 0 0,1 2 15,-5-2-15,2 2 0,-4 0 0,2 0 16,-2 0-16,-2 0 0,-2-2 0,-3 0 16,1-1-16,-6-1 0,1-3 15,-2-1-15,-2-6 0,4 1 0,0-2 16,4-5-16,3 2 0,1 1 0,3-3 15,5 0-15,3 0 0,3-2 0,0 5 16,5-1-16,1 0 0,8-1 16,1-1-16,3-2 0,-1 0 0,1-3 15,-5 3-15</inkml:trace>
  <inkml:trace contextRef="#ctx0" brushRef="#br3" timeOffset="-37122.65">28965 10546 0,'-4'-5'0,"4"3"0,0 2 0,0-4 0,2 4 0,0-2 0,-2-1 0,0 3 16,5 3-16,-5-1 0,6 4 0,-4 3 16,3 0-16,-1 7 0,-1 1 15,1 3-15,3 13 0,-3 2 0,-2 1 16,0 1-16,3 3 0,-1-5 0,-2 0 16,3-4-16,-5 0 0,2-4 0,0-3 15,-2-4-15,0-3 16,2 1-16,-2-5 0,0-2 0,0-2 0,0-2 15,-2-3-15,2 0 0,-2-4 0,0 0 16,-3-2-16,-3 0 0,1-5 0,-4 5 16</inkml:trace>
  <inkml:trace contextRef="#ctx0" brushRef="#br3" timeOffset="-36852.13">28765 10603 0,'-5'-4'0,"3"2"0,2 2 0,-4-3 0,1-1 15,1 2-15,0 2 0,0 0 0,-3 0 16,1 6-16,0-1 0,-3 4 16,3 4-16,-8 0 0,6 2 0,-3 3 15,0-2-15,3 1 0,-3 7 0,2-2 16,5 1-16,0-4 0,4-3 0,2-1 16,1 1-16,6-5 0,0-2 15,4-1-15,3-3 0,2-1 0,2-2 16,2-2-16,7 0 0,4 0 0,0-4 15,3 0-15,-3-5 0,3 2 0,-7-2 16,-1 0-16,-3-2 0,-5 3 0,-7-6 16,-1 3-16,-3-2 0,-3 2 0</inkml:trace>
  <inkml:trace contextRef="#ctx0" brushRef="#br3" timeOffset="-36392.54">29243 10577 0,'-2'-2'0,"0"-3"0,2 5 0,-3-4 0,3 1 0,-2-1 0,2 2 0,0 0 0,2-3 0,3 1 31,4 4-31,4-5 0,5 5 16,4 0-16,2-2 0,2 2 0,7-2 16,-2 0-16,0 2 0,-2 0 0,-5 0 15,-4 0-15,0 2 0,-5 0 16,-4 0-16,-2 1 0,-5-1 0,1 2 15,-5 1-15,-2 1 0,-3 1 0,-1 0 16,-1 1-16,0-1 0,-6 2 0,2 2 16,-2 0-16,-3 0 0,3 0 0,2 0 15,2 2-15,3 0 0,1-2 0,3 3 16,2 1-16,7 5 0,-1-7 0,5 5 16,3-1-16,-1-1 0,-2-3 15,4 2-15,-1-1 0,-1 1 0,0 1 16,0-1-16,-2 0 0,-2-1 0,0 1 15,-2-2-15,-3 1 0,-2-3 16,-2 0-16,-2 0 0,0-3 0,-5 1 16,-2 0-16,-2 0 0,-4-2 0,-1-1 15,-3 1-15,1-3 0,-4 1 0,-2-1 16,2 0-16,0-1 0,2-1 0,2 0 16,3-2-16,1 0 0,3 0 0,5-2 15,-1 0-15,3-1 0,1 3 0,1-4 16,2 2-16,0 0 0,2-3 15,3 3-15,-1-2 0,5-1 0,0-1 16,0 1-16</inkml:trace>
  <inkml:trace contextRef="#ctx0" brushRef="#br3" timeOffset="-36154.69">29988 10910 0,'0'-3'0,"0"1"0,0 2 0,0 0 0,0 0 0,0 0 16,3 0-16,-1 0 0,-2 5 0,2-3 16,0 0-16,3 5 0,-3-3 15,2 0-15,1 1 0,-1-1 0,-2-1 0,3-1 16,-3 0-16,0 0 0,0 0 0,0 1 16,3-1-16,-5-2 15,2 2-15,0-2 0,0 2 0,-2-2 0,3 2 16,-1 1-16,-2 1 0,4 0 0</inkml:trace>
  <inkml:trace contextRef="#ctx0" brushRef="#br3" timeOffset="-35034.03">30352 10308 0,'0'0'0,"2"0"0,-2 0 0,3 0 0,-3-2 0,2-1 0,0 3 0,0 0 0,0 3 15,1 1-15,1 5 0,-2 2 16,0 6-1,3 5-15,-3 12 0,2 3 0,-1 1 16,-1 1-16,2 1 0,-2-3 0,3 3 0,-1 0 0,3 8 0,-3-6 16,1-4-16,1-8 0,-1-3 0,-1-5 31,-2-2-31,3 0 0,-5-7 0,2 2 16,-2-6-16,-2 0 0,2-2 15,0-3-15,-5-2 0,1 0 0,-7-4 16,-2 0-16,-3-2 0</inkml:trace>
  <inkml:trace contextRef="#ctx0" brushRef="#br3" timeOffset="-34767.56">30121 10394 0,'0'2'0,"0"-2"0,0 0 0,0 0 0,-3 2 0,1 0 15,2 3-15,-2 1 0,-2 5 0,-1 3 16,1 1-16,-3 3 0,1-1 15,-1 10-15,-2-5 0,2 0 0,1 0 16,1-2-16,3-5 0,0 5 0,4-7 16,3 3-16,-1-3 0,9-2 0,3-2 15,1 2-15,8-5 0,-1-1 0,5-3 16,-3-2-16,3-2 0,-3 0 16,1-3-16,-3 1 0,2-1 0,-1-1 15,-1-3-15,0 5 0,-2-5 0,0 2 16,-2 3-16,0-3 0,-3 0 0,1 3 15,0 2-15,-3-3 0</inkml:trace>
  <inkml:trace contextRef="#ctx0" brushRef="#br3" timeOffset="-34322.78">30831 10431 0,'-3'-2'0,"3"-2"0,0 4 0,-2-5 0,2 1 15,-2-1-15,4 1 0,3 0 16,1-1-16,5 1 0,5 2 0,3-3 0,15 1 16,1 4-16,0-5 0,-2 3 15,-2 2-15,0 0 0,-2 4 0,-7-1 16,0 3-16,-5 1 0,-1 2 0,-5 0 16,-2 2-16,-5 0 0,0 4 15,-4 0-15,-4 3 0,-5 2 0,0 0 0,-6-3 16,-3-1-16,1 2 0,-1-3 15,3 0-15,-1 1 0,1-3 0,6 2 16,2-1-16,5 1 0,4 1 0,5-1 16,4 3-16,2-3 0,7 3 0,-2-1 15,1 3-15,4 0 0,-4 0 16,3 0-16,3 0 0,-3 2 0,-7-5 16,-2-1-16,-4-3 0,-2-2 0,-5 0 15,-4 0-15,0 2 0,-7-2 0,-2 0 16,-2-2-16,-7 2 15,2-2-15,-4-2 0,-2-1 0,0 1 16,-3-5-16,1 0 0,1 0 0,3 1 0,7-3 0,-1 0 16,3 0-16,4 0 0,5-3 0,4-5 15,-7 8-15,5-3 0,0 3 16,2-4-16,-4 4 0,4-2 0</inkml:trace>
  <inkml:trace contextRef="#ctx0" brushRef="#br3" timeOffset="31896.24">17745 17187 0,'0'0'0,"0"0"0,-2 0 15,2 0-15,-3 0 0,1 0 0,0-2 16,0-1-16,-1 1 0,1 0 0,0 2 16,2-2-16,-2 0 0,0-1 0,2 3 15,-3-2-15,1 0 0,2 2 0,-2-2 16,2 2-16,0 2 0,0-2 0,0 0 16,0 0-16,0 2 0,0 0 15,0 5-15,2-3 0,-2 5 0,2 0 16,-2 0-16,3 2 0,-3 4 0,0 1 15,2-1-15,0 5 0,-2 2 16,0-2-16,0 9 0,0-1 0,0-1 16,0-1-16,0-2 0,-2 1 0,2-1 15,-2-4-15,2 4 0,-3-4 0,1 0 16,0-3-16,2-1 0,-2-1 0,2-1 16,-2-1-16,2-2 0,-3 0 0,1-2 15,2 2-15,0-7 0,-2 3 16,2-3-16,0 0 0,0 1 0,0-1 15,0-8-15,0-1 0,2 10 0,-2-3 16,0 0-16,0-2 0,2 3 0,1-3 16,-1 2-16</inkml:trace>
  <inkml:trace contextRef="#ctx0" brushRef="#br4" timeOffset="35401.12">17844 17264 0,'-2'0'0,"0"0"0,-1 0 0,1 0 0,0 0 0,0 0 15,0 0-15,-3 0 0,3 0 0,0 0 16,-1 0-16,1 0 0,0 0 16,0 0-16,2 0 0,-2 0 0,-1 0 15,1 0-15,0-2 0,0 2 0,-3-2 16,3 2-16,0 0 0,-2-3 0,1 1 16,-1 2-16,2 0 0,0-4 0,-1 4 15,1-2-15,-2-3 0,2 3 16,-1-2-16,1-1 0,0 1 0,2-5 15,-2 2-15,2 1 0,0-5 0,0 2 16,0 0-16,0-2 0,0 2 0,0-2 16,0 0-16,0 0 0,0 2 15,-2 1-15,-1-4 0,3 6 0,-2-1 16,0 1-16,2 1 0,-2 1 0,0 2 16,2 2-16,0 0 0,0 4 0,0 0 15,0 5-15,2 0 0,0 4 0,-2 1 16,4 1-16,-4 3 0,5 1 15,-5 1-15,2 5 0,0-1 0,-2 4 16,-2 10-16,0 2 0,0-5 0,-1 5 16,-1-7-16,0 0 0,1-2 0,-1-3 15,4 1-15,-2-5 0,2 0 0,2 1 16,-2-5-16,4-1 0,1 1 0,-1-2 16,1 0-16,1-3 0,-4-2 15,3-2-15,-1-2 0,-2-2 0,1-1 16,-3-1-16,2-3 0,-2-9 0,0 1 15,0 1-15,0 10 0,2-3 0,-2-2 16,-2-2-16,2-3 0,-2-4 16,2 1-16,0-3 0,0-5 0,0 1 15,0-5-15,0-2 0,2-2 0,0-1 16,-2-3-16,2-1 0,3-15 0,-3 2 16,0 0-16,2 2 0,-4 3 0,3 4 15,-1 0-15,-2 6 0,2 3 16,-2 2-16,0 4 0,0 3 0,-2 4 15,2 2-15,-2 7 0,-1 2 0,3 0 16,0 0-16,0-5 0,0 5 0,-2 0 16,2 3-16,0 1 0,-2 7 0,2 5 15,0 3-15,-2 8 0,0 4 16,2 4-16,-5 2 0,1-1 0,-1 12 16,-1-6-16,-1-2 0,3-3 0,-3-4 15,1 0-15,-1-6 0,2-1 0,1-4 16,2 0-1,0-6-15,-3-1 0,3-4 0,2 0 0,-2-4 0,2 0 0,2-7 16,-4 2-16,4 0 0,-2-4 16,4-5-16,-1 5 0,-1-5 0,0 5 15</inkml:trace>
  <inkml:trace contextRef="#ctx0" brushRef="#br4" timeOffset="35729.06">17436 17191 0,'-2'0'0,"0"0"0,2 0 0,0 0 0,0 0 0,0 0 16,0 3-16,0-3 0,0 0 0,4-3 31,3 3-31,4-4 0,2-1 0,2 1 15,5-3-15,11-1 0,0-1 0,9-2 0,-1-2 0,5-1 0,3 1 16,17-5-16,-7 7 0,-6-2 0,-5 4 16,-9 3-16,-1-1 0,-5 3 0,-7 2 15,-2-3-15,-4 3 0,-3 0 0,-6 2 32,2-2-32,-7 2 0,1 0 0,1 0 15,-6 0-15,2 4 0,-2 0 16,0 3-16,-2 2 0,2 0 0,0 2 15,0 2-15,0-2 0,2 0 0</inkml:trace>
  <inkml:trace contextRef="#ctx0" brushRef="#br4" timeOffset="36111.06">18135 17440 0,'0'-2'0,"0"0"0,0 2 0,-2-2 15,0 2-15,-1 0 0,1 0 0,0 2 16,-2 2-16,-1 3 0,1 2 0,-1 2 16,3 2-16,-2 0 0,4 5 15,0-3-15,4 1 0,3-1 0,4 3 16,4 0-16,3-7 0,-1 2 0,6-4 16,-4-1-16,3-3 0,0-1 0,-4-4 15,2-2-15,-5 0 0,1-5 16,-1-2-16,-6 3 0,2-5 0,-2-2 15,-5 2-15,1-3 0,-5-1 0,0-5 16,-2 0-16,-5-8 0,2 5 0,-1 1 16,-3 5-16,0 1 0,-2 3 0,0 4 15,-2 1-15,0 3 0,0 5 16,-1 2-16,-3 5 0,1 4 0,1 2 16,-1 5-16,3-1 0,0 5 0,2-2 15,2 0-15,2 0 0,3 0 0,2 0 16,6-3-16,3 8 0,-1-10 0,3 0 15,0-1-15,2 1 0</inkml:trace>
  <inkml:trace contextRef="#ctx0" brushRef="#br4" timeOffset="36332.39">18666 17083 0,'-2'2'0,"-2"1"0,-1-1 0,-1 4 0,-1 3 0,-4 2 0,2 5 15,-2 1-15,-2 3 0,-2 9 0,-1 2 16,5 4-16,2 3 0,0-1 0,5 1 16,2 1-16,2-1 0,2-7 0,0-3 15,3 1-15,-1-7 0,3-2 0,-1-5 16,1-2-16,0-2 0,-1-4 16,-1-3-16,-1 1 0,-4-1 0,0 1 15,0 1-15</inkml:trace>
  <inkml:trace contextRef="#ctx0" brushRef="#br4" timeOffset="36474.85">18435 17377 0,'2'-3'0,"-2"3"0,0 0 0,2 0 0,0 3 15,3-3-15,4 0 0,0 2 0,4 0 16,0-2-16,5 2 0,1 0 0,6 1 16,-1-1-16,7 2 0,0 1 15,-3-1-15,1 3 0,-3-1 0,3-1 16,0 1-16,4-1 0,-4-3 0,1 0 15</inkml:trace>
  <inkml:trace contextRef="#ctx0" brushRef="#br4" timeOffset="36823.9">19092 17445 0,'2'0'0,"-4"-5"0,2 5 0,-2-4 0,-1 0 0,-1-3 0,-3 3 16,-1-1-16,-6 1 0,1-1 0,-4 5 16,-3 0-16,-2 0 0,-5 5 0,-4 4 15,0 2-15,5 2 0,2 2 16,4 3-1,2 0-15,5 1 0,2 3 0,4-2 16,5 2-16,4-2 0,3-2 0,4-1 16,2-1-16,4-3 0,3 3 0,4-8 15,0 1-15,2-2 0,0-7 16,1 0-16,-3-2 0,0-5 0,-5 0 16,1-1-16,-5-3 0,-2 2 15,-2 0-15,0-2 0,-5-2 0,1-3 16,-1 5-16,-2-2 0,0 4 0,-2-2 15,0 7-15,-2-1 0,2 3 0,-2 2 16,2 5-16,0 1 0,0 3 0,2 2 16,3 2-16,-3 3 0,5-1 15,-1 5-15,3 2 0,2-4 0,0-1 16,0 1-16,2-3 0,0-1 0,-2-3 16,1 0-16,-4-5 0,1-1 0,0-3 15,0 0-15,2-2 0</inkml:trace>
  <inkml:trace contextRef="#ctx0" brushRef="#br4" timeOffset="37621.24">19392 17180 0,'2'-2'0,"-2"0"0,4 0 0,-4-3 16,5 1-16,-1 4 0,-2-5 0,3 5 15,-3 0-15,0 0 0,0 3 16,1 1-16,1 3 0,-2 4 0,3 4 16,-5 3-16,2 4 0,0 11 0,-2 2 15,0 0-15,2 1 0,0 1 16,1-2-16,1-1 0,-2-1 0,0-3 0,3-1 16,-3 0-16,0-5 0,3 3 15,-5-5-15,2 4 0,0-4 0,0-2 16,-2 0-16,0-7 0,0 5 0,0-3 15,0-2-15,0 1 0,0-6 0,3 1 16,3-2-16,1-3 0,2 3 16</inkml:trace>
  <inkml:trace contextRef="#ctx0" brushRef="#br4" timeOffset="38702.92">20397 17407 0,'2'0'0,"1"-6"0,-3 6 0,0-7 0,0-2 0,-3 1 16,1-4-16,0 4 0,-2-3 0,-5 2 15,0 2-15,-2 1 0,-2-1 0,-3 5 16,1 2-16,-5 4 0,-7 3 0,5 4 31,-11 6-31,3 8 0,-4-1 0,4 2 0,5 1 0,1-1 0,6-1 16,5-3-16,2 0 0,7-2 0,4-1 15,6-1 1,5 0-16,7-1 0,6-1 0,5-3 0,2-2 0,4-4 16,-4-3-16,-2 0 0,-1-6 15,-1 0-15,-3-5 0,-2-1 0,2-1 0,-4-4 16,0-1-16,-5 1 15,1 0-15,-7 2 0,-3 2 0,-1 0 0,-3 3 0,-2 3 16,-2 1-16,-3 2 0,-1 5 16,-1-1-16,0 3 0,1-1 0,1 1 15,1 2-15,2-3 0,0 3 0,4 2 16,0 0-16,7 0 0,2-4 0,4-1 31,5-1-31,4-3 0,1-2 0,1-4 16,1-1-16,-3 1 0,0-5 0,-2-2 15,-4 0-15,-3-2 0,1 2 16,-8-5-16,1-1 0,-4-1 0,-3-2 16,-4 2-16,-5-1 0,0 3 0,-4 1 15,-4 1-15,-3 8 0,-1 1 0,-1 5 16,-2 5-16,0 4 0,-3 2 16,1 0-16,4 2 0,0 2 0,5 1 15,6-1-15,2-4 0,5 0 0,7-2 16,4 2-16,6-2 0,5 0 0,4 0 15,0-5-15,5-2 0,0 0 0,13-4 16,-3-2-16,-1-5 0,1-2 16,1 0-16,-5-4 0,5-3 0,-7-2 15,7-9-15,-5 5 0,-11 0 0,-4 4 16,-4 7-16,-8 2 0,-1 2 0,-3 5 16,-6 6-16,7-4 0,-3 4 0,-2 0 15,2 5-15,0 1 0,0 3 0,3 3 16,-1 1-16,3-2 0,0 1 15,-3 5-15,3 6 0,-1-6 0,1 1 16,-5 0-16,0 0 0,-2-2 0,-4 2 16,-3-5-16,3-2 0,-5 0 0,-4 3 15,-7-3-15,7-4 0,-5 0 16,-6 2-16,-1-5 0,6 1 0,3-3 16,-1-1-16,1-1 0,1 2 15</inkml:trace>
  <inkml:trace contextRef="#ctx0" brushRef="#br4" timeOffset="38909.42">21341 17081 0,'0'0'0,"0"2"0,2 3 0,0 3 0,0 4 0,-2 3 16,3 3-16,-1 6 0,-4 5 0,2 12 15,-3 3-15,3 1 0,-2 1 16,-2 2-16,2 8 0,-1-6 0,3-10 15,3-3-15,-3-6 0,0-6 0,-3-1 16,-1-4-16,2-7 0,-3 2 0,1-6 16,0 0-16,-1-5 15,1 1-15,-3-3 0,-2 2 0</inkml:trace>
  <inkml:trace contextRef="#ctx0" brushRef="#br4" timeOffset="39068.35">21136 17496 0,'2'0'0,"-2"0"0,0 0 0,2 0 0,-2 0 16,5-3-16,-1 3 0,5-2 0,2 0 16,4 0-16,5 0 0,4-3 0,9 1 15,1-1-15,1 1 0,-2-1 0,0 1 16,0 4-16,5 0 0,-1 0 0,7 0 16</inkml:trace>
  <inkml:trace contextRef="#ctx0" brushRef="#br4" timeOffset="39306.69">22216 17709 0,'0'0'0,"-4"-2"0,4 2 0,-2 0 0,-1-2 0,1 2 0,0-2 15,2 0-15,0-1 0,4 1 0,1-4 16,6 3-16,2-1 15,5 0-15,2-1 0,10-1 0,6 1 0,1-1 16,1 1-16,-1 1 0,-2-1 0,1-1 31,-5 1-31,-5 1 0,0-3 0,-8 1 16,0-1-16,-7 0 0,-5 1 0,-1 1 16,-5 3-16,-5-2 0,3 4 0,-2 0 15</inkml:trace>
  <inkml:trace contextRef="#ctx0" brushRef="#br4" timeOffset="39450.09">22170 17491 0,'0'-2'0,"2"0"0,-2 2 16,0 0-16,7 0 0,-3 0 0,1 0 15,3 0-15,1 0 0,2-2 0,2 2 16,3-3-16,-1 1 0,1 0 16,4-2-16,4-5 0,4 0 0,-1-2 15,-1 2-15,-4 2 0</inkml:trace>
  <inkml:trace contextRef="#ctx0" brushRef="#br4" timeOffset="40725.75">28072 11523 0,'-2'0'0,"6"-3"0,-1 1 0,3-2 16,1-1-16,4 1 0,2-3 0,5-1 15,4 3-15,13-4 0,0 0 0,7 3 16,-2 1-16,4-1 0,0 4 0,16-5 15,1 3-15,6-1 0,16 1 16,-5-1-16,-8 5 0,-4-4 0,-4 2 16,6-5-16,16 1 0,-11 1 0,2 3 15,-2 0-15,4 2 0,4-2 0,-3-1 16,-1 3-16,0 0 0,-4-2 0,4 0 16,-4 2-1,-3 0-15,1 0 0,-1 0 0,3 0 0,0 0 0,-5 4 16,-4-4-16,0 0 15,2 3-15,11-3 0,-4 2 0,0-2 16,-5 2-16,3-2 0,4 0 0,-7 4 0,0-4 0,-4 3 16,-4-1-16,-3-2 0,-2 0 15,0 0-15,-6 2 0,-5 0 0,-6 0 16,-10 1-16,-4-1 0,-1-2 0,-6 2 16,-1-2-16,-3 2 0,-2-2 15,-2 0-15,-1 2 0,1 1 16,-2 1-16,2 0 0</inkml:trace>
  <inkml:trace contextRef="#ctx0" brushRef="#br4" timeOffset="42625">23158 17169 0,'0'-2'0,"0"0"0,0 0 0,0-3 0,0 1 15,0-1-15,2 3 0,0-2 0,0-1 16,3 3-16,1 0 0,3 0 0,2 0 15,2-5-15,5 5 0,-3-3 16,3 3-16,9-2 0,-3 4 0,-2 0 16,-7 4-16,5 1 0,0-1 0,-5 3 15,-1-3-15,-3 0 0,-5 1 0,-1 1 16,-3 3-16,-2-2 0,-2 2 0,-1-3 16,-1 3-16,-3 0 0,-1 2 15,-1-2-15,0 2 0,-2 0 0,4 0 16,1 0-16,-1 0 0,3 0 0,4 0 15,2 2-15,0 3 0,7-1 0,-2 0 16,1 1-16,3-1 0,0 3 16,3 0-16,-3-3 0,2 0 0,-2 3 15,-2-5-15,-5 5 0,1-5 0,-3 0 16,-4 1-16,-3-3 0,-4 0 16,1 2-16,-6-2 0,1-2 0,-7 0 0,3-1 15,-3 1-15,-2-2 0,2 2 16,-2-3-16,2-1 0,0-1 0,5-2 15,-1 1-15,7-3 0,-2 0 0,7-5 16,4 3-16,0 0 0,2 0 0,0 2 16,3 0-16</inkml:trace>
  <inkml:trace contextRef="#ctx0" brushRef="#br4" timeOffset="42862.93">23879 17070 0,'0'2'0,"-3"-2"0,3 2 0,3 1 0,-3-3 0,0 4 16,2 0-16,2 3 0,-4 2 0,2 2 15,1 2-15,-3 0 0,0 7 0,0 0 16,0 4-16,0 7 0,0 2 0,0 0 16,0 0-16,2 0 0,-2-2 15,2-2-15,-2 0 16,0-3-16,-2-4 0,0 0 0,-3-4 0,1-3 0,-1 1 15,3-3-15,0-2 16,2 0-16</inkml:trace>
  <inkml:trace contextRef="#ctx0" brushRef="#br4" timeOffset="43132.82">23702 17105 0,'2'0'0,"-4"0"0,2 0 0,0 0 16,-4 3-16,-1 1 0,-1 0 0,-3 3 0,-4 2 0,2 0 0,-2-1 16,1 3-16,1 3 0,3-6 0,1 4 15,5 1-15,0-4 0,4 2 0,4-3 16,5 3-16,5-4 0,4 0 16,2-1-16,9 1 0,2-3 0,-5-2 15,1 3 1,-5-5-16,3 0 0,-5 2 0,2-2 0,-4 0 0,0 0 0,0 0 15,-3 2-15,-1-2 0,-1 3 0</inkml:trace>
  <inkml:trace contextRef="#ctx0" brushRef="#br4" timeOffset="43530.13">24101 17136 0,'-2'2'0,"0"-2"0,2 0 0,0-2 0,2 0 0,0 0 0,3 0 31,-1-3-31,3 3 0,2 0 0,-1-3 16,8 3-16,-1-2 0,1 4 0,4 0 15,-1 4-15,3-2 0,5 3 0,2-1 16,-5 1-16,0-1 0,-4 5 16,-2-3-16,-5-1 0,-2 4 0,-5-3 15,1-1-15,-7 3 0,-2-1 0,-3 2 16,3-2-16,-4 1 0,1 1 0,-4 0 15,3 0-15,-1 2 0,1-2 0,3 2 16,3 0-16,3 2 0,3 2 16,7-1-16,3 1 0,1 0 0,3 1 15,0-1-15,2 1 0,-2 1 0,-2 1 16,-1-5-16,-1 5 0,-5 0 0,-5-3 16,-1 3-16,-3-3 0,-4-2 0,-5-2 15,-2 3-15,-6-3 0,-1-3 0,-3 1 16,-6 0-16,-1-2 0,-3-3 15,1 3-15,-1-3 0,2 0 0,3-4 16,7 3-16,3-3 0,3 0 0,5-3 16,6-1-16,2 2 0,5 0 0,-1-3 15,3 3-15</inkml:trace>
  <inkml:trace contextRef="#ctx0" brushRef="#br4" timeOffset="44662.9">24933 17498 0,'0'-2'0,"0"2"0,0 0 0,0-3 0,0 3 0,0 0 0,-3 0 16,3 0-16,-2 0 0,0-2 0,2 2 15,0 0-15,0-2 0,0 2 0,0 0 16,0 2-16,2 0 0,3 3 16,-3-1-16,4 3 0,-1 2 0,1-1 15,-1 1-15</inkml:trace>
  <inkml:trace contextRef="#ctx0" brushRef="#br4" timeOffset="45061.68">25444 16951 0,'-2'0'0,"2"0"0,0 0 0,0 4 15,-2 1-15,4 1 0,-2 3 0,2 7 16,-2-3-16,0 7 0,0 0 0,0 4 15,2 9-15,-2 2 0,3-2 16,-3-2-16,4 4 0,-2-2 0,3 1 0,3-4 16,-3-1-16,4-2 0,-3-1 15,-1-4-15,-1-2 0,0-2 0,-1-3 16,-1-2-16,-2-2 0,-2-4 0,2 2 16,-3-5-16,1 0 0,0-1 0,0-1 15</inkml:trace>
  <inkml:trace contextRef="#ctx0" brushRef="#br4" timeOffset="45347.63">25226 16929 0,'-2'0'0,"-1"0"0,-1 0 0,0 0 16,1 2-16,-1-2 0,-3 5 0,1 1 15,-1 3-15,-2 2 0,0 0 0,-2 4 16,3 1-16,-3-1 0,2 5 0,0 7 15,2-3-15,3-2 0,4 0 0,0-2 16,4 0-16,5-3 0,2 1 16,7-5-16,4 0 0,0-2 0,4 0 15,5-2-15,-2-2 0,0 2 0,1-5 16,-1 1-16,4-1 0,-2-4 0,0 2 16,6-4-16,1-2 0,-5-1 0,-2 1 15,-5-1-15,1-1 0,-5-3 16,0 2-16,0-2 0</inkml:trace>
  <inkml:trace contextRef="#ctx0" brushRef="#br4" timeOffset="45744.63">25753 17019 0,'2'0'0,"-4"-4"0,-3 0 0,1-1 0,0 1 0,-3-3 15,0 3-15,1-3 0,-1 0 0,5 3 16,2-3-16,2 3 0,3-3 0,1 1 15,3 1-15,6 1 0,5 2 16,2 0-16,5-1 0,8 8 0,0-1 16,-2 3-16,-4 2 0,0 2 15,-7 2-15,-2 0 0,-7 3 0,-4-3 0,-5 4 16,-4 1-16,-2 2 0,-5-3 16,-2 1-16,-2 0 0,-2-1 0,-2-1 15,4 1-15,-3-1 0,6-3 16,1 3-16,7-3 0,2 2 0,7 1 0,2-1 15,7 1-15,2 3 0,-1-1 0,1-3 16,0 5-16,-4-2 0,-1 0 0,-2-1 16,-2-1-16,-2-1 0,-5-2 15,-4 1 1,-2-1-16,-4-2 0,-5 0 0,-3 0 0,-5-2 0,-4-1 0,-1-3 16,-2 2-16,-3-3 0,3 0 0,-5-4 15,7-2-15,-1 0 0,8-5 0,-1-2 31,9 3-31,3-3 0,6-2 0,4 0 16,-2 4-16,3 1 0</inkml:trace>
  <inkml:trace contextRef="#ctx0" brushRef="#br4" timeOffset="45983.35">26648 17392 0,'0'0'0,"2"0"0,-2 0 0,0-2 0,2 2 0,3 0 16,1-2-16,3-1 0,7 1 0,1-2 16,5 2-16,9-5 0,2 5 0,3-1 15,-3-1-15,2 4 0,-2 0 16,4 0-16,1 0 0,-3 0 0,7 0 16,-9 2-16,-6-2 0,-12 0 0,1-2 15,-8 2-15,-3 0 0,-3 0 0,-4 0 16,0 0-16,-1 0 0,1 0 0</inkml:trace>
  <inkml:trace contextRef="#ctx0" brushRef="#br4" timeOffset="46205.56">26915 17147 0,'-5'2'0,"3"-4"0,2 2 0,0 0 0,-2-2 0,0 0 16,2 2-16,0 0 0,-2 0 0,2 2 15,0 0-15,0 3 0,0 1 0,0 5 16,0 2-16,0 1 0,0 3 0,0 1 16,0 2-16,0 0 0,0 2 15,0 0-15,-3 4 0,3 1 0,0-1 16,0-4-16,0 0 0,0 2 0,-2-4 16,0-2-16,2 2 15,0-5-15,0 1 0,0 1 0,0-1 0,2-3 0,0 2 16,-2-1-16</inkml:trace>
  <inkml:trace contextRef="#ctx0" brushRef="#br4" timeOffset="59564.87">28172 16977 0,'0'0'0,"0"0"0,-3 0 0,3 0 0,0-2 0,0 2 0,0-2 0,0 2 15,-2 0-15,2 0 0,0-2 16,0 2-16,0 0 0,0-2 0,2 2 16,1 0-16,-1 0 0,-2 0 0,0-3 15,2 1-15,-2 2 0,2 0 0,-2-2 16,2-2-16,-2 1 0,3-1 0,-3 0 15,0-3-15,0-2 0,0 0 16,-3-4-16,1 2 0,0-2 0,0-3 31,-5-1-31,0-5 0,1-3 0,-5 1 16,2 0-16,-4 2 0,2-2 0,0-1 16,-2 6-16,1-1 0,-1 2 0,0 3 15,0 1-15,-3 3 0,3 5 16,-2-3-16,-1 7 0,-1 0 0,-1 2 15,0 4-15,1 0 0,-3 3 0,2 2 16,-2 6-16,-2-2 0,5 5 0,-3 2 16,2 2-16,-2 9 0,5 0 15,-5 4-15,5-4 0,1 2 0,-1 2 16,4 0-16,0 1 0,0 8 0,0-2 16,2-3-16,0-5 0,3-1 0,1-7 15,1-2-15,2-2 0,-1-4 0,6 0 16,-1 1-16,2-3 0,1 2 0,-1-3 15,0 0-15,7-1 0,1 1 16,-1-6-16,0 2 0,0-2 0,2 0 16,2-3-16,1 3 0,1-5 0,1 1 15,0-3-15,8-4 0,-2-3 0,1 1 16,3-3-16,-4 1 0,3-1 0,-1-2 16,-4 1-16,3-1 0,-5 0 15,-3-2-15,1 0 0,-5 0 0,-2 0 16,-2 0-16,2 2 0,-2 0 0,0 0 15,-3 0-15,-1 3 0,-1-1 0,0 1 16,-1 1-16,-1 3 0,-2 0 16,-2-3-16,-1 3 0,-1 0 0,0-2 15,-3 1-15,-2 1 0,0 0 0,5-2 16,-7 1-16,2-1 0,0 2 0,-2-5 16,0 3-16,-2-1 0,2 1 0,-2-1 15,2 3-15,2-2 0,-2-1 16,2 3-16,0 0 0,3-2 0,1 4 15,1-3-15,-1 1 0,3 2 0,-2 0 16,4 0-16,0 0 0,0 2 0,0 1 16,4-1-16,-2 0 0,3 2 0,-3 3 15,2 0-15,1-1 0,-3-1 0,2 4 16,-1-3-16,-1 1 0,0-1 16,0 3-16,0-2 0,-2-1 0</inkml:trace>
  <inkml:trace contextRef="#ctx0" brushRef="#br4" timeOffset="60043.55">28498 16788 0,'0'-5'0,"0"5"0,0 0 0,0-2 0,0 0 0,0 0 16,0 0-16,0-1 0,-2 3 0,-1 0 15,-3 0-15,-1 5 0,1-1 0,-3 3 16,-2 4-16,0 4 0,-3 3 0,-3 11 16,1 1-16,1 6 0,2-1 15,2 0-15,4 1 0,3-1 0,4-2 16,4 0-16,5-4 0,2-1 0,2-1 15,5 1-15,2-3 0,-3-3 0,3-2 16,0-3-16,-5-1 0,1-3 0,1 0 16,-1-4-16,-1 0 0,1 0 15,-1-3-15,1-1 0,-3-3 0,2 2 16,-1-2-16,1-4 0,0 0 0,1 0 16</inkml:trace>
  <inkml:trace contextRef="#ctx0" brushRef="#br4" timeOffset="60550.8">29122 17066 0,'2'-5'0,"0"1"0,-2 4 0,5-5 0,-3-1 0,2-1 15,3-2-15,-3-2 0,3 0 0,-1-2 16,-1-2-16,-3-1 0,0 1 0,-2-3 16,-4-2-16,-1 0 0,-3 3 0,-8-7 15,-4 2-15,-2 4 0,-4-2 16,-3 5-16,1-1 0,-6 3 0,1 0 16,-2 6-16,0 0 0,-9 10 0,0 3 15,2 8-15,2 3 0,5 5 16,4 0-16,2 7 0,7 2 0,5 6 15,10 12-15,7 4 0,7-5 0,6-4 16,4-4-16,3-11 0,7-3 0,4-4 16,6-2-16,1-5 0,-1 1 0,-4-3 15,-2-2-15,0-4 0,-2-5 0,1-4 16,3-3-16,-2-1 0,0-5 16,0 0-16,-2-3 0,-3 3 0,-2-2 15,-1-2-15,-1-1 0,-7 3 0,-2-7 16,-4 0-16,-2-2 0,-5-2 0,0-2 15,-2 1-15,0 1 0,-4 0 16,-1 4-16,-1 5 0,-1 1 0,0 1 16,1 4-16,-3 3 0,0-1 0,0 5 15,-2 0-15,2 4 0,-2-2 0,3 0 16</inkml:trace>
  <inkml:trace contextRef="#ctx0" brushRef="#br4" timeOffset="60772.24">28881 17002 0,'0'0'0,"0"0"0,3-3 0,-3 6 0,2-3 16,0 2-16,0 2 0,3 1 0,-1 1 16,3 5-16,-1 0 0,3 5 0,2-3 15,2 5-15,1-1 0,5 5 0,1 0 16,5-2-16,-3 0 0,2-2 15,0 2-15,-4-5 0,0 0 0,0 1 16,-3-1-16,-3-4 0,-1 3 0,-4-3 16,-3 0-16,-4-3 0,5 1 0,-3 0 15,3-2-15</inkml:trace>
  <inkml:trace contextRef="#ctx0" brushRef="#br4" timeOffset="61297.1">29265 16770 0,'0'0'0,"2"2"0,1-2 0,-1 0 0,2-2 15,1 2-15,1 0 0,1-2 0,2 0 16,-3 0-16,3-1 0,0 1 0,0 0 16,-1 0-16,-1 0 0,0-1 15,2 1-15,-3 0 0,-1 0 0,1 0 16,1 2-16,-3 0 0,3-3 0,-1 3 16,1 0-16,0 0 0,1 0 0,1 0 15,2 0-15,0 0 0,0-2 0,5 2 16,-3 0-16,0 0 0,-2 0 15,0 0-15,0 0 0,0 0 0,-2 0 16,-2 0-16,-1 0 0,-1 0 0,-1 0 16,1-2-16,-3 0 0,0 2 0,-2 0 15,0 0-15,-2 0 0,0 0 0,2-3 16,0-1-16</inkml:trace>
  <inkml:trace contextRef="#ctx0" brushRef="#br4" timeOffset="61519.74">29364 16620 0,'0'-2'0,"0"0"0,0 2 0,3-2 0,-3-1 0,2 3 15,-2-2-15,2 2 0,-2 5 0,2-3 16,-2 4-16,2 1 0,1 4 0,-3 2 16,0 3-16,2-1 0,-2 3 0,2-3 15,-2 3-15,0-3 0,0 1 16,2-3-16,0 2 0,-2-1 0,3-3 15,-3 2-15,0-4 0,0 0 0,2-1 16,0-3-16,0 1 0,0-1 0,3-1 16</inkml:trace>
  <inkml:trace contextRef="#ctx0" brushRef="#br4" timeOffset="61694.71">29490 16581 0,'0'0'0,"-2"2"0,2-2 0,-2 2 0,-3 0 0,1 3 15,-1 1-15,-1 3 0,-1 2 0,1 2 16,-3 0-16,2 3 0,-2 2 0,3-3 16,-3 3-16,0 1 0,-2 1 15,2 0-15,-2-4 0,2-3 0,1 2 16,-1-4-16,0 0 0,0-2 0,-2 2 16,4-2-16</inkml:trace>
  <inkml:trace contextRef="#ctx0" brushRef="#br4" timeOffset="61821.5">29263 16684 0,'2'-2'0,"-2"-2"0,0-1 0,0 1 0,5-1 0,-3-1 0,2 4 0,1-1 16,1 3-16,1 3 0,2-1 0,-1 7 15,3-3-15,0 7 0,3-2 16,1 5-16,1-3 0,6 7 0,0 0 16,2 2-16,0 0 0,0 2 0,-2 0 15,-6-2-15</inkml:trace>
  <inkml:trace contextRef="#ctx0" brushRef="#br4" timeOffset="62585.55">29386 17160 0,'0'-2'0,"0"-2"0,-2-1 0,2-3 0,2 1 15,1-2-15,-3 3 0,4-1 0,-4 3 16,2-3-16,0 5 0,1-3 16,-1 3-16,0 4 0,0 0 0,0 5 15,3 0-15,-1 6 0,1 0 0,-1 5 16,0-1-16,1 6 0,-1-1 0,3 13 16,0-2-16,-1 0 0,-1 0 0,-1-2 15,0 0-15,1-3 0,-3-3 16,0-1-16,0-6 0,-2-3 0,3 0 15,-3-6-15,0 0 0,0-2 0,0-9 16,0 4-16,0-2 0,2 0 0,0-5 16,0-6-16,3 5 15,1-8-15,1 1 0,4-4 0,-2-3 16,2-2-16,2 4 0,-2-2 0,0 0 0,-2 3 16,0 1-16,-1 5 0,-1-2 15,0 4-15,-1 0 0,-1 3 0,-1 1 0,1 3 16,-1 0-16,0 4 0,1 0 15,1 5-15,-1 0 0,1 1 0,1 6 16,2-3-16,0 4 0,2 5 0,2 0 16,0 0-16,0-3 0,1-1 0,-1-3 15,-2-2-15,0-2 0,0 2 0,-2-5 16,-3 1-16,-1 0 0,1-3 0,-1-2 16,-1-2-16,1-2 0,1-2 15,-1 4-15</inkml:trace>
  <inkml:trace contextRef="#ctx0" brushRef="#br4" timeOffset="63032.89">29960 16592 0,'-3'2'0,"3"0"0,3-2 0,-1 4 0,0 1 16,2 4-16,1-1 0,-1 8 0,1 2 15,4 4-15,2 8 0,0 4 16,-3 1-16,3 2 0,-2 3 0,2 4 16,2 13-16,3 3 0,-1-5 0,-4-9 15,-2-4-15,-7-9 0,1-4 0,-8-5 16,-1 0-16,1-1 0,-4-4 16,1-1-16,-1 0 0,-5-5 0,6 0 15,-3 0-15,4-4 0,0 0 0,-1 0 16,1-3-16,3 1 0,-1-3 0,3-1 15,0-1-15,0 0 0,2-2 0,4-11 16,-4 15-16,2-1 0,-2-3 0,5 0 16,-5 0-16,2 0 0,-2 0 0,-2 0 15</inkml:trace>
  <inkml:trace contextRef="#ctx0" brushRef="#br4" timeOffset="64038.28">30522 17202 0,'2'0'0,"-2"0"0,0 0 0,0-2 0,0 2 16,5-2-16,-1 0 0,3 0 0,-1-3 15,5 3-15,0-3 0,5 1 16,-1 2-16,3 0 0,2-3 0,4 3 15,0 0-15,-2 0 0,-2-1 0,-2 1 16,-1-2-16,-4 4 0,-2-2 0,-2 2 16,0-3-16,-4 6 0,-3-6 0,-2 3 15,-2 0-15,-3 0 0,-1 5 16,-3-3-16,0 5 0</inkml:trace>
  <inkml:trace contextRef="#ctx0" brushRef="#br4" timeOffset="64212.98">30482 17092 0,'2'0'0,"-2"-2"0,3 0 0,-1-3 0,2 3 0,3-2 0,2-1 16,2 1-16,2-1 0,2-1 0,1 1 15,-1-1-15,1 1 0,1-1 0,-3 1 32,1 1-32,0 2 0,1-3 0,-7 3 15,2 0-15,-5 2 0,-1 0 16,-1-2-16,-2 4 0</inkml:trace>
  <inkml:trace contextRef="#ctx0" brushRef="#br4" timeOffset="69588.21">28174 17769 0,'0'2'0,"-5"0"0,1 3 0,2-1 0,-3-2 15,3 3-15,2-1 0,0 1 16,2-5-16,-2 4 0,0 0 0,2 1 15,-2-3-15</inkml:trace>
  <inkml:trace contextRef="#ctx0" brushRef="#br4" timeOffset="70608.91">28138 17831 0,'0'-5'0,"0"3"0,0 0 0,0-3 0,0 3 16,0-2-16,0-1 0,-2 1 0,2 2 15,-2 0-15,2-3 0,0 3 16,0 0-16,2 0 0,0-1 0,-2 1 16,5 2-16,-1-2 0,3 2 0,-1-2 15,3 2-15,2-2 0,0 2 0,3-3 16,1 3-16,0 0 0,1 0 15,-1 3-15,1-3 0,-1 2 0,1-2 16,-3 0-16,-2 2 0,0 2 16,0-1-16,-2 1 0,0 3 0,-3 4 0,1-3 15,-5 1-15,0 0 0,-2 2 0,0 0 16,-2 0-16,-2 0 0,-1 0 16,-1-2-16,-3 2 0,0-2 0,0 2 15,-2-4-15,2-1 0,-2 3 0,2-5 16,1 1-16,1-1 0,0-2 0,3 3 31,2-3-31,0 0 0,2 0 16,2 3-16,0-3 0,5 0 0,1-2 15,1 5-15,2-5 0,2 4 0,3-4 16,-3 4-16,3-1 0,-3 1 0,0 1 16,-2-3-16,2 2 0,-2 1 0,-2 1 15,0 1-15,-2-3 0,-3 5 0,3-2 16,-5-3-16,0 3 0,-2 1 15,2 1-15,0-2 0,-2 2 0,-2-3 16,0 1-16,0 4 0,-5-4 0,1-1 16,-5 3-16,2-2 0,-5-1 0,1 1 15,-9-1-15,5-1 0,-1 1 0,-9-3 16,3-1-16,2 0 0,5-2 0,-1 0 16,5 0-16,2 0 0,2 0 15,0-2-15,2 0 0,1-3 0,1 3 16,1 0-16,4-3 0,4 3 0,1-2 15,1 2-15,3-1 0</inkml:trace>
  <inkml:trace contextRef="#ctx0" brushRef="#br4" timeOffset="71356.88">28921 17972 0,'0'-2'0,"0"-5"0,0 7 0,-2-4 0,0-5 0,0-2 0,2 2 0,0-7 15,0 3-15,-3-2 0,3 2 0,-2 2 16,0-3-16,0 3 0,-3 0 0,3 2 16,-2 1-16,-3-3 0,0 6 15,1 1-15,-3-1 0,-2 1 0,-2 4 0,2 0 32,-2 2-32,-3 0 0,3 5 15,0 0-15,2-1 0,0 3 0,2 0 16,2 2-16,5-2 0,0 4 0,6-2 15,1 2-15,1 0 0,3 1 0,4-1 16,3-2-16,-1 2 0,3 3 16,2-5-16,2 2 0,11 2 0,-2 1 15,2-1-15,-2 3 0,2-5 0,-5 5 16,-1-3-16,-3-2 0,-4 1 0,-5-1 16,-6-2-16,-2-2 0,-5 2 0,-7-3 15,-1 1-15,-5 2 0,-2-2 16,-5 0-16,-2-2 0,-4-3 0,0 0 15,-1-4-15,-1 0 0,2 0 0,2-2 16,0 0-16,2-2 0,0-3 0,2-2 16,1 0-16,1 0 0,5-2 15,0-4-15,2 2 0,3 0 0,3-1 16,3-1-16,3-3 0,-1 3 0,2-3 16,3 3-16,0-3 0,4 5 0,-3 0 15,3-1-15,-2 3 0,2 0 0,0 0 16,0 5-16,0-3 0,3 5 15,-1-3-15,0 5 0,2-1 0</inkml:trace>
  <inkml:trace contextRef="#ctx0" brushRef="#br4" timeOffset="71737.98">29247 17853 0,'3'-2'0,"-3"-3"0,0 5 0,-3-4 0,1-3 0,2 1 0,-2-1 0,0-2 15,2 5-15,0-5 0,0 2 0,4 3 16,1-1-16,1 1 0,5 2 16,0 0-16,5 2 0,4 2 0,-1 0 15,1 0-15,5 3 0,-6-1 0,3-2 16,1 5-16,-1-1 0,-5-1 0,-4-1 16,-4-2-16,-2 3 0,-3-3 0,-2 3 15,1-1-15,-3 3 0,-3 1 0,1 1 16,-2 0-16,2 4 0,-1 0 15,-1 1-15,4 1 0,0 1 16,0 6-16,4 2 0,1 0 0,1 0 0,3 5 16,0-3-16,2 1 0,-4-1 15,2-1-15,-1-1 0,1-4 0,-2-3 0,-1 1 16,-3-3-16,1-4 0,0 1 16,-1-4-16,-1 1 0,-2-4 15,0-3-15,0 2 0,-2-4 0,2 0 0,-5-11 16,7 16-16,-2-5 0,3-3 0,-3 1 15,0-4-15,2 1 0,0-1 0,0-6 16,0 4-16</inkml:trace>
  <inkml:trace contextRef="#ctx0" brushRef="#br4" timeOffset="71960.22">29309 18031 0,'2'-2'0,"-4"0"0,2 2 0,-4-2 0,4 0 0,-5-3 0,5 5 0,0-4 16,0 2-16,5-3 0,-1 3 15,5 0-15,2-3 0,4 3 0,3 0 16,6-3-16,9 3 0,5-2 0,-3 4 16,-2-2-16,3 2 0,-8 0 15,-4 2-15,1-2 0,-3 4 0,-5-2 16,1 3-16,-5-1 0,-4 1 0,0-1 16,-2 3-16,-3-3 0,3 3 0,-3-1 15,3 1-15,-1-3 0</inkml:trace>
  <inkml:trace contextRef="#ctx0" brushRef="#br4" timeOffset="72166.54">29761 18062 0,'2'0'0,"-4"0"0,2 0 0,0-2 16,0 2-16,0-2 0,0 2 0,2 0 15,1 0-15,-1 0 0,2 0 16,1 4-16,3-4 0,-1 5 0,2-1 15,-2 0-15,1 1 0,-1 1 0,0 1 32,-1 0-32,-1-1 0,-1 1 0,-2 0 15,-2-1-15,2 1 0,-2-3 16,0 1-16</inkml:trace>
  <inkml:trace contextRef="#ctx0" brushRef="#br4" timeOffset="74278.98">30101 17776 0,'0'0'0,"-2"-3"16,-1 1-16,-1 2 0,-3-2 0,3-2 0,0 4 15,-1-5-15,-2 3 0,1 0 0,-1 0 16,3-1-16,-1 1 0,1 0 0,0 2 16,1-2-16,3 0 0,0-1 15,5 3-15,-1 0 0,1 0 0,3 0 16,3 3-16,1-1 0,3 0 0,0 2 15,3-1-15,2 1 16,0 0-16,-3 1 0,5 4 0,-2-3 16,-4 3-16,-3-2 0,-6-1 0,-1-1 0,-4 3 15,1-1-15,-6 2 0,1 0 0,-4 0 16,-1-3-16,-2 5 0,0-4 0,0 2 16,1 2-16,1-3 0,0 3 0,5-2 15,0 2-15,2-2 0,4 2 31,1 2-31,6-2 0,2 5 0,5-3 16,-1 0-16,1 1 0,2-1 0,-3 2 16,1-2-16,-2 3 0,-3-1 0,-2-4 15,-7 3-15,1-6 0,-3 1 0,-2 2 16,-5-2-16,1-2 0,-3-1 0,1 1 16,-3 0-16,0-1 0,-2 1 15,2-3-15,-2 1 0,2-1 0,1 0 16,1-1-16,0-3 0,5 4 0,-2 0 15,2-4-15,2 5 0,-3-5 0,3 0 16,3 0-16,3-2 0,-1-1 0,3-1 16,1 0-16,2-1 0,0-1 0,-2 1 15,0 3-15</inkml:trace>
  <inkml:trace contextRef="#ctx0" brushRef="#br4" timeOffset="74579.88">30533 17954 0,'0'0'0,"0"0"0,0 0 0,0 2 0,-2 1 16,0-1-16,2 2 0,-3 1 0,1 3 16,2-1-16,0 2 0,2 0 0,3 2 15,1-2-15,1 2 0,4 0 0,2-3 16,0 1-16,3 0 0,1-5 16,3 3-16,5-3 0,-3-4 0,0 0 15,-5-2-15,-1 0 0,-3-2 0,-2-3 16,-2-2-16,-3 5 0,-3-5 0,-1 0 15,-4-2-15,-1-2 0,-5 0 0,-3-1 16,-3 3-16,-3-2 0,-1 4 16,-4-2-16,2 5 0,-2-3 0,0 5 15,2 1-15,5 3 0,-3 0 0,5 3 16,2 3-16,0 3 0,2 0 0,0 2 16,5 2-16,2 2 0,-1-1 0,1 1 15,2 1-15</inkml:trace>
  <inkml:trace contextRef="#ctx0" brushRef="#br4" timeOffset="75200.76">28123 17749 0,'0'0'0,"0"0"0,2-4 0,3 2 16,-5-1-16,4-3 0,-4 3 0,0-1 15,0 0-15,-2 1 0,0-1 0,-5 0 16,0 1-16,-1 1 0,-3 2 0,-3 0 31,-3 0-31,-3 2 0,-7 5 0,1-3 16,-12 5-16,1 2 0,2-2 15,2 4-15,4-2 0,2 5 0,3-3 16,7 0-16,1 3 0,5-5 0,5 2 16,1 0-16,5-2 0,5 2 0,1-2 15,1 0-15,4 1 0,2-1 16,0 0-16,5 0 0,2 0 0,0 0 16,-1 0-16,3 4 0,0-4 0,-2 2 15,-2 3-15,-5-3 0,0 2 0,-4 1 16,-4-1-16,-3-1 0,-4-1 0,-5 0 15,-4-2-15,-4 2 0,-3-2 16,-6 0-16,2 0 0,-3-4 0,1 2 16,2-3-16,2-1 0,0-1 0,3 1 15,4-3-15,-1-2 0,3 0 0,2-2 16,3-3-16,-1 1 0,3-1 0,-1-1 16,3-3-16,2 0 0,2 0 0,-2 0 15,-4 5-15,2-3 0</inkml:trace>
  <inkml:trace contextRef="#ctx0" brushRef="#br4" timeOffset="75517.99">27794 17571 0,'0'2'0,"-2"-2"0,2 0 0,-2 2 0,2-2 0,0 0 0,-2 0 0,0 4 15,-1 1-15,1 1 0,0 5 0,0 3 16,0 3-16,2 5 0,-3 5 16,1 12-16,0 6 0,0-4 0,2 4 15,-2-6-15,2 1 0,0 11 0,2-7 16,2-2-16,1-5 0,-3-2 0,0-2 16,2-4-16,1-2 0,-3-5 15,2-5-15,-1 1 0,-1-5 0,-2 0 16,4 3-16,-4-5 0,3 0 0,-1-2 15,-2-3-15,0 3 0,2-4 0,0 1 16,0-1-16,3-1 0,-1 3 16</inkml:trace>
  <inkml:trace contextRef="#ctx0" brushRef="#br4" timeOffset="76363.59">23438 17934 0,'-3'0'0,"-1"0"0,2-2 0,-3 0 0,-1-2 0,-1 1 15,1 1-15,-3 0 0,-4 2 0,-1 0 16,-1 2-16,-5 0 0,0 1 0,-2 1 16,0 3-16,-9-1 0,3 3 15,1-2-15,3 1 0,0 3 0,6-2 16,3 0-16,-1 2 0,7-4 16,3-1-16,1 3 0,3 0 0,4-2 0,3 4 15,3-3-15,6 6 0,-3-3 0,4 2 16,12 5-16,-8-3 0,10 5 0,0 0 15,-5 0-15,-2-3 0,-2 3 16,-7-2-16,0-1 0,-4-1 0,-4-1 16,-3 1-16,-4-5 0,-5 0 0,-2 0 15,-6 0-15,-1-3 0,-4 4 0,1-4 16,-6 1-16,6-2 0,-3 2 0,4-5 16,0 0-16,3-1 0,2-3 0,2 0 15,0-3-15,2-1 0,4-3 16,-1 1-16,6-3 0,0 2 0,2 1 15,2-5-15,1 2 0,1-2 0</inkml:trace>
  <inkml:trace contextRef="#ctx0" brushRef="#br4" timeOffset="76584.84">23200 17875 0,'-3'2'0,"3"-2"0,-2 4 0,2 3 0,0 0 16,0 1-16,0 3 0,0 1 15,0 3-15,0 3 0,0 1 0,0 6 16,0 12-16,0 3 0,0 2 0,0 2 16,0-4-16,-2 12 0,0-5 0,-3-8 15,5-3-15,-2-1 0,4-4 0,-2-5 16,5 1-16,1-5 0,1-2 16,2 0-16,6 4 0,7 13 0,18 21 15,2 6 1</inkml:trace>
  <inkml:trace contextRef="#ctx0" brushRef="#br4" timeOffset="82377.54">33126 18995 0,'-2'0'0,"-3"0"0,1 0 0,-1 0 0,1-2 0,-3-1 0,-1-1 0,-1 4 0,-2-2 0,2 2 0,0-2 0,2-1 0,3 1 0,-3 0 0,1 0 0,1 0 0,-1 2 0,-1-5 0,3 5 0,-1-4 0,1 4 0,0-2 0,1 2 0,1-3 0,0 1 0,2 0 0,-4 0 0,4-3 0,0 5 0,-3-2 0,1 0 0,2 0 0,0 0 0,-2-3 0,2 3 0,-2 0 0,2 2 0,-3-2 0,1-1 0</inkml:trace>
  <inkml:trace contextRef="#ctx0" brushRef="#br4" timeOffset="82884.65">33137 19026 0,'2'2'0,"-2"0"0,0-2 0,0 0 0,0 0 0,0 0 0,0 0 0,-2 0 0,2 0 0,0 0 31,-2 0-31,2 2 0,-5-2 0</inkml:trace>
  <inkml:trace contextRef="#ctx0" brushRef="#br4" timeOffset="83713.29">33479 18995 0,'-3'-2'0,"1"-1"0,2 1 0,-4 0 0,-3-2 0,-2-1 0,3-1 16,-10 1-16,-8 3 0,-18 4 0,-9 0 15,12 1-15,6-8 0,2 5 16,7-4-16</inkml:trace>
  <inkml:trace contextRef="#ctx0" brushRef="#br4" timeOffset="89004.37">33864 18860 0,'0'0'0,"0"0"0,0 0 0,0 0 0,0-2 0,0 2 0,0-2 0</inkml:trace>
  <inkml:trace contextRef="#ctx0" brushRef="#br4" timeOffset="89130.53">33697 18876 0,'-2'0'0,"2"2"0,0-2 0,-5 2 0,5-2 16,0 2-16,11-2 0,5-2 0,10 0 15,16-2-15,-18-1 0,-4 5 16,-4 0-16,-3-2 0,-7 2 0,-6 0 15,0-2-15,0 2 0,0-2 0,0-1 16,0 3-16,0 0 0</inkml:trace>
  <inkml:trace contextRef="#ctx0" brushRef="#br4" timeOffset="89861.8">33864 18876 0,'0'6'0,"0"1"0,0 0 0,0-5 0,0-11 0,0 5 0,0-3 0,0 0 0,0 1 15,0-1-15,0 1 0,0 1 0,0 1 0,0 2 16,0-3-16,0 5 0,0-2 0,0 2 15,0 0-15</inkml:trace>
  <inkml:trace contextRef="#ctx0" brushRef="#br4" timeOffset="113834.87">30824 15028 0,'0'0'0,"-2"0"0,0-2 0,2 0 0,0 2 0,-3 0 0,3-2 16,-2 0-16,2 2 0,0 0 15,2-3-15,1 1 0,-1 2 0,0-4 16,2 4-16,1-3 0,-1 1 0,3 2 16,-3-4-16,1 2 0,1 2 0,-1-3 15,1 3-15,1-2 0,-1 2 16,-1 0-16,2 0 0,1 0 0,-1 0 15,4 0-15,0 0 0,4 2 0,3 3 16,0-5-16,4 4 0,6 1 0,1-3 16,0 0-16,-1 3 0,1-3 0,-5 0 15,3-2-15,-1 0 16,-2 0-16,1-2 0,-3 0 0,2-3 16,-4 3-16,0 0 0,0-1 0,-7 1 0,-2 2 15,0-2-15,-7 2 0,1-2 0,-3 2 16,-4 2-16,2 0 0,-7-2 0,0 5 15,5-3-15,-2 2 0,-3 3 0,1 0 16,-3 1-16,2 3 16,1 3-16,-1 1 0,0 5 0,3-5 15,0 3-15,-3 8 0,2-1 0,1 1 0,0-2 16,-1 1-16,1-1 0,-1 5 0,1-3 16,0 5-16,-1-2 0,1-1 0,-1-1 15,1 1-15,2-3 0,-3-3 0,5 0 16,-2-5-16,0 1 0,2 0 15,0-5-15,0 0 0,0-4 0,0-3 16,2-1-16,0-1 0,-2-1 16,3-1-16,-1-2 0,0 0 0,0 0 0,3 0 15,-1 0-15,0-2 0,3-1 0,0-1 16,-3-1-16,5 3 0,-3-2 16,3-1-16,-2 3 0,0-4 0,-1 1 15,3 1-15</inkml:trace>
  <inkml:trace contextRef="#ctx0" brushRef="#br4" timeOffset="114152.26">31038 15313 0,'-2'0'0,"2"0"0,0 0 0,-3 0 0,1-2 16,2 2-16,-2 0 15,4-3 1,-2 3-16,5-2 0,1 2 0,5-2 16,0 2-16,5-2 0,-1 2 0,5-2 15,0-1-15,-3 3 0,10-4 0,2-3 16,-5 3-16,0 2 0,0-3 16,-2 1-16,0 2 0,-4-3 0,0 3 15,-3 0-15,-2 0 0,1-1 0,-6 1 16,1 2-16,0 0 0,-2 0 0,2 2 15,-5 1-15,5-3 0,-3 2 0,5 0 16,0-2-16,0 2 0,3 0 16,-1-2-16,0 0 0,3-2 0</inkml:trace>
  <inkml:trace contextRef="#ctx0" brushRef="#br4" timeOffset="114659.91">31655 15024 0,'0'-2'16,"0"0"-16,0 2 0,-2-5 0,2-2 0,0 1 0,0-1 0,0 1 15,0-1-15,2 3 0,0-1 0,3-1 16,1 3-16,5 1 0,3 2 16,3 0-16,5 2 0,0 1 0,7 3 15,6 1-15,3 2 0,-5-1 0,-4 1 16,-1 2-16,-6-2 0,-4 2 0,0 0 15,-5 0-15,-2 0 0,-5 2 16,-3-2-16,-6 3 0,1-1 0,-4 0 16,-3 3-16,-2-3 0,-2 0 0,-3 2 15,-2-1-15,1-3 0,1 2 0,5-4 16,3 0-16,-1-3 0,2 3 16,3-2-16,1-3 0,3 3 0,5-1 15,2 1-15,4-3 0,2 1 0,-2 1 16,4-1-16,-2-1 0,3 1 0,2-1 15,-1 3-15,-4-1 0,5 1 0,-5 4 16,1-2-16,-1 2 0,-2 2 0,0 0 16,-7 3-16,1-1 0,-3 3 15,-4-1-15,-3 1 0,1 2 0,-3 0 16,-2-5-16,-4 3 0,0-5 0,0 2 16,-3-4-16,1 0 0,-1-2 0,-1 0 15,-1-5-15,3 1 16,-3-1-16,0-2 0,3-2 0,2 0 0,-1-2 0,3-2 15,-2-5-15,4 2 0,1-1 16,3-1-16,5-2 0,-2-2 0,4-3 16,3 3-16,-5 2 0,8-2 0,-1 2 15,0 2-15,1-2 0,-3 0 0,-1 2 16</inkml:trace>
  <inkml:trace contextRef="#ctx0" brushRef="#br4" timeOffset="116273.91">32434 15216 0,'2'0'0,"-2"-5"0,0 5 0,0-2 0,0-4 0,2 1 15,-2-2-15,0 1 0,2-3 0,-2 2 16,0-1-16,0-3 0,-2 2 15,2-2-15,-2 2 0,-3 0 0,3 0 16,-2 0-16,-3 3 0,0-1 0,1 1 16,-1 3-16,-4 1 0,0 2 0,-2 0 15,2 5-15,-2-1 0,-3 3 16,-1 1-16,1 6 0,-8 6 0,4-3 16,-2 5-16,4-2 0,3 4 0,0 1 15,6-1 1,4 0-16,1 0 0,6 1 0,5-1 0,6 0 0,2 0 0,3-6 15,4 2-15,0-5 0,2-4 16,1 0-16,-1-4 0,0-3 0,0-4 16,-2-4-16,0-5 15,1-2-15,-6 0 0,1-2 0,-5-3 0,0-1 0,-6 1 16,-3-4 0,-2-2-16,-4 0 0,0-2 15,-5 2-15,1-2 0,-5 4 0,4 7 0,-8-3 0,2 1 0,4 6 16,-2 2-16,0 3 0,0 0 15,0-1-15,2 5 16,0 0-16,2 2 0,3 1 0,2 3 0,0 1 0,2-1 0,4 3 16,0 0-16,5 0 0,2 0 15,0 0-15</inkml:trace>
  <inkml:trace contextRef="#ctx0" brushRef="#br4" timeOffset="116463.7">32727 15333 0,'0'-3'0,"0"3"0,0 0 0,-2 0 0,2 0 16,-3 0-16,1 3 0,0-3 0,2 0 16,-4 4-16,4-4 0,-5 4 0,3-1 15,2 3-15,2-1 0,0 1 0,1 1 32,-1 2-32,2-3 0,1 1 15,-1 2-15,3-3 0,-1-1 0,-1 1 16,3-1-16,-1-1 0,0-2 0,-1 1 15</inkml:trace>
  <inkml:trace contextRef="#ctx0" brushRef="#br4" timeOffset="116862.91">32806 14949 0,'0'0'0,"0"0"0,0 0 0,0-4 0,2 4 15,3-5-15,-1-1 0,5 1 0,0 1 16,4 1-16,5 1 0,2-2 16,10 4-16,3-2 0,-4 2 0,2 0 15,-2 2-15,-5-2 0,0 0 0,-4 0 16,-2 2-16,-7-2 0,0 0 0,-3 0 16,-1 0-16,-2 2 0,-3-2 15,-4 5-15,4-1 0,-2 3 0,-5 4 16,1 2-16,2 0 0,-1 5 0,-1 8 15,0 3-15,-1 0 0,5 4 0,5-2 16,-5 2-16,2 2 0,-2-4 0,2 0 16,-2 2-16,0-2 0,-2 2 0,0-2 15,2-5-15,-3-4 0,1-2 16,0-2-16,4-5 0,-2-2 0,0 0 16,-2-2-16,2-3 0,-2-4 0,0 3 15,2-14-15,0 9 16,2 0-16,0-4 0,0-5 0,-2 4 0,2 1 0,1 2 15</inkml:trace>
  <inkml:trace contextRef="#ctx0" brushRef="#br4" timeOffset="117085.54">32857 15253 0,'2'0'0,"-2"-4"0,0 4 15,2-5-15,3 1 0,3 0 16,1-1-16,2 1 0,5-1 0,1 1 15,3 0-15,11-1 0,-2 3 0,4-2 16,-4 4-16,-1 0 0,-4-3 0,-4 3 16,0 0-16,-4-2 0,-1 0 15,-2 2-15,0-2 0,-2 2 0,-2 0 0,2-3 16,-6 3-16,4 3 0,-3-1 16,3-2-16,-2 0 0,1 0 0,1 0 15</inkml:trace>
  <inkml:trace contextRef="#ctx0" brushRef="#br4" timeOffset="117528.28">33353 14940 0,'0'-2'0,"2"0"0,-2 2 0,2-7 16,-2 3-16,5-3 0,-1 0 0,3 1 15,2 1-15,-1 1 0,8 0 0,1-1 16,1 5-16,2 0 0,0 2 31,4 1-31,7 3 0,2 1 0,-4-1 16,-1 1-16,-3 2 0,-6 0 0,-3 0 15,-5 2-15,-7-3 0,-4 3 0,-4 3 16,-7-3-16,2 0 0,-2 0 16,-4 4-16,-12 3 0,9-5 0,-1-2 15,1 0-15,-6 5 0,8-3 0,1-2 16,6 2-16,9-2 0,2-2 15,5 6-15,4-2 0,0 1 0,7-3 16,4 0-16,4 0 0,5 2 0,4-2 16,5 2-16,13 1 0,2 1 0,-9 0 15,-44-1-15,-2-1 0,0 0 0,0 0 16,0-2-16,0 3 0,0-1 0,0 0 16,-19 0-16,-21 0 0,-17 3 15,6-3-15,9-2 0,9-2 0,9 0 16,2 0-16,2-1 0,2-1 0,9 0 15,1-3-15,3 3 0,3-3 0,0-2 16,-1-2-16,3 3 0,0-1 0,-2-2 16,0 2-16,0-2 0,-3 0 15,-1 0-15,-1 0 0</inkml:trace>
  <inkml:trace contextRef="#ctx0" brushRef="#br4" timeOffset="118116.68">30771 15304 0,'0'-2'0,"0"-3"0,0 5 0,-2-4 0,2-3 0,-2-2 0,-1 3 0,-1-3 0,0 2 16,-1 1-16,-4-1 0,1 3 0,-6-1 15,1 1-15,-2 4 0,-1 0 16,-10 2-16,-1 5 0,-1-1 0,1 3 16,3 0-16,4 2 0,0-2 0,5 0 15,2 2-15,6-2 0,0 2 0,5 0 16,7 2-16,3 0 0,6 2 16,-1-1-16,7 1 0,4 1 0,9 6 15,4 2-15,1 0 16,-5 0-16,-2 3 0,-2-3 0,-5 0 15,-4 1-15,-5-6 0,-4 4 0,-2-6 0,-5 1 16,-4 2-16,-4-3 0,-5 1 16,-2 0-16,0-1 0,-4 1 0,-5-1 0,-11 1 0,0-5 15,-4 1-15,2-8 0,2-1 16,2-5-16,5-3 0,4-3 0,0-3 16,7-4-16,2-7 0,2 4 0,5-3 15,2-3-15,-1-3 0,10-6 0,4 3 16,0-3-16,2 0 0,0-4 15,-1 2-15</inkml:trace>
  <inkml:trace contextRef="#ctx0" brushRef="#br4" timeOffset="118313.61">30447 15114 0,'2'0'0,"-2"0"0,2 3 0,3 1 0,-1 7 0,5 2 0,0 5 16,2 4-16,6 11 0,3 9 0,2 4 15,3 5-15,5 24 0,1-5 16,7 19-16,-10-14 0,-8-12 0,-6-1 16,-6-2-16,-1-10 0,6 1 0,0-2 31,3-5-31,-3-2 0,-4-5 0,6 5 16,1 0-16,6 0 0,-5 0 0</inkml:trace>
  <inkml:trace contextRef="#ctx0" brushRef="#br4" timeOffset="120869.12">32747 10985 0,'0'0'0,"0"-9"0,-5-4 15,3 2-15,-2-5 0,-3 5 0,0 2 0,-1 0 0,3 7 31,-4 2-31,3 2 0,1 1 0</inkml:trace>
  <inkml:trace contextRef="#ctx0" brushRef="#br4" timeOffset="123453.03">30039 14565 0,'0'-2'0,"-2"0"0,-3 0 0,1-3 0,2 5 0,-3-4 16,3 2-16,0 2 0,0 2 0,0 2 16,2 5-16,2 2 0,0 7 15,0 4-15,5 4 0,2 16 0,4 0 16,-2 0-16,4-2 0,3 4 0,6 13 15,3 0-15,-3-1 0,2 12 0,-6-11 16,-4-13-16,-5-6 0,-7-10 0,0 3 16,-4 2-16,-8 11 0,-8 3 15,1 3-15,-1-1 0,3-3 0,2-4 16,0-4-16,2-5 0,5-5 0,2 3 31,4 0-31,0 2 0,5 0 0,-1-2 0,1 2 0,2-4 0,-3-3 31,1-1-31,0-3 0,-1-5 0,1 1 16,-3-3-16,-2 1 0,1-3 0,-3 0 16,-3 3-16,-1-3 0,-3 0 0,1 3 15,-3-1-15,2 0 0,1-1 0,1-1 16,1-2-16,2 0 0,-1-2 16,1-5-16,2 1 0,2-1 0,1 0 15,-1-1-15,2-1 0,3 0 0,0 2 16,1-1-16,3-1 0,-2 4 0,4-1 15,3-1-15,-1 1 0,3 1 0,2 1 16,0 0-16,2-3 0,2 3 0,5 1 16,-1-3-16,12-1 0,6 1 15,3-3-15,1-2 0,14-7 0,-4 3 16,-7 2-16,-5-1 0,-1 3 0,8 5 16,0-3-16,0 2 0,0 1 0,-6 1 15,1-1-15,1 1 0,2-1 16,7 1-16,3-1 0,4-1 0,-1 3 15,4-5-15,12 0 0,2 1 0,4-3 16,0-3-16,5 1 0,4-4 0,0 1 16,6 1-16,3-1 0,-2 1 0,2 2 15,-1-3-15,-3 3 0,-3 0 16,-2 2-16,-4 0 0,2 0 0,-1 0 16,3 2-16,27-4 0,4 2 0,15-5 15,-128 3-15</inkml:trace>
  <inkml:trace contextRef="#ctx0" brushRef="#br4" timeOffset="124027.73">30052 14517 0,'2'-2'0,"-2"2"0,0 0 0,3-3 0,-3 1 0,4 2 0,0-2 0,3 0 15,6-3-15,3 1 0,10-3 0,21-1 32,3-3-32,10-1 0,30-5 15,9-1-15,40-6 0,55-7 0,-88 16 16,-4-1-16,3 3 0,6 0 0,-1 2 16,-2-2-16,7 1 0,-5-1 0,-4 2 15,8-2-15,1 2 0,-5 0 0,3 0 16,1-2-16,3-1 0,0 6 15,-2-1-15,2 2 0,-5 1 0,-4-1 16,-7 5-16,-4 2 0,-4 0 0,-9 0 16,-5 4-16,18 1 0,2 1 0,21 1 15,-57-1-15</inkml:trace>
  <inkml:trace contextRef="#ctx0" brushRef="#br4" timeOffset="132622.85">30932 16378 0,'0'0'0,"0"-2"0,0 2 0,0-3 16,0 3-16,4-2 0,1 0 0,4 0 15,4-1-15,5-1 0,4 0 0,15-3 16,3-2-16,2 0 0,4 3 16,7-5-16,22-7 0,6 0 0,21-8 15,-18 6-15,-9 5 0,-7 4 0,0 0 16,1 2-16,-5 2 0,-9-2 0,-7 5 15,-4 0-15,7 1 0,6 1 16,5 2-16,-5 2 0,-2 1 0,-4 1 16,4 3-16,5 1 0,6 1 0,9-2 15,-9 0-15,-4-1 0,4-1 0,7 1 16,0-4-16,-5-2 0,-4-2 0,-9 2 16,-2 0-16,-2 0 0,1-2 15,-1 0-15,-7-3 0,-2 3 0,-9-2 16,0 4-16,-4 2 0,-3 0 0,-1 3 15,-1-1-15,2 3 0</inkml:trace>
</inkml:ink>
</file>

<file path=ppt/ink/ink6.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31:20.05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00B0F0"/>
    </inkml:brush>
    <inkml:brush xml:id="br4">
      <inkml:brushProperty name="width" value="0.05292" units="cm"/>
      <inkml:brushProperty name="height" value="0.05292" units="cm"/>
    </inkml:brush>
  </inkml:definitions>
  <inkml:trace contextRef="#ctx0" brushRef="#br0">1321 13602 0,'0'0'0,"0"0"0,0 0 0,0 2 0,0 5 0,0 1 0,0 6 15,-2 3-15,-3 3 0,3 4 16,0 14-16,-1 2 0,3 4 0,-2 4 16,-2 1-16,4 12 0,-2-1 0,-1-3 15,3 3-15,0 13 0,5-1 0,1-6 16,-1-2-16,2-6 0,-3-1 0,3 7 15,-3 4-15,3 5 0,-3-5 16,-4-6-16,4 0 0,3 4 0,-5 9 16,7-4-16,-7-7 0,5-3 0,-3 1 15,5 4-15,-5 5 0,5-3 0,0-8 16,-4-3-16,6 0 0,-7 3 0,3 4 16,-7 2-16,4-2 0,-4-7 15,7 5-15,-5 0 0,-2 4 0,-9 2 16,5-6-16,4-3 0,-3-1 0,-3-1 15,1 3-15,-3-3 0,-6 0 16,5-6-16,1-7 0,5-6 0,1-1 0,0-4 16,0-2-16,-3 2 0,5-4 15,0-1-15,0-1 0,5-3 0,-3-4 16,0 0-16,3-5 0,1-2 0,-4-2 16,5 0-16,-3-2 0,5 0 0,-4 4 15,4-4-15,-5 0 0,3 0 0,1 0 16,-1-5-16,2 3 15,0-1-15,2-1 0,-5-3 0,8 2 16,3-4-16,-4 0 0,7-2 0,0-2 0,9-1 16,-1-4-16,16 1 0,7-3 15,4 0-15,16 0 0,-9-1 0,-5 8 0,0 0 16,-2-1-16,7 5 0,6-4 16,10 2-16,-8-3 0,7 1 0,-2-1 15,7 3-15,2-4 0,-3 1 0,7-1 16,1-1-16,5 0 0,6-1 15,-1 1-15,5 2 0,-1-3 0,5 3 0,9-6 16,-9 2-16,7 3 0,-3-1 16,1 1-16,1-1 0,-1 0 15,6-4-15,-7 5 0,7-1 0,3 0 0,-1 1 16,-2 4-16,2-1 0,-4 1 0,4-2 16,7 2-16,-2-3 0,2 3 0,2-2 15,0-1-15,0 3 0,9-2 0,-5-1 16,1 1-16,6-3 0,-11 1 15,13 1-15,3 1 0,-1 2 0,8-3 16,-6 1-16,-1 1 16,4-1-16,-5 2 0,7-3 0,3 5 0,-3 0 0,9 0 15,-9 0-15,5 3 0,-3-1 0,-6 0 16,8 2-16,-1-1 0,-3-1 0,6 2 16,-5-1-16,7 1 0,-7 0 15,1 1-15,5 1 0,-9 1 0,2 2 16,0-3-16,0 3 0,2 0 15,1 0-15,-1 4 0,-4-2 0,0 2 16,-2-2-16,-5 3 0,9-3 0,-9 0 0,3 0 16,2 2-16,-9-4 0,2 6 0,-2-2 15,-3 1-15,3-1 0,-4 0 16,-3 3-16,-2-5 0,-2 4 0,-9-2 16,-2 3-16,2-1 0,-11 0 0,0 1 15,0-1-15,-4 1 0,2-5 31,-7 2-31,-2-2 0,0 2 0,-5 1 16,-3-3-16,-1 2 0,-9-2 0,-2 2 16,3-2-16,-14 0 0,-9 0 0,-6-4 15,-7 2-15,-4-3 0,-5 1 0,-6-5 16,-5 5-16,0-3 0,-4 0 0,2 1 16</inkml:trace>
  <inkml:trace contextRef="#ctx0" brushRef="#br0" timeOffset="995.64">1301 13747 0,'-2'0'0,"-1"0"0,1 0 0,-4 0 0,3-2 0,1 2 0,-4-2 15,3 2-15,-1 0 0,-3 0 0,5 0 16,-4-2-16,1-1 0,3 3 16,-5-2-16,5 0 0,2 0 0,-2-3 15,0 1-15,2 0 0,0-5 0,0 2 16,2-2-16,0-4 0,-2 0 0,5-5 16,1-2-16,-1 1 0,1-6 0,-1-8 15,1-4-15,-1 2 0,-3-5 16,2 2-16,-4 1 0,-6-14 0,3 3 15,-5-5-15,1 4 0,0-10 0,3 10 16,0 7 0,1 7-16,1 4 0,2 7 0,0 2 0,2 4 0,1 5 15,1 0-15,-2 6 0,0-2 0,5 3 16,-5 3-16,7-1 0,-2 4 0,1-4 16</inkml:trace>
  <inkml:trace contextRef="#ctx0" brushRef="#br0" timeOffset="4247.95">1310 14087 0,'0'0'0,"0"0"0,0 0 0,0 0 0,0-2 0,0 2 0,0-3 16,2 3-16,5 3 0,-5-3 15,0 0-15,7 2 0,0-2 0,-3 4 16,3-2-16,2 1 0,2 1 0,-2-2 15,2 3-15,1-1 0,3 1 0,-1-1 16,6 5-16,-5-3 0,1 3 0,4 0 16,-6 0-16,6 2 0,-2 0 0,-3 2 15,5 0-15,0 3 0,2-1 16,3 1-16,8 3 0,3 4 0,4-6 16,-7 1-16,0-1 0,0-1 0,-6-1 15,4 1-15,0 1 0,0 1 0,3-3 16,1-1-16,3 1 0,4-2 0,4 3 15,-4 1 1,-8 1-16,-1 0 0,-2 4 0,2 0 0,1 2 0,10 5 16,2-5-16,-1 0 0,1-2 0,-4-2 15,-6 0-15,-1 0 0,5 4 0,-4-2 16,10-2-16,-1-2 0,5-3 16,1 3-16,-6-3 0,-1 5 0,-4 0 15,2 2-15,7 0 0,6 2 0,0 0 16,-2 1-1,-8-1-15,1 2 0,-4 1 0,0-3 16,9 0-16,-2-4 0,4-2 0,-4-1 16,-5 1-16,-2 0 0,-6 2 0,6-3 15,7 3-15,2 2 0,2-2 0,-2 0 0,-7 0 0,0-3 16,-8 8-16,8-1 16,0 0-16,3 0 0,1-8 0,-1-3 0,2 5 15,-12-1-15,-1 3 0,-1 0 0,3 0 16,6-3-16,1 3 0,1 4 0,1-1 15,-3 1-15,-9-2 0,1 4 0,-3 1 16,9-3-16,0 0 0,3-2 0,-5 0 16,2-6-16,0-1 0,-9 3 15,-6-1-15,-3 1 0,3-2 0,-1 1 16,6-1-16,-1-1 0,4 3 0,5 2 16,-5-1-1,-1 1-15,-10-2 0,5 2 16,-4 0-16,-1-1 0,5 1 0,2 2 0,-2 0 0,2 0 0,2-4 15,3-3-15,-5-1 0,0-1 0,-5 2 16,-3-4 0,-3 5-16,0-1 0,0 1 15,0-1-15,0-2 0,0 3 0,2-3 0,1 2 0,1 1 0,5-3 16,-7 0-16,5-2 0,-5 0 0,5-2 16,-9 2-16,8-2 0,-10 0 0,4 4 15,-4-2 1,-1 5-16,3-5 0,2 2 0,-4-2 0,2 2 15,-3-4-15,3 2 0,-5 0 0,3-2 0,0 0 32,-3-1-32,3-1 0,-1-3 0,-1 1 15,-1-1-15,1 3 0,-3-3 0,0-2 16,0 3-16,-2-1 0,-2 3 0,2 0 16,-2-1-16,0 1 0,-2-1 15,-1 3-15,3-2 0,-5 2 0,3-1 16,2-1-16,-7 2 0,0-3 0,5 1 15,-5-2-15,5 1 0,-5-4 0,0 1 16,2-3-16,-1 0 0,1 2 0,-4-2 16,2 0-16,0 2 0,5-2 15,-5 4-15,3-1 0,-1 1 0,5 3 16,-2-1-16,1 3 0,-1-2 0,0 1 16,-1 1-16,1-2 0,-3 2 0,1-3 15,-1 1-15,0-3 0,-1-1 16,-1 1-16,-7-6 0,3 0 0,0 2 0,4 0 15,0 0-15,1 0 0,-3-3 16,0 1-16,0-4 0,-5-1 0,3-2 16,0-2-16,0 0 0,-3 0 0,3-4 15,0-1-15,0-1 0,-3-1 0,3 0 16,0 1-16,2-3 0,0 0 0,-2-9 16,-1 5-16,3-5 0,0 3 15,-2-3-15,0-2 0,0 0 0,0-4 16,-5 0-16,3-3 0,1-8 0,-3 4 15,-1 3-15,3 1 0,-3 3 0,-4 0 16,4-3-16,-1 3 0,-1-1 16,2 1-16,3 2 0,-5-2 0,2 4 15,3-2-15,0 2 0,-3-6 0,3-1 16,-3-2-16,3-2 0,-1 3 0,1 1 16,4 1-16,-5 4 0,5-3 0,-4 6 15,4-3-15,0-5 0,0-2 16,0-2-16,-7 1 0,7-1 0,-4 4 15,2 3-15,-1 0 0,1 2 0,-4 0 16,6-1-16,-5-3 0,5-7 0,0 2 16,2-2-16,1 2 0,3 4 0,-6 3 15,0 2-15,0 0 0,0-2 0,2 0 16,1-3-16,-1 5 0,-2-2 16,4 2-16,-4 0 0,0 2 0,0 0 15,0 0-15,2 2 0,-2-2 0,0 3 16,0-3-16,3-4 0,-1 4 0,2-5 15,-2 1-15,1-7 0,1 5 0,1 4 16,-3 4-16,0 3 0,0-1 0,3 3 16,-5-3-16,0 1 0,0 0 15,0 1-15,0 1 0,0 2 0,0 2 16,0 0-16,-5 3 0,5 1 0,0 1 16,0 2-16,0-1 0,0 5 0,0-2 15,5 3-15,-5-1 0,2 2 0,0 3 16,5-3-16,-1 5 0,3 0 0,2 2 15,0 0-15,4 2 0,3 0 16,-7 0-16,5 5 0,3 0 0,6-1 16,-1 5-16,5 2 0,6 3 0,9 10 15,-4 1-15,2 2 0,-1-1 0,10 12 16,-5-5-16,3 0 0,-3-6 0,1-2 16,-3 1-16,0-4 0,0 1 15,0 1-15,4 3 0,10 4 0,1 0 16,5 9-1,-9-9-15,-2 4 0,-2 3 0,9-2 16,3-1-16,1-4 0,0 2 0,-6 5 16,-1 0-16,5 8 0,6 1 0,3-3 15,-1-4-15,-6-5 0,0 3 0,2-2 0,3 4 0,-1-1 16,0 6-16,-4 1 0,0-1 0,5-3 16,3-2-16,-3-5 0,-3 1 0,0-1 15,0 3-15,5 4 16,8-5-16,-8 3 15,-1-4-15,-2-3 0,3 3 16,2-5-16,0 0 0,-3-2 0,-10 2 16,4 4-16,-3 1 0,3-1 0,2 1 15,-4-1-15,-7 1 0,-2-8 0,0 4 16,4-1-16,10 2 0,-6 2 0,-8-1 16,2 3-16,-2 1 0,7-3 15,4 3-15,0-9 0,-5 0 0,-1-5 16,-3 3-16,-2 0 0,4-3 0,7 5 15,-2-2-15,-5-1 0,-6-1 0,-1-1 16,-1 1-16,4-3 0,-3 2 16,3-4-16,0 1 0,-4-6 0,-5 3 15,-2 0-15,-5-5 0,5 3 0,7 0 16,-1-1-16,3 1 0,-3 2 0,-6 0 16,-4-3-16,-5-1 0,2-1 0,5 0 15,4-1-15,0 1 0,0-2 0,0-2 16,-2-4-16,-4 0 0,-8 4 15,-1-3-15,-2 1 0,1-2 0,5 2 16,0-5-16,5-2 0,-3 1 0,-2-1 16,0-2-16,-4 4 0,-3-4 0,1 0 15,-7 0-15,0 2 0,-7 1 0,0-3 16,-2 2-16,-2-2 0,0 0 16,-1-2-16,-1 2 0,-3 0 0,-1 0 15,-1 0-15,0 2 0,-2 0 0,-9-4 16,7 0-16,-2 2 0,8 0 0,0 0 15,-4 0-15,5 0 0,-5 0 16,2-5-16,0 5 0,1-2 0,-1 0 16,0 0-16,0-3 0,-4-4 0,2 0 15,0-2-15,0 3 0,0-3 0,0-3 16,-4-5-16,1-1 0,-1-2 0,4-3 16,-5-1-16,5-1 0,-2 1 15,2-3-15,0 1 0,0-3 0,-2-2 16,2 0-16,-7-16 0,1 3 0,-1 0 15,3-1-15,-1 3 0,1 2 0,2-4 16,-3 0-16,3-3 0,0-2 0,-5-4 16,3 2-16,0 5 0,4 2 0,0-1 15,0 1-15,2-5 0,0-2 16,-2-2-16,-2 0 0,2 7 0,0 4 16,2-3-16,-2-1 15,-2-3-15,-3-6 0,1 2 0,-3 2 0,3 4 16,2 1-16,-1 1 0,1 1 0,-2-5 0,2 1 15,-1 1-15,3 1 0,0 3 16,3 6-16,-1 1 0,0-1 16,0-5-16,0 2 0,1-2 0,1-1 15,1 6-15,-3-3 0,0 4 0,-2 3 0,2 2 16,3 2-16,-5-2 0,4-2 16,-4 2-16,0 0 0,2 2 0,0 2 15,5 0-15,-3 1 0,-1 1 16,-1 3-16,2 2 0,3 2 0,-3 0 0,1 5 15,-1-3-15,0 3 0,1-5 0,-3 0 16,2 3-16,-1-1 0,-1 5 16,-2 2-16,2 0 0,-2 2 0,2 2 15,-2-4-15,0 5 0,3-1 0,-6 0 16,3-1-16,0 1 0,0-2 0,-2 0 16,0 0-16,2 1 0,0 1 15,-2 0-15,2 1 0,-3 1 0,3 1 16,0 2-16,0-3 0,0 10 0,0-1 15,0-4-15,-2 0 0,2-2 0,0 0 16,0 0-16,0-1 0,0 1 0,2 2 16,-2 0-16,0 0 0,3 2 15,-1 1-15,0 1 0,0 3 0,5-1 16,-3 3-16,5 2 0,0 0 0,2 2 16,4 1-16,1 3 0,4 1 0,8 6 15,1 0-15,2 1 0,0-1 16,2 0-16,4 0 0,14 9 0,2 0 15,6 1-15,16 10 0,-6-2 0,-10-1 16,1 4-16,13 7 0,-3-7 0,5-6 16,-4 1-16,4 2 0,2 2 0,4 7 31,8-1-31,-3 10 0,4-7 0,5 0 0,2 2 0,4-5 0,3 6 16,4 8-16,-2-3 0,4 1 0,9-2 15,-7 1-15,10 5 0,3 7 0,-3-2 16,6 2-16,6-3 0,-2 1 0,1 4 15,3 6-15,-6 3 0,7-5 16,6 7 0,-1-4-16,5 4 0,-1 2 0,-7-2 0,8 4 0,-3-1 0,4 1 31,4 3-31,-5-3 0,6 0 0,-4 1 16</inkml:trace>
  <inkml:trace contextRef="#ctx0" brushRef="#br0" timeOffset="5778.75">1407 14131 0,'4'-2'0,"-4"0"0,0-3 0,0 1 15,2-1-15,-2 1 0,3-1 0,-3 1 16,0 0-16,2-1 0,0 1 0,2-1 15,-1 1-15,-1-3 0,4 3 0,-3 0 16,-3 1-16,4-1 0,0 2 16,-1 0-16,-1-3 0,-2 5 0,-2-2 15,-1 0-15,-5 2 0,1 0 0,0 0 16,-4 0-16,-2 2 0,-2 0 0,-3-2 16,0 5-16,3-3 0,-5 2 0,2-2 15,-1 1 1,1 1-16,-6 0 0,-5 1 0,11-3 0,-4 2 0,3-4 15,3 3-15,3-1 0,2-2 0,2 0 16,0 0-16,7 0 16,2 0-16,-2 0 0,4-2 0,5-1 0,1-1 0,8 2 15,-1-3-15,7 1 0,3 0 16,1-1-16,7-1 0,-2 1 16,13-4-16,-2 5 0,-2-3 0,-5 1 15,-4 1-15,-7 3 0,-4-2 0,-5 4 16,-4-3-16,0 3 0,-11 0 0,0 3 15,-6-1-15,1 0 0,-6 3 0,-4-1 16,-5 3-16,-4-1 0,-3-1 0,-1 1 16,-1 1-16,-2-3 0,-6 3 0,4-1 15,4 1-15,0-5 0,9 3 16,1-3-16,5 0 0,6 0 0,-3-2 16,8 2-16,-3-2 0,6 0 0,4 0 15,1-2 1,6 2-16,0-2 0,8-2 0,-1 1 0,6-1 0,5 0 0,-3 1 15,1-1 1,4 0-16,2-1 0,-5 1 0,-5-1 16,-4 3-16,-3-2 0,-5 4 0,-7-5 0,3 5 0,-7-2 15,-7 0-15,1 2 0,-5 2 0,-3 0 16,-3-2-16,-1 5 16,-2-3-16,-2 0 0,2 5 0,3-1 0,-3 1 0,4 2 15,5-3-15</inkml:trace>
  <inkml:trace contextRef="#ctx0" brushRef="#br0" timeOffset="6608.92">101 14003 0,'0'-2'0,"5"0"0,-3-3 0,-2 5 0,0 2 16,0 1-16,0-3 0,2-3 0,-2-3 16</inkml:trace>
  <inkml:trace contextRef="#ctx0" brushRef="#br0" timeOffset="18101.43">1654 13736 0,'0'0'0,"0"0"0,0-2 0,0 0 0,4 2 0,0-2 15</inkml:trace>
  <inkml:trace contextRef="#ctx0" brushRef="#br0" timeOffset="18529.3">1673 13648 0,'0'-2'0,"-2"0"0,2 2 0,-4-3 0,2-1 0,-1 2 0,-1 2 0,-3-5 0,5 1 16,-4 0-16,1-1 0,3 1 0,-5-3 16,5 3-16,-2-1 0,-3-1 15,5-3-15,-5 5 0,3-3 0,-3 3 16,3-3-16,2 0 0,-5 3 0,3-3 16,1 1-16,-1-1 0,0 3 0,4-1 15,0-1-15,-3 1 0,-1 3 16,4 0-16,0-3 0,-2 5 0,2-4 15,0 4-15,2-2 0,-2 0 16,0 2-16,0 0 0,0 0 0,0 2 0,0 0 16,0 0-16,0 3 0,4 1 0,-1 1 15,-3 2-15,2 2 0,0 2 16,2 0-16,-1 3 0,-1-1 0,5 0 16,-3 1-16,-4 1 0,4-3 0,3 1 15,-7 1-15,2-1 0,0 0 0,3 1 16,-3-3-16,-2 3 0,2-3 0,-2 0 15,7 5-15,-5-5 0,0 0 16,0 0-16,1-4 0,3 2 0,-4-4 16,-2-1-1,7 1-15,-7-3 0,2-1 0,-2-1 16,2 2-16,1-4 0,-3 0 0,4 2 16,-2 1-16,-2-1 0,2-2 0,-2 0 0,0-2 0,3 2 15,-1-3-15</inkml:trace>
  <inkml:trace contextRef="#ctx0" brushRef="#br0" timeOffset="19025.5">1777 13694 0,'0'0'0,"0"-2"0,0 2 0,-4 0 0,4 0 0,0 0 0,0 0 0,0 2 16,0-2-16,4 5 0,-2-3 0,-2 5 16,0-1-16,5 1 0,1-1 0,-3 5 15,3-2-15,-1 2 0,-1-2 16,5 4-16,0-2 0,-1-2 0,-1 0 15,4 0-15,0-3 0,5 1 0,-5-2 16,0-1-16,0-4 0,2 0 0,-2-2 16,0 0-16,-2-3 0,2-2 0,-2-1 15,-3-1-15,3 0 0,-5-2 0,3 0 16,-7-2-16,2 2 0,-2-3 16,-2-1-16,2 4 0,-7-2 0,3 2 15,-3 0-15,3 0 16,0 2-16,-5 2 0,0-2 0,0 5 0,2-3 0,-1 5 15,-1 0-15,2 2 0,-2 0 0,-4 0 16,4 4-16,-2 1 0,0 1 0,5-1 16,-5 4-16,2-3 0,-2 3 15,2-2-15,5 2 0,-3-1 0,3 1 16,4 0-16,0 2 0,2-4 0,4 1 16,-3 1-16,-1 0 15</inkml:trace>
  <inkml:trace contextRef="#ctx0" brushRef="#br0" timeOffset="19813.63">2196 13657 0,'0'-2'0,"0"-1"0,-2 1 0,0-2 0,2 2 0,-5-1 16,-1 3-16,3-2 0,1 0 0,-4 2 15,3 0-15,-5 2 0,3-2 0,-1 2 16,1 3-16,-1-3 0,1 5 0,3-3 16,-5 3-16,5-1 0,2 1 0,0 2 15,4-3-15,3 3 0,-2-2 0,3 2 16,3-3-16,0 1 0,0-1 16,3-1-16,-3-1 0,2-1 0,-2 1 15,2-4-15,-4 0 0,4-2 0,-4 0 16,-2-3-16,-1 1 15,-1-3-15,1 0 0,-4-1 0,-2-1 0,0-2 0,0 2 16,-2-2-16,-4 2 0,1 0 0,3-2 16,-5 7-16,3-3 0,-5 5 15,5-2-15,-5 1 0,2 1 0,3 2 16,-7 0-16,6 2 0,-3 1 16,-1 1-16,0 0 0,5 1 0,-1-1 0,-1 1 15,3 1-15,3-1 0,0 1 0,0 1 16,3-3-16,3 3 0,1-3 15,2 1-15,-7 1 0,7-1 0</inkml:trace>
  <inkml:trace contextRef="#ctx0" brushRef="#br0" timeOffset="20124.22">2417 13657 0,'0'0'0,"-3"0"0,3 0 0,0 0 0,-2 0 0,-2 2 0,4 0 16,0 1-16,0 1 0,0-2 0,0 3 15,4 1-15,-2-1 0,1 1 0,-1-1 16,4 1 0,-1-1-16,1 1 0,1-4 0,2 1 0,0 1 0,-1-4 15,-1 0-15,2-2 16,0 0-16,-3-3 0,1 1 0,0-1 16,-1-1-16,-4-3 0,1 5 0,-3-5 0,0 2 0,-3 1 15,1-1-15,-4 0 0,-1 3 16,-2-1-16,0 3 0,3 0 0,-5 2 15,0-2-15,0 2 0,2 0 0,2 2 32,-2-2-32,1 4 0,5-1 0,-3 1 15,4 0-15,-1 1 0,3 2 0,5-1 16,-1-1-16,1 3 0,1-1 0,5-3 16,-4 5-16,2-2 0,2-3 15</inkml:trace>
  <inkml:trace contextRef="#ctx0" brushRef="#br0" timeOffset="20825.49">2743 13637 0,'4'0'0,"-4"-4"0,0 4 0,0 0 0,-4-5 0,4 1 0,-7 2 16,3-3-16,2 3 0,-3 0 0,3 2 16,-2-2-16,4 2 0,-3 2 0,-1 0 15,2 0-15,0 3 0,2-1 0,-3 3 16,3-3-16,-4 3 0,4-1 15,0 1-15,4-3 0,-4 3 0,3 0 16,1-1-16,0-1 0,1-1 0,-1-2 16,3 0-16,2 1 0,-3-3 0,1 0 15,-1-3-15,1 1 0,2 0 0,-5-2 16,5-3-16,-7 0 0,3 1 16,-1-3-16,-2 0 15,-2 0-15,-2 3 0,-2-1 0,2 0 16,-1 3-16,1 2 0,0-3 0,-5 3 15,5 2-15,0 0 0,-2 2 0,-1 3 16,5-1-16,0 1 0,5-1 0,1 0 16,-4-1-16</inkml:trace>
  <inkml:trace contextRef="#ctx0" brushRef="#br0" timeOffset="21655.63">1788 13985 0,'0'0'0,"0"0"0,2 0 0,-2 3 15,0-1-15</inkml:trace>
  <inkml:trace contextRef="#ctx0" brushRef="#br0" timeOffset="25286.3">2167 13551 0,'0'0'0,"-2"-2"0,-2 2 0,2-2 0,-1-1 0,-1 3 0,-3-2 15,5 0-15,-4-2 0,1 1 0,5 1 16,-7 0-16,3 0 0,4 0 0,-2-3 16,0 5-16,-3-4 0,3-1 0,0 3 15,2-2-15,-2-1 0,-3 1 16,1 2-1,4 0-15,-2-5 0,-5 5 0,7 0 0,-2-3 0,0 3 0,-5 0 16,5-3 0,0 3-16,2-2 0,-3 4 0,3-5 0,-4 3 0,2 0 0,2-3 15,-2 3-15,2 0 0,-3 0 16,3-3-16,-6 5 0,4-2 0,2 0 0,-5 2 16,1-4-16,-1 4 0,3-3 31,-2 3-31,1-2 0,1 2 0,0-2 15,-2 0-15,1 2 0,1-2 0,2-1 16,0 1-16,-2 0 0,2 0 0,2 0 16,-2-1-16,2 1 0,1 0 15,3 0-15,-1 0 0,1 2 0,3-3 16,-2 1-16,2 2 0,2 0 0,2 2 16,-2 1-16,0-3 0,2 4 0,-2-2 15,2 3-15,-2-1 0,3 3 0,-3-1 16,0 3-16,2-2 0,-4 1 15,4 3-15,-9-2 0,3 2 0,2 0 16,-7 0-16,0 0 0,-2 0 0,0 3 16,-2-6-16,0 6 0,-5-3 15,3 0-15,-5 0 0,-2 0 0,2 0 16,-2-2-16,2-1 0,-2-1 0,0 2 16,0 0-16,0-3 0,0-1 0,2 1 15,5-1-15,-7-3 0,4 2 0,3-1 16,4 1-16,-7-4 0,5 2 0,0 0 15,2-2-15,0 0 0,0 3 16,0-3-16,2 0 0,5 0 0,-5 2 16,7-2-16,-3 0 0,3 0 15,2 0-15,2 0 0,-2 0 0,5 0 0,-1 2 16,1-2-16,-3 2 0,2 0 16,1 3-16,-1-1 0,-4-2 0,0 3 15,0-1-15,-6 1 0,3 1 0,-3-1 16,2 1-16,-5-1 0,0 1 15,-2 3-15,4-4 0,-8 6 0,4-3 0,-4 1 16,-3 2-16,-4 5 0,2-3 16,0 0-16,-2-2 0,0 2 0,-4 3 15,-3-3-15,5-2 0,0 0 0,2-2 16,-3-2-16,6-3 0,-1 0 0,4 1 16,1-5-16,-3 2 0,5-2 15,2 0-15,0-2 0,0-3 0,0 1 16,2-3-16</inkml:trace>
  <inkml:trace contextRef="#ctx0" brushRef="#br0" timeOffset="25810.92">2348 13458 0,'-2'0'0,"0"-2"0,2 2 0,0 0 0,0-4 0,0-1 16,0 3-16,0-2 0,0-1 0,4 1 16,1 0-16,-3-1 0,2 1 0,3-1 15,-3 3-15,5-2 0,-5 4 0,3 0 16,-3 0-16,3 0 0,0 0 0,-1 4 15,-3 1-15,3-1 0,-1 0 16,1 3-16,-4 0 0,1 1 0,-1 1 16,0 2-16,5 0 0,-7 3 0,0-1 15,0-2-15,0 4 0,0-2 0,-3 3 16,-1-3-16,-3 5 0,5-5 16,-4 0-16,1 3 0,-1-5 0,1 2 15,-4 0-15,0 3 0,5-3 0,-3 2 16,3-6-1,2 2-15,2-2 0,-5 2 0,12-4 0,-7 1 0,4-1 0,3 0 16,-5-3-16,9 0 0,0 1 16,0-5-16,0 0 0,5 0 0,-3 0 15,5-2-15,-3-1 0,5-1 0,-7 2 16,-2 0-16,2 2 0,-2-5 0,0 5 16,-4-4-16,2 2 0,0 2 0,-7 0 15,5-3-15,-5 3 16,2-2-16,3 0 15,-5 0-15,0 0 0,5-1 16,-5 3-16,0-2 0</inkml:trace>
  <inkml:trace contextRef="#ctx0" brushRef="#br0" timeOffset="26239.81">2858 13432 0,'0'-2'0,"0"0"0,0 2 0,-5-5 15,3 1-15,0-1 0,-5 1 0,3-3 16,1 3-16,-8 2 0,9 0 0,-7-3 16,-2 5-16,0 0 0,0 2 15,0 1-15,-2 1 0,2 3 0,-2 1 16,0 1-16,2 0 0,0 2 0,0-2 16,2 2-16,4 0 0,-1 2 0,3-4 15,3 2-15,7 2 0,-5-4 0,9 2 16,0 0-16,3 0 0,-1 0 15,7 0-15,-5-2 0,7 2 0,2 0 0,-2 2 16,3-4-16,-3 0 0,-7 2 16,1-2-16,-1-3 0,-4 3 0,-7-2 15,5-1-15,-9 5 0,0-4 0,-6 2 16,1 0-16,-4-1 0,1-1 0,-6 2 16,10-2-16,-7-1 0,2 1 15,-2-3-15,0-2 0,0 1 0,7-1 16,-5-2-16,4-2 0,-3-3 0,5 1 15,-5-5-15,5 0 0,3-4 16,0 0-16,0-1 0,0-1 16,3 0-16,-1-1 0,4 3 0,-3 0 0,3 2 15,-4 0-15,5 2 0,0-2 0,-3 2 16,3 0-16,2 0 0,-5 3 0,0-3 16,3 4-16</inkml:trace>
  <inkml:trace contextRef="#ctx0" brushRef="#br0" timeOffset="27936.52">7316 17187 0,'-2'0'0,"2"0"0,0-2 0,-3-1 0,3 3 0,0-2 0,0 0 15,0-2-15,0 4 0,0-5 0,0 3 16,0 2-16,0 0 0,0-2 15,0 0-15,0 2 0,-2 0 0,2 0 16,-2 0-16,0 0 0,-1 2 0,-5 0 16,-1 5-16,0-5 0,0 4 15,-6-1-15,-1 2 0,1 1 0,2-3 0,-5 4 16,-4-1-16,4-1 0,-4 2 16,9-3-16,-2-1 0,-1-1 0,5 1 15,2-3-15,3 0 0,-1-2 0,5 0 16,0 0-16,2 0 0,-2 2 0,2-2 15,0 0-15,0 0 0,2 0 0,0 0 16,5 0-16,-3 2 0,3 1 0,-1-1 16,1 2-16,4 1 0,-5 1 15,1 5-15,4-2 0,-7 4 0,5 1 16,-4 1-16,1 3 0,1-3 0,-3 3 16,-1-1-16,5 3 0,-5-2 0,1-3 15,-2-1-15,0-1 0,1-4 0,-1-1 16,-2-1-16,2-3 0,0-1 15,-2-1-15,5-4 0,-1 2 0,3-3 16,-3-1-16,3 0 0,2-5 0,2 2 16,2-4-16,2 0 0,-4 2 0,2-2 15,5 2-15,-2 3 0,-1-3 0,-2 2 16,0 3-16,1 0 0,-3-1 0,-3 5 16,4 0-16,-4 0 0,1 2 0,-2 3 15,2-1-15,-5 3 0,3-1 16,-5 3-16,0-2 0,2 2 0,-1 0 15,-1 2-15,-2 6 0,-2-1 0,-1 3 16,-1-1-16,0 2 0,-3 0 0,3 0 16,-5-1-16,-2 1 0,-2-2 0,-3 2 15,1-5-15,-3 3 0,-2-3 16,-2-1-16,4-3 0,-4 0 0,3-7 16,1 0-16,-2-1 0,5-3 0,-3-3 15,5-1-15,0 0 0,4-3 0,0 0 31,2 1-31,5-3 0,2 2 0,-7 3 16,5-1-16,0 1 0</inkml:trace>
  <inkml:trace contextRef="#ctx0" brushRef="#br0" timeOffset="28144.23">6848 17542 0,'0'-2'0,"-2"2"0,2 0 0,-2 0 0,2 2 16,-7-2-16,7 0 0,-2-2 0,0 2 15,2-3-15,0 3 0,0 0 16,-5 0-16,5 0 0,0 0 0,5 0 16,-5 0-16,0 0 0,0 0 0,2 0 15,0 0-15,-2 0 0</inkml:trace>
  <inkml:trace contextRef="#ctx0" brushRef="#br0" timeOffset="30719.77">7523 17187 0,'2'0'0,"0"-2"0,-2 2 0,0-3 0,5 1 0,-5 0 15,6 2-15,-3 0 0,-1-2 0,4 0 16,-3 2-16,-1 0 0,0 2 0,2 0 16,-1 2-16,-1 1 0,0 2 15,0 1-15,3 3 0,-3 3 0,-2 1 16,4 3-16,-4 1 0,5 10 0,-1-5 16,1 7-16,-3-2 0,2-3 0,1 1 15,-1-3-15,-2-4 0,0 2 0,1-2 16,1-5-16,-2 3 0,0-5 15,3 0-15,-1-2 0,1-2 0,-3 0 16,2-5-16,3-1 0,-1-1 0,1-2 16,0-5-16,2 1 0,-5 0 0,3 1 15,-7 1-15</inkml:trace>
  <inkml:trace contextRef="#ctx0" brushRef="#br0" timeOffset="31149.81">8012 17061 0,'3'0'0,"-3"-2"0,0 0 0,0 2 0,0 0 15,0 0-15,0 0 0,-3 0 0,1 4 16,0 1-16,-2 3 0,-3 6 0,-2 1 16,3 3-16,-1 4 0,-4 4 0,4 5 15,-1 0-15,3 0 0,5-2 16,0 4-16,0-5 0,5-3 0,1 1 15,3-2-15,2-2 0,0-4 0,2 0 16,-2-10-16,2 3 0,3-6 0,-3-1 16,3-4-16,-1 0 0,-2-4 15,0-1-15,1-1 0,1-5 0,-4 0 0,-4 0 16,-1-5-16,1-1 0,0-1 16,-3 0-16,0-1 0,-4 1 0,0 2 15,0 3-15,-4 2 0,0 2 0,1 3 16,-3 4-16,-5 2 0,4 2 0,-8 2 15,-1 3-15,1 2 0,-5 4 0,0 2 16,3 3-16,-1 0 0,0 1 16,5-1-16,-2 2 0,6-5 0,-2 7 15,2-4-15,5-3 0,1-1 0,6-3 16,3-5-16,3-1 0,2-5 0,4-3 16,3-1-16,2-3 0,4-4 15,7-4-15,-11 6 16,-2 0-16</inkml:trace>
  <inkml:trace contextRef="#ctx0" brushRef="#br0" timeOffset="31356.98">8502 17141 0,'2'-5'0,"-2"5"0,2 0 0,-2-2 0,3 4 16,-1-2-16,-2 5 16,0-1-16,0 5 0,0 0 0,0 2 0,2 4 15,0 1-15,0 1 0,1 3 0,1 0 16,0 9-16,-1-3 0,3 0 15,-4-1-15,3-1 0,-3-2 0,2 0 0,1-4 16,-3-3-16,2 1 16,-1-3-16,-3-2 0,0-2 0,0 2 0,0-7 0,0 0 15,-5-4-15,1-2 0,-1 0 16,3 0-16,-2 0 0</inkml:trace>
  <inkml:trace contextRef="#ctx0" brushRef="#br0" timeOffset="31612.78">8251 17165 0,'0'0'0,"0"0"0,0 0 0,0 2 0,0 0 16,0 3-16,0-1 0,0 0 0,4 3 16,-4 0-16,4-1 0,3-1 0,2 4 15,0-3-15,6 1 0,1-1 16,1 1-16,3-3 0,6 1 0,-1-1 15,3-2-15,-6-2 0,3 0 0,-1 0 16,-2-6-16,-2 1 0,2 1 0,-2-3 16,2-1-16,-7 1 0,5 0 0,0-1 15,-2 1-15,1 3 0,-1-1 0,0 1 16</inkml:trace>
  <inkml:trace contextRef="#ctx0" brushRef="#br1" timeOffset="39148.01">1393 15575 0,'0'0'0,"0"0"0,0-2 0,0 2 0,0-2 0,-2 0 15,2-1-15,0 1 0,0 0 0,0 0 16,0 0-16,0-1 0,0 1 0,2 0 15,-2-3-15,0 5 0,0-2 0,3 0 16,1 0-16,-4 0 0,0 2 16,2 0-16,-2 0 0,0-3 15,2 3-15,1-2 0,1 2 0,-2 0 16,1 0-16,1 0 0,3 0 0,1 0 16,-3 0-16,6 0 0,-2 0 0,-3 0 0,5 0 15,0 2-15,0 1 0,0-3 16,0 4-16,0-2 0,3 0 0,-1 3 15,0-1-15,5 1 0,-5-1 0,2 1 16,3-3-16,-5 4 0,3-3 0,1 1 16,-1 0-16,-3 1 0,7-1 0,-7 3 15,7-3-15,-5 1 0,5 1 16,-4-1-16,3 1 0,-3-1 0,-1 1 16,5 1-16,-4 0 15,1-1-15,1 3 0,-5-2 0,5-1 0,-5 1 0,0-1 16,5 1-16,-9-3 0,6 1 0,-2 1 15,-2-1 1,3-1-16,-3 1 0,2 1 0,-2 1 16,2 0-16,3 1 0,1-1 0,-4 2 0,1 2 0,1-2 15,0-1-15,-1-1 0,-1 4 0,-2-2 16,4 0-16,-1 2 0,1 0 0,-2-2 16,-2-1-16,3 1 15,-1 0-15,-2 2 0,2-2 0,-2 0 0,2-3 16,1 3-16,3 0 0,-4-2 0,3 1 15,-3-1-15,5 2 0,-5-5 0,0 1 16,3-1-16,1 0 0,1 3 0,-1-3 16,-1 3-16,4 0 0,-5-3 0,5 3 15,-2-3-15,-1 5 0,-1-2 16,1-1-16,-3 1 0,1-1 0,-2 3 16,1-2-16,-3-1 0,0 1 0,2 2 15,2-5-15,1 5 0,-5-2 0,6-1 16,1 3-16,6 0 0,-2-2 0,0 1 31,3-3-31,-1 1 0,-2 1 0,4 0 0,-4-1 0,0 1 0,-2 0 31,0-1-31,-4 1 0,1-1 0,1 3 16,-1 0-16,1 2 0,2-2 0,0 0 16,-3 2-16,3-2 0,2 2 0,3-3 15,-3 1-15,2-2 0,0-1 0,-2 1 16,0 2-16,2 0 0,-6 0 15,2-1-15,2 1 0,-4 2 0,-1-2 16,-1 0-16,4-3 0,2 3 0,-5 0 16,5-2-16,3 1 0,1-1 0,3 0 15,-5-1-15,0 1 0,0 0 0,-2-1 16,3 1-16,-8-1 0,1 1 0,-3 2 16,-1-5-16,3 5 0,-3-2 15,1-1-15,3 1 0,-3 2 0,5-3 16,-2 3-16,1-2 0,3-1 0,3 1 15,-1 2-15,-2-3 0,2-1 0,-2 1 16,0 1-16,-4 0 0,2-3 16,-5 3-16,-2-1 0,5 1 0,-5 0 15,3-1-15,1 1 0,-3-3 0,3 5 16,1-2-16,-3-1 0,5-1 0,-2-1 16,-1-2-16,6 5 0,-6-5 0,3 3 15,-2-3-15,-1 2 0,1 1 16,0-3-16,-5 2 0,2 1 0,3-3 15,-7 2-15,4 1 0,-1 1 0,-1-1 16,-2-3-16,2 2 0,2 1 0,-1-3 16,-1 2-16,0 1 0,0-1 0,5-2 15,-5 0-15,3 3 0,1-1 16,-1 3-16,-1-5 0,3 3 0,-1-3 16,1 2-16,-5 1 0,3-1 0,1-2 15,-3 3-15,-3-1 0,2 0 0,-2 1 16,2-1-16,-2 1 15,0-3-15,0 2 0,0 1 0,-4 1 16,4-4-16,-2 3 0,0-1 0,-3 1 0,3-1 16,0 1-16,-5-1 0,3 0 0,-1 1 15,3-1-15,0 3 0,-2-3 0,1 1 16,1-1-16,-2-2 0,2 0 16,0 3-16,2-3 0,-5 2 0,3 1 15,0-3-15,2 0 0,0 0 0,0 1 16,-4-3-16,4 2 0,2 0 0,-2 0 15,0 0-15,2 1 0,-2-3 16,0 4-16,2-4 0,-4 2 0,2 1 16,-2-3-16,2 2 0,-4-2 0,-1 2 15,1 0-15,-1-2 0,3 0 0,-6 0 16,5 0-16,-5 0 0,-1 0 0,0 0 16,5 0-16,-5-2 0,2 0 15,3 0-15</inkml:trace>
  <inkml:trace contextRef="#ctx0" brushRef="#br1" timeOffset="42927.33">483 15366 0,'-5'-3'0,"3"-1"0,0 0 0,0-3 0,-3 3 0,3-3 0,0 3 15,0 1-15,2 1 0,-2-2 0,-3 4 16,3-2-16,2 2 0,-4 0 0,-3 0 16,3 2-16,-3 0 0,0 0 15,-1 3-15,-4-3 0,1 2 0,-4 1 16,-5-1-16,7 0 0,-5 1 0,1 1 16,-5-1-16,2-1 0,7-4 0,-1 0 15,1-2-15,0 0 0,-7 2 0,7-2 16,2 2-16,0 0 0,2-3 0,5 1 31,-1 2-31,-2 0 0,3 0 16,-3 0-16,5 0 0,-4 2 0,1 1 15,3 5-15,-7 1 0,7 5 0,-7-1 16,5 4-16,-5 1 0,5 2 0,-3 2 16,-4-2-16,7 0 0,-5-1 15,0-1-15,4-2 0,-3-3 0,3-2 16,-4-2-16,7-3 0,0 3 0,2-5 15,0-1-15,0-1 0,0 0 0,0-2 16,0 0-16,0 0 0,0 0 0,0 0 16,0-2-16,2 2 0,3-2 15,8 2-15,7-3 0,2-1 0,2 0 16,2-1-16,3 1 0,-2-1 0,6 3 16,-5 0-16,-1 2 0,-5 0 0,0 2 15,-2 0-15,-5 3 0,-2 1 0,1 1 16,-3 4-16,-3-2 0,1 0 0,-7 2 15,-2-2-15,0 2 0,-2 2 16,-4 0-16,1-2 0,-4 2 0,-2-2 16,-2 5-16,0-3 0,2-2 0,-11 4 15,0-1-15,0-3 0,-5 0 0,3-2 16,0-1-16,-7-1 0,7 0 0,-3 1 16,7-3-16,5-1 0,0-2 0,3-2 15,4 0-15,8-4 0,11 2 16,0 0-16,11-3 0,2 1 0,-2-3 15,2-2-15,-2 1 0,-4 1 0</inkml:trace>
  <inkml:trace contextRef="#ctx0" brushRef="#br1" timeOffset="43183.32">767 15322 0,'-2'0'0,"2"0"0,0-3 0,2 3 16,-2 0-16,0 0 0,2 0 0,-2 0 15,0 3-15,0-1 0,3 4 16,1 3-16,-2 2 0,-2 5 0,3-1 16,-3 5-16,0 2 0,2 2 0,0 7 15,-2-4-15,4 1 0,-1-3 0,-3-3 16,2-3-16,0-1 0,2 0 0,-1-5 16,-1 2-16,-2-1 0,0-3 15,2-3-15,-2-1 0,0 0 0,0-3 16,-2 0-16,2 1 0,-5-1 0,-1-2 15,1 1-15,-3 1 0,3 1 0</inkml:trace>
  <inkml:trace contextRef="#ctx0" brushRef="#br1" timeOffset="43451.12">604 15392 0,'0'0'0,"0"0"0,0 0 0,0 2 0,0 1 0,0-1 0,-2 0 15,0 7-15,-3-3 0,3 5 16,2 3-16,0 1 0,-2 1 0,4 1 16,-2-4-16,0 3 0,7-5 0,-3 0 15,7 0-15,-2-2 0,2-3 0,2 1 16,3-3-16,4 1 0,-5-3 16,0-2-16,1 0 0,-1-2 0,7 0 15,-8-3-15,-1 3 0,0-2 0,0 1 16,3-1-16,-5 0 0,2 4 0,-6 0 15,8 0-15,-2 0 0,-6 2 0</inkml:trace>
  <inkml:trace contextRef="#ctx0" brushRef="#br1" timeOffset="43656.96">957 15615 0,'0'0'0,"0"-2"0,2 2 0,0-3 0,3 3 0,-3-2 15,2 0-15,3 2 0,-3 0 0,5-2 16,-4 0-16,3 2 0,3-3 0,0 3 16,0-2-16,3 0 0,-3 0 0,4 0 15,3-1-15,4 1 0,-2-4 0,0 1 16,2 1-16,-3-1 0,-1 1 0,4 2 16,0 0-16,2-3 0,-2 3 15,-4-3-15,4 5 0,0 0 0,2-2 16,1 0-16,-1-2 0,-2-1 0,0-1 15</inkml:trace>
  <inkml:trace contextRef="#ctx0" brushRef="#br1" timeOffset="46366.57">4734 17337 0,'-2'0'0,"-1"-2"0,3 2 0,0-3 0,-6 1 0,4 0 16,-1 0-16,1-3 0,-2 5 0,-1-2 16,3 0-16,2 2 0,-6-2 0,3 2 31,1-2-31,0 2 0,-2 0 0,1 2 15,1-2-15,2 0 0,-2 2 16,2-2-16,0 0 0,-4 0 0,4 0 16,0 0-16,0 0 0,0 0 0,0 0 15,-3 0-15,3 0 0,0 0 0,0 0 16,0 0-16,0 0 0,0 0 0,0 0 16,0 0-16,0 0 0,0 0 15,0 0-15,0 2 0,0-2 0,0 0 16,0 0-16,0 0 0,0 0 0,0 0 15,0 0-15,0 0 0,0 0 0,0 0 16,0 0-16,0 0 0,0 0 16,0 0-16,0 0 0,0 0 0,3 0 15,-3 0-15,0 0 0,0 0 0,0 0 16,0 2-16,0-2 0,-3 0 0,3 0 16,0-2-16,0 2 0,0 0 0,0 0 15,3 0-15,-3 0 0,0 0 16,0 0-16,-3 0 0,3 0 0,0 0 15,0 0-15,0-2 0,-2 2 0,0 0 16,2 0-16,0-2 0,-5 2 0,3 0 16,2 0-16,-4-2 0,4 2 0,-2 2 15,-5-2-15,3 2 0,-3 0 0,3 0 16,-5 3-16,4-1 0,-3 3 0,1 2 16,0-1-16,-1 3 0,5 3 15,-6-1-15,7 2 0,0 1 0,-2-1 16,4 5-16,4 0 0,-2-2 0,3-3 15,1-2-15,-3-2 0,5 0 0,-1 0 16,2-2-16,2-2 0,-2-1 0,-3-1 16,3-3-16,-2 0 15,-5-2-15,2 0 0,3-2 0,-5-2 16,3-3-16,-1 0 0,-2-6 0,-2 0 0,2-3 16,-2-1-16,0-3 0,-2 0 0,2 2 15,-2-1-15,2 1 0,0 3 16,-4 1-16,1 3 0,3 0 0,0 2 15,-2 1-15,0 3 0,2-1 0,0 1 16,0 3-16,-5 0 0,5 0 0,0-1 16,0 3-16,5 0 0,-5 3 0,0-1 15,2 2-15,0 1 0,5 1 16,-7-1-16,0-1 0</inkml:trace>
  <inkml:trace contextRef="#ctx0" brushRef="#br1" timeOffset="46510.09">4857 17394 0,'3'2'0,"1"1"0,-4-3 0,4 2 0,-1 0 0,1 0 15,-2 0-15,3 1 0,-5-3 0,0 2 16,2 0-16,0-2 16,-2 0-16,0 0 0,0 0 0,0 0 0,2 2 0,-2-2 15,0 2-15,5-2 0,-5 5 0,0-1 16,2 3-16,-2-1 16,2 1-16,0-3 0,-2-1 0,0-1 0</inkml:trace>
  <inkml:trace contextRef="#ctx0" brushRef="#br1" timeOffset="46953.65">5058 17310 0,'0'0'0,"-4"-2"0,4 2 0,0-2 0,0-2 0,0 1 0,0-1 16,4 0-16,-2-1 0,7 1 0,-5-1 16,5-1-16,2 1 0,0 1 0,2-1 15,-1 3-15,1 0 0,-2 0 0,2 2 16,-4 0-16,4 2 0,-2-2 15,-4 4-15,-1-1 0,3 1 0,-4 3 16,-3-1-16,0 1 0,-2 2 0,0 2 16,0 2-16,-2-2 0,0 2 0,-1-2 15,1 2-15,2-1 0,-4 1 16,4-2-16,0 0 0,4 0 0,-2 0 16,1-2-16,1-1 0,3-1 0,1 2 15,6-2-15,-3-1 16,2 1-16,2-3 0,-1 1 0,-3 1 0,2 1 0,-2-3 15,0 3-15,-2-1 0,-1-1 16,-1 4-16,-3-5 0,1 5 16,-3-2-16,-2 1 0,-2 3 0,-3-4 0,5 2 31,-8 0-31,5-1 0,-8-1 0,3 2 16,-1-5-16,-2 3 0,4-3 0,-4 1 15,2-1-15,0 1 0,3-5 16,-5 2-16,2 0 0,0-2 0,3 0 15,-1 0-15,0-2 0,1 0 0,1 2 16,1-3-16,4 1 0,0-2 0,0 2 16,4-3-16,-1 3 0</inkml:trace>
  <inkml:trace contextRef="#ctx0" brushRef="#br1" timeOffset="47241.77">5578 17412 0,'0'0'0,"0"2"0,0-2 0,0 0 0,0 0 16,0 0-16,0 0 0,0 0 0,0 0 15,3 2-15,-1-2 0,2 2 0,-4-2 16,2 5-16,3-5 0,-1 0 0,1 0 16,3 0-16</inkml:trace>
  <inkml:trace contextRef="#ctx0" brushRef="#br1" timeOffset="47415.88">5700 17436 0,'0'2'0,"-3"-2"0,3 0 0,0 0 0,0 0 0,0 0 0,0 0 0,0 0 16,-2 0-16,4 0 0,-2 0 0,0-2 16,0 2-16,3 0 0,1 0 0,0 0 15,5-2-15,-7 2 0,7-2 0,-9-1 16</inkml:trace>
  <inkml:trace contextRef="#ctx0" brushRef="#br1" timeOffset="47527.11">5922 17390 0,'0'0'0,"-2"0"0,2 0 0,0 2 0,-2-2 0,2 0 0,0 0 0,0 0 0,0 0 16,0 0-16,-2 0 0,2 0 15,2 2-15,0-2 0,5-2 0,-3 2 16,5-2-16</inkml:trace>
  <inkml:trace contextRef="#ctx0" brushRef="#br1" timeOffset="55098.34">15335 4092 0,'-2'0'0,"-3"0"0,-1-4 0,-3 2 0,-2-1 0,2 1 0,0 2 0,2 0 16,1 0-16,1-4 0,3 4 0,0 0 15,4 0 1,3 0-16,3 0 0,4 0 0,5-2 0,5 2 0,7-3 16,2 1-16,15-2 0,0 2 0,1-5 15,1 3-15,5-3 0,22 0 0,4 1 16,21-5-16,-19 4 0,-12 3 0,-3-3 31,2 3-31,3 1 0,4-1 0,-16 2 16,1 0-16,-3 2 0,9 0 0,11 0 15,-8-3-15,-1 3 0,-2 0 16,5-6-16,4 4 0,2-1 0,-7-3 16,1 4-16,-5-5 0,9 3 0,0-1 15,0-4-15,-2 3 0,-5 1 0,5 5 16,-5-2-16,1-5 0,-6 5 0,-1-2 16,-2 4-16,-3 2 0,3 0 15,-3 0-15,-2 5 0,-6-7 0,-3 4 16,-2-1-16,2 1 0,1-2 0,1-2 15,3 5-15,2-5 0,-5 0 0,3 0 16,0-3-16,4 1 0,2 0 0,0 2 16,1-7-16,-5 5 0,-5 0 0,-4 2 15,-6 0-15,-1-4 0,1 1 16,-5 3-16,-2-2 0,-7 4 0,0-2 16,-2 3-16,-4 1 0,2-4 0,-5 0 15,-2 0-15,3 2 0,-3 0 0,0-2 16,3 3-16,1-3 0,-1 0 15,-3 4-15,2-4 0,1 0 0,-3 0 16,-2 2-16,0-2 0,-2 2 0,-5 5 16,1-7-16,-5 2 0,-5 3 0,1 1 15,2 1-15</inkml:trace>
  <inkml:trace contextRef="#ctx0" brushRef="#br1" timeOffset="56070.73">12420 4207 0,'2'-2'0,"-2"2"0,0-3 0,0 1 0,5 2 0,-3-2 16,4 2-16,1-4 0,4 1 0,2 1 16,5 0-16,2-2 0,11-1 15,6 1-15,1-3 0,6 3 0,0-3 16,0 3-16,2-5 0,12 2 0,-1 1 15,-2-3-15,18 0 0,-1 0 16,-3 3-16,-12-3 0,-4 4 0,-9 3 16,5-7-16,4 5 0,2 0 0,6-1 15,-3 3-15,-8 2 0,3-7 0,-4 5 16,10 0-16,5 2 0,9 0 0,-13 0 16,-3 0-16,-2 0 0,7-4 0,6 4 15,5-3-15,-11 1 0,-7 0 16,0 0-16,4-3 0,8 1 0,5 2 15,-5-3-15,-8 5 0,-4-4 0,0 2 16,7-3-16,2 5 0,9-2 0,-12 2 16,-3 0-16,4 0 0,1 0 0,12-2 15,-4 2-15,-7-2 0,-5-1 0,1-1 16,6-3-16,5 3 0,-1 0 16,-4 1-16,-4-3 0,0 1 0,2-3 15,4 3-15,-4-2 0,-4 5 0,-1 0 16,-4-2-16,3-1 15,1 3-15,5-2 0,-4 1 0,-1 1 16,-4 4-16,0 1 0,1 1 0,5-4 0,3 2 16,-2 0-16,-3 1 0,1 1 0,0-4 15,3 2-15,6-2 0,-5 0 0,-5 0 16,1 2-16,-3-2 0,-2 3 0,-2-3 16,-9 0-16,-4 0 0,-11-3 15,-5 3-15,-6 0 0,-3 0 0,-6 3 16,-5-3-16,-4 0 0,-4 4 0,-7-4 15,-5 5-15,5-3 0,2 0 0</inkml:trace>
  <inkml:trace contextRef="#ctx0" brushRef="#br1" timeOffset="56704.17">16318 4061 0,'0'0'0,"-2"-2"0,2 2 0,0-2 0,-2-2 0,0 4 0,2-3 15,0 3-15,0 3 0,4 3 0,0 3 16,3 9-16,-3 1 0,5 17 16,2 3-16,-2 8 0,2-1 0,0 9 15,2 16-15,3 4 0,-1 15 0,-2-15 16,-2-18-16,-4-8 0,-5-9 15,0-5-15,-4-4 0,2 0 0,-4-3 0,-3 1 32,3-5-32,-1-2 0,1-2 0,-3-2 0,3-3 0,0-4 0,1-2 15,1 0-15,-2-5 0,-1 1 0,1-1 16,-3-8-16,-1-1 0,-1-4 16,-2-2-16,-5-6 0,1-3 0,-5-2 15,-4-5-15,-1 1 0,-3 2 0,-3-1 16,2 3-1,1 0-15,1 5 0,5 1 0,4 3 0,1 2 0,6 2 0,4 5 16,3-1-16,-1 3 0,5 2 0,3 2 16,1 5-1,3 0-15,-3 1 0,5 1 0,2 2 16,4 5-16,3 1 0,4-1 0,0 1 0,0 1 0,2-3 16,-2 1-16,3-3 0,-6 0 0,1-4 15,9 4-15,-7-6 0,0 0 0,-4-3 16,-5-4-16,-2 0 0,2-4 15,-2-5-15,2-2 0,3-7 0,-1-8 32,3-7-32,2 2 0,-3-2 0,1 2 15,2-2-15,-2 0 0,-3 4 0,0 5 16,1 2-16,-7 4 0,2 7 16,-7 4-16,1-1 0,-5 5 0,0 3 0,2 0 15,-2 3-15,0 5 0,0-1 16,0 4-16,0 7 0,0-3 0,0 5 15,2 4-15,2 5 0,-1 13 0,-3 4 16,2 0-16,-2-4 0,2-4 16</inkml:trace>
  <inkml:trace contextRef="#ctx0" brushRef="#br1" timeOffset="57341.51">17791 4762 0,'0'0'0,"-2"0"0,2 0 0,-2 0 0,2 0 0,0 3 16,0 1-16,2 3 0,0 6 0,-2 5 16,4 4-16,3 13 0,-3 5 0,1-3 15,4 3-15,-3-3 0,5 3 16,-2-3-16,0-1 0,-2-3 0,4 2 16,-3-6-16,-1-5 0,-3-4 0,-1-5 15,-3-2-15,0-4 0,0 0 0,0-4 16,-3-10-16,1 1 0,0-1 15,2 3-15,0 7 0,0-5 0,-2-3 16,0-1-16,-1-1 16,1-1-16,-2-5 0,2 0 0,-5-5 0,3 3 0,-3-2 15,0 1-15</inkml:trace>
  <inkml:trace contextRef="#ctx0" brushRef="#br1" timeOffset="57610.4">17447 4813 0,'0'-2'0,"-2"0"0,2 2 0,-2-2 16,-1-1-16,1 3 0,2-2 31,0 0-31,5 2 0,1-2 0,5 2 16,5-5-16,1 3 0,8-2 0,10-5 15,2 2-15,5 1 0,0-1 0,2-2 16,-4 3-16,0-3 0,4-2 0,-11 2 15,-7-2-15,-8 2 0,-5 3 16,-4 1-16,0 1 0,-11 4 0,2 0 16,-3 0-16,3 0 0,5 0 0,-1 0 15,5 0-15,0 0 0,0 4 0,4 5 16,0-5-16,-2 3 0</inkml:trace>
  <inkml:trace contextRef="#ctx0" brushRef="#br1" timeOffset="58297.44">18195 5177 0,'0'2'0,"0"-4"0,0 2 0,0 0 0,0 2 0,0 5 16,0-3-16,0 7 0,0 2 0,0 5 15,2 4-15,2 2 0,-4 3 0,5 8 16,-1 0-16,0-4 0,1 0 0,-1-4 15,-2-3-15,1-4 0,-3-5 16,0 1-16,0-8 0,-3 1 0,1-4 16,-2-3-16,-1-4 0,1-1 0,0-1 15,-1-7-15,1-2 0,2-7 0,-3-4 16,3-5-16,2-2 0,-2-4 16,2-3-16,0 3 0,0 2 15,2-7-15,-2 7 0,0 7 0,2 10 0,-2 3 16,0 2-16,0 2 0,2 3 0,1 1 15,1 5-15,3 0 0,1 5 16,3-1-16,-2 7 0,4-2 0,-2 4 0,5-2 16,-3 5-16,-2-3 0,5 0 15,-5-2-15,0 0 0,0-2 0,-5 2 16,3-4 0,-5-1-16,1-1 0,-1-1 0,1-2 0,-3-2 0,2-4 0,1-3 31,-1-2-31,1-6 0,1 2 0,3-5 15,2-6-15,0 2 0,0 2 0,-2 0 0,0 7 0,0 2 0,-3 0 16,-1 4-16,1 3 0,1 2 0,-1 2 16,1 4-16,2 3 0,-3-1 0,5 5 15,3 0 1,1 3-16,1 1 0,1 0 16,1 3-16,2 0 0,0-1 0,-1 3 15,-1 0-15,0 0 0,-1 0 0,-1 2 16,1-2-16,-1 2 0,-3 0 15,2 0-15,-1 0 0,-1-2 0</inkml:trace>
  <inkml:trace contextRef="#ctx0" brushRef="#br1" timeOffset="60596.39">5442 17030 0,'-5'0'0,"3"0"0,2 0 0,-2-2 0,-5 0 0,3-2 16,-5-1-16,2 3 0,1-2 0,-3 1 16,0 1-16,2 0 0,-4 2 0,0 2 15,0-2-15,3 5 0,-3-1 16,4 3-16,-4-1 15,4 1-15,3-1 0,2 1 0,-3 0 16,10-3-16,-5 3 0,2-3 0,4-2 0,3 0 0,0-4 16,4 0-16,1-5 0,-1 3 0,4-5 15,-6 0-15,3-6 0,-1 2 16,0-3-16,-2 1 0,-2-1 0,-2-1 16,-1-1-16,-1-4 0,-1 0 15,-4 0-15,-7 7 0,3-3 0,-7 7 0,4 0 16,-4 4-16,-6 1 0,-1 6 15,3 0-15,1 4 0,-3 3 0,-1 1 16,5 8-16,-5 4 0,3-3 0,4 8 16,0-1-16,6 0 0,-6 9 15,7-4-15,2-9 0,2 0 16,6 2-16,5 0 0,3-7 0,-8-2 0,10-4 16,-8-2-16,8-5 0,-1 0 0,1-4 15,1-2-15,-3-3 0,1 0 0,-4-4 16,0 0-16,0-2 0,-2-2 0,-2-3 15,-3-2-15,-4 0 0,-4-2 16,1 5-16,-1-3 0,-5 2 0,0 5 16,-4 0-16,2 6 0,-4 3 0,1 1 15,-5 6-15,3 3 0,3 3 0,-5 2 32,5 2-32,2 7 0,2-2 0,3 2 0,3-3 0,3 3 0,3-2 15,-1-1-15,7 1 0,2-5 0,2 1 16,0-6-16,3-1 0,1-3 0,1-1 15,-1-3-15,-1-3 16,-1-3-16,1-1 0,-3-4 0,-2 2 0,0-6 16,0-1-1,-9-1-15,3-1 0,-5 1 16,-5-1-16,3 0 0,-9 1 0,0 3 16,0 1-16,-2 7 0,-5 1 0,3 3 15,-3 4-15,0 7 0,1 0 0,-1 2 16,5 2-16,2 5 0,-2-1 15,6 1-15,3 0 0,4-1 0,0-1 16,4-1-16,3-2 0,6-2 0,-2-4 16,2 0-16,5-3 0,-1-4 0,5-2 15,-6-3-15,4-3 0,-7-1 0,2-2 16,3-3-16,-7-1 0,-4-3 0,1 1 16,1-1-16,-6-2 0,-3 5 15,-3-3-15,3 3 0,-9 4 0,1 2 16,-3 0-16,-3 5 0,1 4 0,-2 0 15,-1 4-15,3 0 0,0 5 0,2 2 16,4-2-16,-2 4 0,7-2 0,-2 5 16,8-1-16,1 3 0,3-3 15,-1-1-15</inkml:trace>
  <inkml:trace contextRef="#ctx0" brushRef="#br1" timeOffset="75032.11">1255 14087 0,'0'0'0,"-3"-2"0,3 2 0,0-3 0,0 3 0,0-2 15,0 0-15,7 0 0,-7-3 0,2 5 16,0-4-16,1 4 0,1-2 0,-2 0 31,-2 2-31,2 0 0,-2 0 16,0 0-16,0 0 0,0 2 0,-2 0 16,0 0-16,-2 3 0,1-1 0,1 0 15,2-1-15,0 3 0,0-1 0,0 1 16</inkml:trace>
  <inkml:trace contextRef="#ctx0" brushRef="#br1" timeOffset="77964.38">1149 14221 0,'0'0'0,"0"0"0,0 0 0,0 3 0,0-3 0,0 0 0,4 0 16,-2 0-16,-2-3 0,3 3 0,-3 0 15,0 0-15,0 3 0,0-3 0,0 0 16,0 0-16,0 0 0,0 0 15,0 0-15,0-3 0,0 3 0,0-2 16,0 2-16,0 0 0,2-2 0,2 2 16,-4 0-16,0 0 0,2 0 0,1 0 15,-3 0-15,2 0 0,0 0 0,-2 0 16,0 0-16,0 0 0,0 0 16,0-2-16,0 2 0,0 0 0,0-2 15,0 2-15,4 0 0,-4-3 0,3 3 16,-3 0-16,0 0 0,2 0 0,-2 0 15,0 0-15,0 0 0,-2-2 0,2 2 16,0 0-16,2 0 0,0 0 0,-2 0 16,-2 0-16,2 0 0,0 0 15</inkml:trace>
  <inkml:trace contextRef="#ctx0" brushRef="#br1" timeOffset="88727.72">5347 16958 0,'-2'0'0,"-1"2"0,3-2 0,-2 0 0,2 0 0,0 2 16,0-2-16,0 0 0,0 0 0,2 0 15,-2 0-15,3 0 0,-1 0 16,2 2-16,-2-2 0,3 2 0,1-2 16,-3 0-16,5 0 0,-5 0 0,1-2 15,0 0-15,-4 2 0</inkml:trace>
  <inkml:trace contextRef="#ctx0" brushRef="#br1" timeOffset="97308.57">5446 16858 0,'0'0'0,"2"3"0,-2-3 15,2 2-15,-2 0 0</inkml:trace>
  <inkml:trace contextRef="#ctx0" brushRef="#br1" timeOffset="97513.36">5457 16891 0,'0'0'0,"2"3"0,-2-3 0,2 2 0,-2-2 15,3 2-15,1 0 0,-2-2 16,-2 2-16,2-2 0,1 3 0,-3-3 16,0 2-16,0 0 0,0-2 0,0 4 15,0-4-15,0 0 0,0 0 16,0 0-16,0 0 0,0 0 0,-3 0 15,1-2-15,2 2 0,0-2 16,0 2-16,0 0 0,0-2 0,5 2 0,-5-2 16,6 2-16,-6 0 0,0 0 0,2 0 15,1 0-15,-3 0 0,0 0 16,0 0-16,2-3 0,-2 1 0,4 2 16,-4 0-16,0-2 0,3 0 0</inkml:trace>
  <inkml:trace contextRef="#ctx0" brushRef="#br2" timeOffset="102308.66">1391 14576 0,'0'0'0,"0"0"0,0 0 0,0-2 0,0 2 0,0 2 16,0-2-16,-2 0 0,-2 3 0,4-1 15,0-2-15,-3 0 0,3 0 0,-2 2 16,2-2-16,0 0 0,0 2 0,0-2 16,0 0-16,0 2 0,0-2 15,0 0-15,0 0 0,0 0 0,0 0 16,0 0-16,-2 0 0,2 0 0,-2 0 16,2 0-16,0 0 0,-5 0 0,3 0 15,2 0-15,0 0 0,-2 0 16,2 0-16,0 0 0,0 0 0,0 0 15,0 0-15,-2 3 0,-3-3 0,5 0 16,0 2-16,0-2 0,0 0 0,-2 0 16,0 0-16,2 0 0,0 0 0,-2-2 15,-3 2-15,5-3 0,-4 3 0,4-2 16,-2 0-16,2 0 0,-7 0 0,5-1 16,0 3-16,2 0 0,0-2 15,-2 2-15,-3-2 0,5 2 0,0 0 16,0 0-16,0 0 0,0 2 0,5 0 15,-3-2-15,-2 3 0,2-1 0,5 2 16,-3-2-16,0 3 0,3-1 0,2 1 16,-5-1-16,7 0 0,-6 1 0,3-1 15,3 1-15,1-1 0,-4 0 0,-1 1 16,2-1-16,2 1 0,-2-3 16,-3 2-16,3 1 0,0-3 0,-5 0 15,5 0-15,-4 1 0,1-1 0,3 0 16,-5-2-16,-1 0 0,-1 2 0,4-4 15,-6 2-15,0-4 0,0 4 16,0-5-16</inkml:trace>
  <inkml:trace contextRef="#ctx0" brushRef="#br2" timeOffset="102544.91">1521 14645 0,'3'4'0,"3"1"0,-4 1 0,3-1 0,1 3 16,-1-1-16,4-3 0,-5 3 0,3-3 15,-5 3-15,7-3 0,-7 1 0,7-3 16,-7 2-16,2-1 0,3-1 0,-5 2 16,5-2-16,-3 1 0,3-1 0,-3-2 15,-2 2-15,7-2 0,-4 2 16,1-2-16,-1 0 0,1 2 0,-1 1 16,1-1-16,-1 0 0,4 5 0,-5-3 15,5 1-15,2 3 16,0 1-16,0 2 0,2 0 0,-2 0 15</inkml:trace>
  <inkml:trace contextRef="#ctx0" brushRef="#br2" timeOffset="102799.37">2042 14978 0,'0'0'0,"0"2"0,0-2 0,0 0 0,4 4 15,-2-4-15,1 5 0,-1-3 0,4 2 16,-1 1-16,4-3 0,-5 0 0,5 2 16,0-1-16,-3-1 0,1 0 0,4-2 15,0 5-15,-7-5 0,5 2 0,2 0 16,-4-2-16,2 2 0,-1 0 16,3-2-16,-4 5 0,4-5 0,0 6 15,0-3-15,7 1 0,-5 0 0,-2-1 16,2-1-16,-2-4 0,2 2 0,1 0 15</inkml:trace>
  <inkml:trace contextRef="#ctx0" brushRef="#br2" timeOffset="103035.6">2536 15198 0,'0'0'0,"6"2"0,-6-2 0,2 3 0,3-1 15,1 2-15,5 1 0,-6-1 0,4 3 16,0-1-16,-5-1 0,5 1 0,2-1 15,-5-3-15,1 2 0,2 1 0,-3-3 16,1 0-16,4 0 0,-7 0 16,5 1-16,-4-1 0,4 2 0,-1-2 15,-3 3-15,4-3 0,-5 3 0,5-3 16,0 2-16,-3 3 0,1-3 0,4 1 16,-9-1-16,9 0 0,-6 3 15,3 0-15,1-1 0,4 3 0,-4-2 16,-2-3-16,2 0 0</inkml:trace>
  <inkml:trace contextRef="#ctx0" brushRef="#br2" timeOffset="103273.24">3071 15494 0,'0'-3'0,"3"3"0,-3 0 0,2 0 0,4 0 0,-3 0 0,5 3 16,-5 1-16,8 3 15,-5-3-15,3 3 0,0-5 0,2 4 0,-7-3 16,5 1-16,0-2 0,-5 3 0,5-3 16,-2 2-16,-1 1 0,3-1 15,-4-2-15,3 1 0,-1 1 16,0-2-16,2 0 0,2 1 0,-5-1 0,3 0 0,2-2 16,0 0-16,2 0 0,3 4 15,1 3-15,-3-3 0,-3 1 0</inkml:trace>
  <inkml:trace contextRef="#ctx0" brushRef="#br2" timeOffset="103543.56">3649 15809 0,'2'2'0,"-2"-2"0,7 2 0,-5 0 0,2 1 16,3-1-16,0 0 0,2 0 16,-1 0-16,1 1 0,-2-1 0,-1-2 15,1 2-15,4-2 0,-4 2 0,4-2 16,-5 0-16,1 0 16,4 0-16,-4 3 0,1-1 0,1-2 0,2 0 15,0 4-15,0-2 0,-4-2 16,4 0-16,-2 0 0,0 0 0,-3 0 0,1 0 15</inkml:trace>
  <inkml:trace contextRef="#ctx0" brushRef="#br2" timeOffset="103828.76">4247 16137 0,'2'0'0,"0"5"0,5-3 0,-5 2 0,2 1 0,3-1 0,-3 1 0,3-1 0,-3 0 15,3 1-15,-3-3 0,5 2 16,-4-1-16,1-1 0,-4-2 0,7 4 16,-2-4-16,-1 2 0,-1 1 0,1-1 31,-1 0-31,4 0 0,-1 3 0,-3-5 15,4 4-15,-3-4 0,3 2 16,0 1-16,-2-1 0,1 0 0,1 0 16,2 0-16,-4 1 0,2-3 0,-1 2 15</inkml:trace>
  <inkml:trace contextRef="#ctx0" brushRef="#br2" timeOffset="104067.89">4663 16364 0,'0'3'0,"0"1"0,0-4 0,2 5 0,3-1 0,-5 0 16,2 1-16,0 1 0,5-3 0,-7 1 16,2-2-16,0 3 0,5-3 0,-5 0 15,-2 2-15,5-1 0,-3 1 0,2-2 16,1 0-16,1 3 0,1-3 0,-1 0 15,1 3-15,0-3 0,1 2 16,-3 1-16</inkml:trace>
  <inkml:trace contextRef="#ctx0" brushRef="#br2" timeOffset="104385.8">5034 16603 0,'0'0'0,"0"2"0,0-2 0,2 0 16,0 2-16,-2 0 0,2-2 16,5 0-16,-7 2 0,7-2 0,-3 0 15,0 3-15,3-3 0,4 0 0,-7 0 16,5 2-16,-2 0 0,-1-2 0,3 2 15,-4 0-15,4-2 0,-5 3 0,5-1 16,0 0-16,-5 0 0,7 0 16,-2 1-16,4-1 0,-6-2 0,4 4 15,-3-4-15,4 5 0,-4-5 0,6 4 16,-3-2-16,0 1 0,-5-1 0,3 2 16,0 1-16,2-1 0</inkml:trace>
  <inkml:trace contextRef="#ctx0" brushRef="#br2" timeOffset="104433.66">5329 16726 0,'0'0'0,"0"-2"0,0 2 0,0 0 0</inkml:trace>
  <inkml:trace contextRef="#ctx0" brushRef="#br2" timeOffset="104481.16">5386 16781 0,'0'2'0,"5"1"0,-5-3 0,2 2 0</inkml:trace>
  <inkml:trace contextRef="#ctx0" brushRef="#br2" timeOffset="145132.29">862 14508 0,'-2'0'0,"-3"0"0,1-4 0,0 4 0,-3-5 16,7 3-16,-4 0 0,-3 0 15,5-3-15,0 5 0,-5-4 0,5 2 16,2-1-16,-5-1 0,1 0 0,2 1 15,2-1-15,-5-1 0,1 1 0,2 0 16,2-1-16,-2-1 0,2 1 0,0 1 16,-3-3-16,3-2 0,3 5 15,-3-5-15,2 0 0,0 1 0,7-1 16,-3 0-16,-1 2 0,6 1 0,-2 1 16,2 1-16,-3 2 0,8-1 0,-5 3 15,2 3-15,-2-1 0,2 2 16,-2 1-16,0-1 0,0 3 0,-2 1 15,0 1-15,0-2 0,-5 2 0,3 0 16,-5-1-16,3 1 0,-1-2 0,-2 2 16,-2 2-16,0-3 0,0 4 15,-2-4-15,-2 1 0,1 0 0,1 2 16,-2-2-16,-3 2 0,5 0 0,-7 0 16,7 0-16,-5 2 0,3-2 0,-1 0 15,1 2-15,2-2 0,0 0 0,-5 0 16,5 1-16,0-4 0,2 1 0,-3 0 15,-1 0-15,4-3 0,0 1 0,0 2 16,0-3-16,0-1 0,0-1 16,4 1-16,-1 1 0,-3 1 0,0 0 15,4-1-15,-4-1 0,7 1 0,-5 1 16,0-1-16,2-1 0,-1 4 0,-1-1 16,-2 3-16,2 0 0,0 3 15,3-5-15</inkml:trace>
  <inkml:trace contextRef="#ctx0" brushRef="#br2" timeOffset="145657.85">1012 14927 0,'0'0'0,"-4"0"0,4 0 0,0 2 0,4-2 0,-4 2 0,0-2 16,2 5-16,0-3 0,1 2 0,3 1 16,-4 1-16,7 1 0,-4 0 0,1 1 15,1-1-15,2 0 0,0-1 0,-3 1 16,5-1-16,-2-1 0,2-1 0,0-1 15,0-1-15,0 0 0,-4-2 16,2-2-16,-3 0 0,-1-1 0,3-1 16,-5-1-16,1 1 0,0 0 0,-1-5 15,-1 2-15,-2-2 16,0 1-16,0-1 0,-2 2 0,2-2 0,-7 3 0,3-3 16,1 2-16,-5 3 0,3-1 15,-4 1-15,-2 0 0,3 4 0,1-3 16,-4 3-16,0 3 0,2-3 0,-2 4 15,2 0-15,3 1 16,-1-1-16,3 3 0,-3-3 0,7 3 0,0 0 0,4-1 16,1 1-16,-3-1 0,7-1 15,-5 1-15,7-1 0,-2-1 0,2-4 32,-2 5-32,-5-5 0,7 0 0,-6 2 15,1 0-15,-3-2 0,-1 0 0,4 2 16,-6 3-16,3-5 0</inkml:trace>
  <inkml:trace contextRef="#ctx0" brushRef="#br2" timeOffset="179818.82">7549 6290 0,'0'0'0,"0"-2"0,0 2 0,0 0 0,3-2 0,-3 2 0,0-2 0,4 0 16,-2 2-16,3-3 0,-1 1 15,3 2-15,-5-4 0,0-1 0,5 1 16,-7 0-16,2-3 0,-2 0 0,2-1 15,-2-1-15,0-2 0,0-3 0,0 1 16,-2-2-16,2-1 0,-2 1 0,2 0 16,0-3-16,-7 2 0,5-1 15,0-3-15,-7 2 0,2 1 0,1 1 16,3 3-16,-8 0 0,3 2 16,-1 0-16,-2 2 0,0 2 0,-5 1 0,1 1 15,-1 3-15,-1-2 0,1 1 16,-3 1-16,-1 0 0,-5 2 0,1 0 15,0 2-15,-3 0 0,-1 3 0,1 1 16,-1 3-16,-1 2 0,-4 5 0,2 1 16,2 5-16,1 3 0,1 1 0,1 3 15,6-3-15,-2 3 0,4 4 16,5 2-16,6 9 0,-4-11 16,0-4-16,-2-2 0,4-1 0,3-2 0,6 5 15,0 0-15,0 1 0,4 4 0,-2-1 16,7-2-16,-4 2 15,6-5-15,4-3 0,3-1 0,4-9 0,2-4 0,0-6 16,-2-1-16,-2 3 0,0-3 16,0 0-16,-5-4 0,5 3 0,-2-6 31,-1 3-31,3 0 0,0 0 0,2 0 16,0-4-16,0 0 0,-2-3 0,0 3 15,-2-5-15,-1 2 0,1-4 16,-3 2-16,1-2 0,1-2 0,-6 0 15,0-5-15,3-2 0,-8-2 0,1 2 16,2 1-16,-3-1 0,3 0 0,0 2 16,-5 1-16,1 1 0,1 3 0,-3 2 15,3-2-15,-4 2 0,1 2 0,3-2 16,-6 0-16,0 2 0,0 0 0,0 0 16,0-2-16,-4 5 0,2-1 15,-1 1-15,1 1 0,-2 1 0,2-1 16,-1 1-16,1-1 0,-2 3 0,-1 2 15,1 0-15,4 0 0,-7 2 0,3-2 16,4 0-16</inkml:trace>
  <inkml:trace contextRef="#ctx0" brushRef="#br2" timeOffset="180215.92">7210 6335 0,'0'0'0,"0"0"0,0 2 0,0-2 0,2 0 0,0 2 15,5 0-15,-7 0 0,4 3 0,3 1 16,0-1-16,-3 1 0,3 3 16,-1 0-16,1 2 0,-1 0 0,3 0 15,0 2-15,0 1 0,-3-1 0,6 0 16,-4 2-16,8 5 0,-7 0 0,2-2 15,4-1-15,-8 1 0,6 2 0,-2-2 16,4 1-16,-1 1 0,-1-2 16,0-3-16,0 1 0,-2-5 0,-2 2 15,-2-4-15,2 2 0,-3-2 0,3-3 16,-5 3-16,1 0 0,1 0 0,-3-3 16,-1 1-16,4 2 0,-6-5 0,3 1 15,-1-1-15,0-2 0,-2 0 16,-4-4-16,1 0 0,3 2 0,0-2 15,0 2-15,0 0 0,0 0 0,0 2 16,3 0-16,-1 0 0,-2 1 0,2-3 16,-2 2-16,2 0 0</inkml:trace>
  <inkml:trace contextRef="#ctx0" brushRef="#br2" timeOffset="185919.27">7896 6694 0,'0'-4'0,"-5"-1"0,1-1 16,-1-3-16,1-2 0,-3 4 0,3 0 15,0 1-15,1-1 0,1 3 0,0 2 16,2-3-16,-4 5 0,4 0 0,0 2 15,0 5-15,-3 6 0,1 0 16,2 5-16,-4 2 0,1 4 0,1 14 16,-2 1-16,2 5 0,-3-2 0,1 0 15,2 0-15,-7-2 0,4-3 0,-1 7 16,1-6-16,-6-7 0,0-3 16,3-3-16,3-5 0,-2-7 0,7 2 15,-4-2-15,4-4 0,-4-2 0,1-3 16,3-10-16,0 8 0,3 0 0,1-4 15,-4 0-15,2-5 0,0-4 0,5-2 16,-5 2-16,5-2 0,2-3 0,-3-2 16,5 3-16,-4-5 0,2 0 15,2 0-15,0-2 0,2 0 16,-2 0-16,-2 3 0,0 3 0,2-2 0,-2 5 16,-3 2-16,3 0 0,-2 2 15,1 1-15,4 1 0,-8 7 0,5 0 16,2 2-16,-7 0 0,5 7 0,-2-2 15,1 6-15,-1 0 0,0 3 0,1-1 16,-1 1-16,-3 1 0,5-1 0,-4 6 16,1-3-16,-1 1 0,-3-2 0,2-3 15,1-1-15,-5-1 0,4-2 16,1-5-16,-5 1 0,4 0 0,-2-3 16,3-2-16,3 1 0,-1-3 0,4 0 15,2-3-15,3 1 0,1-2 0,1 2 16,0-1-1</inkml:trace>
  <inkml:trace contextRef="#ctx0" brushRef="#br2" timeOffset="190145.67">29292 10764 0,'-3'0'16,"3"0"-16,0 2 0,-2-2 0,2 0 0,0 3 0,0-3 0,0 4 0,0 0 0,0 7 16,2 3-16,1 5 0,-1 4 15,-2 1-15,2 2 0,0 9 0,0-4 16,-4 0-16,2 0 0,-2-2 0,0-3 15,-3-2-15,1-1 0,0-6 0,-1-1 16,1-3-16,-1-4 0,1-3 16,0-1-16,-3-5 0,2-5 0,-1-4 0,1-4 31,3 2-31,-2-6 0,4-1 16,0-4-16,0-2 0,2-7 0,2-5 15,1-8-15,4-17 0,2 3 0,0 5 16,2 5-16,2 8 0,3 7 0,0 4 15,2 10-15,-1-1 0,3 9 16,-2 2-16,2 5 0,-2 1 0,0 3 16,0 3-16,-3 1 0,-1 3 0,-5 1 15,0-1-15,-4 2 0,-3 2 16,0-2-16,-6-1 0,-2 3 0,-3 1 16,-6-1-16,2 0 0,-2-3 0,-5 6 15,-4-1-15,-2 4 0,-1-1 0,-10 8 16,4 3-16,3-3 0,6 5 0,2-3 15,2-2-15,7 0 0,2-6 16,7 2-16,4 2 0,3-4 0,8-1 16,5-1-16,6-1 0,4-2 0,6-2 15,3-2-15,12-2 0,-3-5 0,-6-2 16,-3-2-16,-2-5 0,-2 1 0,-2-3 16,-4 0-16,-5-4 0,-5 2 15,-3 2-15,-6 0 0,3 0 0,-2 0 16</inkml:trace>
  <inkml:trace contextRef="#ctx0" brushRef="#br2" timeOffset="190416.76">29669 11015 0,'-3'-2'0,"1"4"0,-2-2 16,-3 5-16,3-3 0,-1 3 0,1-1 16,4 0-16,2 1 0,0 1 0,7 1 15,2 0-15,7-3 0,4 0 16,13 1-16,0-3 0,3 0 0,-5-2 16,2-2-16,-6-2 0,0-1 0,-3-1 15,-6-3-15,-2 0 0,-7-4 0,-5 2 16,-1 0-16,-5 0 0,-7 0 0,-6 4 15,2 0-15,-3 5 0,-3-2 0,-5 2 16,-2 4-16,-1 0 0,-1 5 16,-1-1-16,3 1 0,2 4 0,4 0 15,5 2-15,7 0 0,3 3 0,10 1 16,6-1-16,7-1 0,2-2 0,16 3 16,-1-3-16,3-4 0,2-2 0,2-1 15,0-6-15,2-2 0,-4-5 0,7-4 16,-10 5-16</inkml:trace>
  <inkml:trace contextRef="#ctx0" brushRef="#br2" timeOffset="190893.74">30456 10506 0,'0'0'0,"-5"5"0,1 1 0,2 7 0,-3 3 15,1 6-15,-1 15 0,1 1 0,4 8 16,0 0-16,7 7 0,6 16 0,7-5 15,4-7-15,2-8 0,10 3 16,-5-7-16,-5-15 0,-6-5 16,-7-10-16,-2-4 0,-4-4 15,-5-5-15,0-2 0,-2-2 0,-2-3 0,-5-6 0,-1-2 16,3 0-16,-8 0 0,0-5 0,-5 3 16,-2-1-16,-2 1 0,-2 1 0,0 6 15,-3-1 1,1 2-16,1 3 0,-1 4 15,-7 4-15,2 3 0,2 4 0,5 2 0,4 2 0,5 3 0,6 0 16,5-1 0,4 1-16,4 2 0,5-5 0,6 3 0,3-5 0,4-2 0,-2 0 15,15-2 1,3 2-16,1-4 0,1-1 0,0-1 0,4-5 0,-5 0 16,1 0-16,-7-5 0,-2 1 0,-2 4 15,-5-5-15,-2 1 16,-2 2-16,-2-3 0,-5 3 0,-4 0 0,-3 2 0,-8-2 15,0 0-15,6 4 0,3-2 0,-5 0 32,0 2-32,3-2 0,-1 2 15,3 3-15,6-1 0,2 3 0,5-1 16,7-1-16,4-1 0,10-2 0,1 1 16,-2-6-16,-3-1 0,-6-3 0,-6 1 15,-6-5-15,-3-3 0,-1-3 0,1-3 16</inkml:trace>
  <inkml:trace contextRef="#ctx0" brushRef="#br2" timeOffset="191037.51">30824 11088 0,'0'2'0,"2"-4"0,-2 2 0,0 0 15,0-2-15,2 2 0,5 0 0,2 0 16,6 0-16,5 2 0,7 0 0,3-2 16,15 5-16,-4-1 0,-1-2 15,0 1-15,-5-6 0,-2 1 0,-4 2 16</inkml:trace>
  <inkml:trace contextRef="#ctx0" brushRef="#br2" timeOffset="191403.26">31247 10625 0,'0'0'0,"0"0"0,0 0 0,2 5 0,1 3 0,-1 6 0,2 3 16,3 10-16,0 12 0,4 8 0,0-1 15,0 3-15,0 1 0,4 14 0,-2-4 16,-2-1-16,3-8 0,-6-5 16,-1-8-16,0-10 0,-7-5 0,4-12 15,-4-5-15,0 1 0,0-3 0,0-2 16,0-2-16,0-4 0,0-5 0,2 0 16,3-8-16,-1 6 0,3-9 15,-1 0-15,5-4 0,0-3 0,3 3 16,-1 2-16,-2 2 0,-2 5 0,2-1 15,-3 5-15,-1 2 0,0 5 0,-3 2 16,1 2-16,-3 2 0,4 5 0,-1 4 16,-1 2-16,3 2 0,2 10 15,-1-6-15,3 3 0,0 0 0,3-4 16,1 0-16,1-3 0,1 1 0,-1-5 16,1-5-16,-1-4 0,-1-6 0,1 0 15,-1-5-15,-4 0 0</inkml:trace>
  <inkml:trace contextRef="#ctx0" brushRef="#br2" timeOffset="191706.08">31776 11112 0,'0'0'0,"-2"0"0,2 3 0,-4 1 16,2 1-16,-1 1 0,3 1 0,0 4 15,5 0-15,4 4 0,-1-2 0,8 1 16,4-1-16,6 5 0,3-5 0,0-2 16,-3 0-16,-2-7 0,-2 1 15,-2-8-15,0-3 0,-7-3 0,-2-4 16,0-5-16,-6-4 0,-1-4 0,-4 1 15,-4-1-15,-3-1 0,-2 5 0,3 9 16,-3 0-16,-4 0 0,-1 2 0,-1 4 16,-1 3-16,1 1 0,-3 3 15,3 3-15,-3 3 0,3 3 0,4 4 16,0 3-16,2 4 0,5-1 0,1 4 16,1 1-16,4-2 0,1 2 0,1-2 15,3 0-15,-1-2 0,5 2 0,-2-2 16,2-2-16,2-5 0,3-4 31,-1-1-31,5-3 0,0-1 0,0-2 16</inkml:trace>
  <inkml:trace contextRef="#ctx0" brushRef="#br2" timeOffset="191865.47">32526 11053 0,'0'0'0,"-2"0"0,2 0 0,-5 2 0,-1 5 0,-3 4 16,-2 2-16,0 5 0,-2 4 0,-3 11 15,3 2-15,0-2 0,2 2 16,2-1-16,0-1 0,-2 0 0,5-2 16,-1-1-16,3 3 0,-3-2 0,3-9 15,-3-2-15,-2-7 0,0-2 0,0-4 16,-2-5-16,-4-2 0,4-2 16,-4 2-16</inkml:trace>
  <inkml:trace contextRef="#ctx0" brushRef="#br2" timeOffset="192008.05">32162 11143 0,'0'-2'0,"0"2"0,0 0 0,0 0 0,5 2 16,-1 1-16,3 5 0,2 1 0,6 7 15,0 1-15,12 10 0,-1 1 0,3 3 16,-3 0-16,1 2 0,-1 2 0,10 12 16,-5 1-16,2 5 0,0 7 0,-5-10 15,-3-8-15</inkml:trace>
  <inkml:trace contextRef="#ctx0" brushRef="#br2" timeOffset="193825.1">8661 6835 0,'0'0'0,"0"0"0,0 0 0,2-2 16,-2 2-16,7-2 0,-3 2 16,0 0-16,5-3 0,2 1 0,5 2 0,-3-4 15,9 2-15,4-3 0,3-1 0,0 1 16,-1 1-16,1-1 0,-5 1 0,1 2 16,-3 0-16,-5-3 0,1 1 15,-3 2-15,-4-3 0,0 1 0,-6 2 16,-1-1-16,1 1 0,-5 0 15,-5-3-15,1 3 0,-3 0 0,-2 2 0,0-2 16,1 0-16,-1-1 0,-4 1 16</inkml:trace>
  <inkml:trace contextRef="#ctx0" brushRef="#br2" timeOffset="193999.92">8522 6694 0,'0'2'0,"-5"-2"0,3-2 0,2 2 0,0-2 0,0 0 0,5-1 15,1 1-15,1 0 0,4 0 0,2 0 16,2-3-16,1 3 0,4 0 0,-5-3 16,9 1-16,-1 2 0,1-3 0,0-1 15,-2 1-15,0 1 0,2-3 16,-2 1-16,0-5 0,-2 0 0,0 0 16</inkml:trace>
  <inkml:trace contextRef="#ctx0" brushRef="#br2" timeOffset="194701.15">9124 6021 0,'0'-2'0,"-2"-2"0,2 4 0,0-5 0,-3-1 0,6-3 0,-3 2 0,4 1 15,3-1-15,1 1 0,1 1 16,2 1-16,0-1 0,2 3 0,3 0 16,-3 0-16,3 2 0,1 0 0,5 4 15,-4 1-15,-3-1 0,5 3 0,0 6 16,2 2-16,0 5 0,-2 4 15,4 5-15,3 4 0,4 18 0,2-1 16,-3 1-16,1-5 0,5 14 0,-6-7 16,-1-5-16,-2 1 0,-5-5 0,-3 0 15,4-6-15,-1-5 0,-3-5 16,-3-8-16,1 0 0,-3 0 0,-1-5 16,0-1-16,-2-1 0,-2-2 0,-2-2 15,-3-3-15,0 1 0,1-3 0,-3 1 16,-6-12-16,4 9 0,0-2 0,-3-2 15,1 0-15,-4-3 0,1-1 0,3 6 16,-2-5-16,1 5 0</inkml:trace>
  <inkml:trace contextRef="#ctx0" brushRef="#br2" timeOffset="194891.61">9589 6515 0,'0'3'0,"0"-3"0,0 0 0,-2 2 0,2 0 0,-2 5 15,2 4-15,0 4 0,-3 0 0,1 8 16,2-4-16,0 8 0,-2 6 0,2 4 16,0-1-16,0 1 0,0 1 15,-4-1-15,4 1 0,-5-5 0,3 4 16,0-6-16,2-9 0,0-4 0,2-3 16,2-2-16,1-2 0,1-2 0,1 0 15</inkml:trace>
  <inkml:trace contextRef="#ctx0" brushRef="#br2" timeOffset="195796.64">10209 6762 0,'0'0'0,"0"-4"0,-3-3 0,3 1 0,3-3 16,-3 2-16,0-2 0,2 5 0,0-3 16,0 3-16,0 2 0,-2 0 0,3 2 15,-1 0-15,-2 4 0,0 0 0,0 7 16,0-2-16,-2 7 0,2 4 0,0 4 16,0 4-16,2 17 0,-2-1 0,0 2 15,2-2-15,-2-2 0,0 0 16,2 0-16,0 6 0,1-1 0,-1-8 15,2-4-15,-4-4 0,5-4 16,-3-5-16,-2-5 0,2-3 0,0-5 0,-2-1 16,0-3-16,0-1 15,-2-4-15,-2-9 0,4 9 0,-3-4 0,1-3 16,0-1-16,2-4 0,-2-1 0,2-2 16,4-5-16,-2-4 0,1 2 0,3 2 15,1-2 1,-1 4-16,3 1 0,0 1 0,2 5 0,-2 0 0,2 2 0,0 3 15,0 3 1,0-1-16,0 4 0,0 2 0,0 0 0,-2 5 0,2 2 16,-2 2-16,0 2 0,-1 0 0,1 3 15,0 4-15,0-1 0,0-1 0,-1 2 16,-1-5-16,2 1 0,-2-3 16,-1 0-16,3-2 0,-5-2 0,5-2 15,-2-3-15,2 1 0,-1-5 0,1 0 16,2-5-16,0-2 0,5 3 0</inkml:trace>
  <inkml:trace contextRef="#ctx0" brushRef="#br2" timeOffset="196531.43">10804 6017 0,'0'0'0,"2"-2"0,0 2 0,-2 2 0,0-2 0,5 7 0,-5 1 0,4 6 16,0 1-16,-1 7 0,3 13 0,1 3 16,2-1-16,-3 3 0,3-2 0,0 1 15,-2 1-15,4 11 0,2-3 0,-2-4 16,-5-6-16,1-1 0,2-6 15,-5-2-15,-1-5 0,-1-4 0,-4-5 16,-1-4-16,3 0 0,-2 0 0,2-4 16,0 0-16,-2-3 0,0-2 0,-1-11 15,1 5-15,2 2 0,-2 0 0,2-1 16,0 8-16,-2-5 0,2-2 16,-2-1-16,-1 1 0,1-2 0,-2-1 15,2 1-15,-5 4 0</inkml:trace>
  <inkml:trace contextRef="#ctx0" brushRef="#br2" timeOffset="197041.62">10361 6141 0,'0'2'0,"-5"-2"0,1 0 0,-3 2 16,3-4-16,-1 2 0,1-2 0,2-1 15,0 3-15,2-2 0,2 2 0,0 0 16,0-2-16,3 2 0,1-2 0,1-3 16,2 3-16,-1 0 0,3 0 0,-2-1 15,5 1-15,-1 0 0,-2 2 16,2-2-16,0 0 0,3 2 0,-1-3 15,3 1-15,-3 0 0,1 0 0,-1 0 16,0 2-16,1-5 0,2 3 0,-3 0 16,5-3-16,0 1 0,2 2 15,0-3-15,4 1 0,1-3 0,1 1 16,-1-1-16,-1 3 0,1-1 0,1 1 16,3 2-16,5-1 0,-6 3 0,1-2 15,0 0-15,4 2 0,-4-2 0,2 4 16,-6-2-16,-1 0 0,-1 0 0,-3 0 15,-3 0-15,-1-2 16,-2 2-16,-8 0 0,3 0 0,-4 0 16,0-2-16,-1 2 0,-1 0 0,-5 0 15,-7 2-15,3-2 0,1 0 0,1 2 16,2-2-16,0 0 0,0 0 0,-2 0 0,0 0 16,6 0-16,1-2 0,-5 2 15,4 0-15,-2 0 0,-2 0 0,0 0 16,0 0-16,0 2 0,0-2 0,-2 2 15</inkml:trace>
  <inkml:trace contextRef="#ctx0" brushRef="#br2" timeOffset="197804.5">11408 7078 0,'-2'0'0,"0"-3"0,2 3 0,-3 0 0,1 0 0,0 0 0,0 0 16,2 0-16,-2 0 0,2 0 0,0-2 15,2 0-15,2-2 0,-2-3 0,3-2 16,-1 0-16,3-4 0,-3-5 0,3 1 15,2-14-15,-1 2 0,1-4 0,0-2 16,0 2-16,0 4 0,0 1 16,-3 1-16,3 5 0,-2 2 0,1 5 15,-3 2-15,1 2 0,-1 2 0,-1 4 32,1 5-32,-1 0 0,0 5 0,3 1 15,2 3-15,-2 4 0,1 5 16,1-7-16,0 4 0,2 5 0,-2-2 15,0 2-15,4 4 0,-4 0 0,0-4 16,-3-2-16,1-3 0,-3-4 0,1-4 16,-1-1-16,0-1 0,-1-3 0,1 0 15,-2-4-15,0-5 0,1-1 0,-1-3 16,0-5-16,2-1 0,1-12 0,-1 0 16,1 1-16,-1 1 0,3 3 15,-3 2-15,1 2 0,-1 5 0,0 3 16,-1 1-16,-1 5 0,-2-1 0,2 5 15,0 2-15,0 0 0,3 4 16,-1 1-16,3-1 0,-1 1 0,1 3 16,4 4-16,0 7 0,2-5 0,3 1 15,4 11-15,-3 1 0,5-3 0,-2 3 16,2-1-16,-2-2 0,-2-2 0,-1 0 16,-1-2-16,-1-2 0,-2-3 0,-4-4 15,2 0-15,-2-2 0,2-4 16,0-1-16,2-8 0,3-1 0,-1 1 15</inkml:trace>
  <inkml:trace contextRef="#ctx0" brushRef="#br2" timeOffset="201875.79">12881 6791 0,'2'0'0,"-2"-2"0,0 2 0,0-2 0,0-1 0,-2 3 0,2-2 0,2 0 0,0 2 16,0-2-16,5 0 0,0 2 0,4-3 15,0 1-15,4 2 0,1-4 0,1 4 16,5-2-16,9-1 0,-4-1 0,1 2 15,-1-3 1,-5 1-16,0-1 0,-2 3 0,-5-2 0,-2-3 0,-2 3 16,-6-3-16,-3 3 0,-9-1 0,3 3 15,-5-2-15,-2-1 0,-4 1 0,-5 2 16,2 0-16,1-1 0</inkml:trace>
  <inkml:trace contextRef="#ctx0" brushRef="#br2" timeOffset="202002.46">12786 6685 0,'-4'2'0,"-3"-4"0,-2 0 0,-4 0 0,2 0 16,0-3-16,2 3 0,2 0 0,3-3 15,4 3-15,4 0 0,3-3 0,2 1 16,6 0-16,1-3 0,4 0 0,-1 3 31,3 0-31,12 1 0,-4 1 0,1 0 0,2-2 0,-2-1 0,0-1 32,-2-1-32,-3-2 0</inkml:trace>
  <inkml:trace contextRef="#ctx0" brushRef="#br2" timeOffset="204357.65">13725 6330 0,'2'-4'0,"-2"-1"0,0 5 0,3-6 0,-6-1 0,6-2 0,-3 0 0,-3 5 0,1 0 16,0-1-16,0 3 0,0-7 0,2 5 15,0-5-15,2-2 0,0 2 16,0 0-16,0-2 0,1 2 0,1 3 0,0-1 16,3 3-16,0 2 0,-1 2 15,1 0-15</inkml:trace>
  <inkml:trace contextRef="#ctx0" brushRef="#br2" timeOffset="204659.62">13908 6284 0,'2'2'0,"-2"0"0,0-2 0,5 7 0,-3-1 15,-2 3-15,0 2 0,0 5 0,-4 4 16,-1 2-16,-6 17 0,0 3 15,-4 2-15,-3 3 0,-4-3 0,-7 6 16,1-8-16,1-9 0,3-2 0,4-4 16,0-3-16,5-2 0,4-4 0,6-1 15,1-8-15,2 0 0,-3-2 16,1-3-16,4-4 16,0 0-16,0-2 0,4-3 0,-1-1 0,1-5 0,-2 6 15,3-6-15,1 2 0,3-2 16,4 0-16,-2 3 0,5-1 0,-1 0 0,1 5 15,1-1-15,1 3 0,4 0 0,0 2 16,0 0-16,11 4 0,-2-2 0,-4 3 31,-1 1-31,-2 1 0,0-3 16,-1 1-16,-1-1 0,-3-2 0,1 1 16,-2 1-16,2-2 0,-5-2 0,1 0 15,-1-2-15,0-2 0,1 1 16,-1 1-16,-1-2 0,1 2 0</inkml:trace>
  <inkml:trace contextRef="#ctx0" brushRef="#br2" timeOffset="205072.95">14453 6462 0,'-2'0'0,"-1"-2"0,-1 0 16,0 0-16,-3 0 0,3 2 0,-3 2 15,0 2-15,-1 3 0,-1 2 0,0 6 16,0 3-16,0 2 0,0 10 0,1 1 16,3-2-16,3-3 0,4-1 15,0-5-15,3-3 0,4-1 0,2-1 16,2-6-16,0 2 0,3-7 0,3 1 16,1-1-16,0-4 0,0 0 0,0-2 15,2 0-15,-2-3 0,-3 3 0,1-5 16,-3-4-16,1 3 0,-5-8 15,0 3-15,0-2 0,-2 1 0,-3-12 0,-1-3 16,-5-2-16,-2 5 0,-3-1 16,-4 5-16,1 7 0,-8-3 0,3 7 15,-3 2-15,-3 3 0,1 1 16,-2 5-16,2 0 0,1 5 0,-1 1 16,3 3-16,2 4 0,-1 1 0,3 3 15,0 1-15,2 0 0,1 4 0,3-2 16,1 4-16,4-4 0,0-3 0,2 3 15,5 2-15,-3-2 0,3 0 0</inkml:trace>
  <inkml:trace contextRef="#ctx0" brushRef="#br2" timeOffset="207994.34">14825 6579 0,'0'0'0,"0"0"0</inkml:trace>
  <inkml:trace contextRef="#ctx0" brushRef="#br2" timeOffset="208041.73">14733 6665 0,'0'0'0,"-5"5"0,5-5 0,-2 4 16,-2 1-16,2-1 0</inkml:trace>
  <inkml:trace contextRef="#ctx0" brushRef="#br2" timeOffset="208153.22">14759 6753 0,'3'0'0,"-1"0"0,7 3 0,-3-1 0,5-2 16,0 0-16,5-2 0,-3-1 0,2-1 15,-1 0-15,1-1 0,0-1 0,1-5 16,-1-5-16,-1-1 0,-6 1 0,-1-2 16,-3 3-16,-4 0 0,-4-1 0,4 5 15,0 2 1</inkml:trace>
  <inkml:trace contextRef="#ctx0" brushRef="#br2" timeOffset="208264.42">14828 6762 0,'4'3'0,"-2"-1"0,3-2 0</inkml:trace>
  <inkml:trace contextRef="#ctx0" brushRef="#br2" timeOffset="208613.71">15233 6540 0,'3'0'0,"-1"0"0,-2 0 0,-5-3 0,3 1 0,-4 2 16,-1 2-16,-2 1 0,-2 1 0,0 5 16,0 0-16,-2 4 0,2 0 15,0 3 1,-2 1-16,2-1 0,6 1 0,1-6 0,2 3 0,4-3 0,2 0 15,1 0 1,3-3-16,3-1 0,3 0 0,1-5 0,0 0 0,5-2 0,2 0 16,0-4-16,3 1 0,3-5 0,-1-3 15,-3 0-15,-11 0 0,3 2 0,-5-4 16,0-3-16,-5-2 0,-1 7 16,-5 0-16,-2 3 0,-7-3 0,-2 4 31,-5 0-31,-1 3 0,-3-1 0,-2 3 15,2-2-15,0 4 0,0 2 0,5 0 16,-1 3-16,3-3 0,0 5 16,4-1-16,0 3 0,3 0 0,-1 2 15,5 0-15,0-2 0,-1 2 0,6-3 16,-1 4-16,4-4 0,5 6 0,0-3 16,3 2-16</inkml:trace>
  <inkml:trace contextRef="#ctx0" brushRef="#br2" timeOffset="208994.52">15688 6540 0,'0'4'0,"0"-2"0,-3-2 0,-1 0 0,2 0 16,-5 2-16,3-2 0,-5 3 15,2-1-15,1 0 0,-1 5 0,0 1 16,3-1-16,2 2 0,0 2 0,2 0 15,0 0-15,0 0 0,2-2 0,2 0 16,3-1-16,-1 4 0,6-6 0,-1 1 16,2-3-16,0 3 0,2-3 15,3-2-15,-2 1 0,1-3 0,1 0 16,-3 0-16,-4-3 0,2 1 0,-2-2 16,1-5-16,-4-2 0,1-5 0,-4 3 15,-1 0-15,-6 2 0,0-4 0,-3 6 16,-6-4-16,0 1 0,-2 4 0,-3 1 15,3 3-15,-2-1 16,-1 1-16,-1 2 0,1 2 0,1 2 16,-1 0-16,3 0 0,2 3 0,2 1 0,1 1 15,-1 4-15,2-2 0,3 6 0,1-2 16,3 5-16</inkml:trace>
  <inkml:trace contextRef="#ctx0" brushRef="#br2" timeOffset="209681.1">13772 6376 0,'0'0'0,"0"-2"0,0 2 0,-3-2 15,3 0-15,0 0 0,0-3 0,0 3 16,0 0-16,3-3 0,-1 1 0,0 0 15,0-1-15,0 1 0,1 2 16,-3-3-16,2 1 0,-2 2 0,0-3 16,0 1-16,0-1 0,-2 1 0,-1-1 15,1 1-15,0 2 0,-2-3 0,1 1 16,-1 0-16,-3 1 0,-1 1 0,-1 0 16,0 2-16,-4-2 0,-3 4 0,-1 0 15,-3 3-15,-2-3 0,-5 0 16,1-2-16,-1 4 15,1 1-15,2 1 0,4-1 0,0 4 0,4-5 0,3 3 16</inkml:trace>
  <inkml:trace contextRef="#ctx0" brushRef="#br2" timeOffset="210861.9">16243 6670 0,'0'-2'0,"-2"-3"0,0-2 0</inkml:trace>
  <inkml:trace contextRef="#ctx0" brushRef="#br2" timeOffset="211707.04">16336 6465 0,'0'-3'0,"0"1"0,0 2 0,2-4 0,-2-1 0,2-1 16,-2-1-16,0 3 0,2 2 0,-2-1 16,0-1-16,0 4 0,0-2 0,0 0 15,-2 4-15,2 0 0,-2 5 0,0-1 16,-3 5-16,1 2 0,-3 3 0,1 6 16,-3 0-16,-6 7 0,1-1 15,-1 1-15,-1-5 0,1-2 0,0-2 16,1-2-1,1-1-15,2-6 0,2 3 0,0-6 16,5-1-16,-3-3 0,5-1 0,0 1 0,2-2 0,0 1 16,2-6-16,3 3 15,1-2-15,3-5 0,4-6 0,0-2 0,7-7 0,-2-5 16,0 3-16,-1-5 0,-4-1 0,1 1 16,1-9-16,-6 5 0,-5 9 0,3 2 15,-3 4-15,-1 3 16,-1 6-16,-2-2 0,2 7 0,0-1 0,-2 5 15,2 0-15,-2 0 0,-2 7 0,2 2 16,-2 2-16,0 4 0,-3 3 0,-3 2 16,-1 2-16,0 2 0,-2 0 15,2 0 1,-2-1-16,0-4 0,-2 8 0,2-7 0,0-3 0,2-1 0,0-5 16,3 2-16,-1-4 0,2-3 0,1 3 15,0-4-15,1-1 0,1-2 0,0 0 31,-2-2-31,4 0 0,0 0 0,-3 0 16,3-2-16,-2 0 0,2 0 16,0-3-16,0 3 0</inkml:trace>
  <inkml:trace contextRef="#ctx0" brushRef="#br2" timeOffset="211944.61">16100 6601 0,'4'3'0,"1"3"0,1 3 0,3 0 0,2 2 0,0-2 15,5 2-15,-3 0 0,2 0 0,-1 0 16,5 4-16,1 1 0,-2-3 16,-3 0-16,1-2 0,-1-2 0,-6 2 15,2-2-15,-2-5 0,2 3 16,-5-3-16,1 1 0,-3-3 0,1 0 15,-3-2-15,0 0 0,1 2 0,-3 0 16,-3-2-16,1-2 0,-2 0 0,-1-2 16</inkml:trace>
  <inkml:trace contextRef="#ctx0" brushRef="#br2" timeOffset="214327.1">17094 6520 0,'-2'-2'0,"2"-3"0,0 5 0,-2-4 16,0-5-16,-1 0 0,1-2 0,-2 0 0,-1 0 15,-1 0-15,-3 0 0,0 0 0,-2 2 16,-4-2-16,-1 2 0,-4 5 0,-10-5 15,-1 5-15,4 1 0,-1 3 16,3 3-16,-1 1 0,-1 5 0,5 0 16,0 2-16,5 6 0,3 3 0,-1 4 15,6 5-15,-2 2 0,7 2 0,-1 0 16,5 0-16,5-4 0,4-3 0,2-1 16,4-1-16,0-4 0,3-5 0,2-2 15,2 1 1,4-6-16,1-1 0,2-5 0,1 0 0,-1-6 0,6-5 15,-6 0-15,-2-6 16,-5 2-16,-3-3 0,1-4 0,-4-4 16,-5 0-16,-2-5 0,-5-2 0,0 3 0,-4-5 15,0 4-15,-4 0 0,0 3 16,-3 2-16,-2 4 0,-4 2 0,2 1 16,0 1-16,-2 5 0,-1 0 0,3 2 15,0 0-15,0 3 0,0 1 16,2 3-16,1 0 0,-1 2 0,2 0 0,1 4 15,-1-1-15,3 1 0,-3 3 0,0-1 16,3 5-16,2 0 0,-3 0 0,3-2 16</inkml:trace>
  <inkml:trace contextRef="#ctx0" brushRef="#br2" timeOffset="214690.99">17388 6570 0,'0'3'0,"0"-1"0,0-2 0,-5 0 0,3 4 0,-2-1 0,-1 1 0,1 0 0,-1 3 0,1 0 15,-1-1-15,3-1 0,0-1 0,2 3 16,0-3-16,4 0 0,-1 1 0,-1-3 16,2-2-16,3 2 0,0-4 15,-1 0-15,5-3 0,-4 1 0,2 0 16,-1-3-16,1-2 0,-2 0 0,-1 3 31,1-3-31,-3-2 0,-1 4 0,-1 1 0,0-3 0,-4 2 0,-3 3 16,1 2-16,-3-1 0,-1 1 0,-1 4 0,-4-2 15,2 5-15,-3-1 0,3 1 32,-4 1-32,4-1 0,0 1 0,2 1 15,0 0-15,5-1 0,-1 1 0,5 2 16,0-3-16,5-1 0,-1 3 0,5-3 15,-2-3-15,1-2 0,-1 0 16,0-2-16,-3-3 0</inkml:trace>
  <inkml:trace contextRef="#ctx0" brushRef="#br2" timeOffset="-214249.42">17734 6319 0,'0'0'0,"-7"-2"0,3 0 0,-3-3 0,-2 1 0,5 2 0,-1-1 16,1 1-16,4 0 0,0 0 0,4 0 15,3-1-15,4-1 0,2 2 0,5-3 16,2 3-16,0 0 0,10 2 16,-1-2-16,-2 4 0,-1 0 0,1 0 15,-5 5-15,0-3 0,-3 3 0,1 0 16,-6-1-16,-3 1 0,-3 0 0,-3 1 15,-3-1-15,-4 4 0,-5-2 0,3 0 16,-5-1-16,0 3 0,-2 1 16,-2-1-16,2 0 0,-2 2 0,4-2 15,0 0-15,2 0 0,1 2 0,1-4 16,3 4-16,2-2 0,2 0 0,5 0 16,2 0-16,4 0 0,2 0 15,1 0-15,4 0 0,-3 0 0,3 3 16,0-1-16,-2 0 0,2 2 0,-3-1 15,-4-1-15,1 2 0,-6-1 0,-1 1 16,-5 0-16,-2-1 0,-4 3 0,-5-1 16,-2-1-16,-4 3 0,-5-1 0,0-1 15,-2-1-15,0 1 0,-11-5 0,2 2 16,2-6-16,7 1 0,0-3 0,2-1 16,0 3-16,5 0 15,2-3-15,-3 0 0,5-1 0,-2 1 0,4-4 16,3 2-16,1-2 0,1-2 15,8-5-15,-8 7 0,2-2 16,-1 2-16,1 0 0,2-2 16,-2 0-16,2 2 0,-2 0 0,2-5 0,0 5 0,0-2 15,0 0-15,0-3 0,0 1 0,2 2 16,-2-3-16,-2 1 16,2 0-16,-5-1 0</inkml:trace>
  <inkml:trace contextRef="#ctx0" brushRef="#br2" timeOffset="-212199.27">18706 6451 0,'2'0'0,"0"0"0,5-4 0,0 0 0,4-3 0,0 3 0,4-5 16,-2 2-16,3-2 0,-1 1 0,-4 1 16,3-2-16,-6 0 0,1 3 0,-4-3 15,-3 4-15,-2-3 0,-7 1 16,-4 3-16,-2-3 0,-5 3 0,-4-1 15,0 3-15,-4 0 0,-1 2 0,-10 4 16,-1 1-16,1 1 0,-1-1 0,3 3 16,2 1-16,2 2 0,2 0 0,10 2 15,1 1-15,7 1 0,7 1 16,4-1-16,8 3 0,3-3 0,9 3 16,4-3-16,5 1 0,2-3 15,2 2-15,2-2 0,-2 1 0,5-1 16,2 2-16,-1 1 0,16 4 0,-8-5 15,-3 1-15,-11-5 0,-9 2 0,-4-2 16,-9-2-16,-2-1 0,-5 3 0,-6 0 16,-5 3-16,-1-3 0,-8 2 0,-4-2 15,-4 2-15,0 0 0,-7 1 16,2-3-16,1 0 0,-1-2 0,2-3 16,3 1-16,0-5 0,4 0 0,0-2 15,0-4-15,5-1 0,0-3 16,1-1-16,6-4 0,1-1 0,2-1 0,5-3 15,3 1-15,1-3 0,3 2 16,2-4-16,2 2 16,2 3-16,0-3 0,0 0 0,3 0 15,-1 2-15,-2 3 0,1 0 0,-6 1 0,1 3 0,-2-2 16,-1 2-16,1 2 0,-5-2 0,3 2 16,-3 1-16,0-1 0,2 0 15,1 2 1,-1-2-16</inkml:trace>
  <inkml:trace contextRef="#ctx0" brushRef="#br2" timeOffset="-211851.2">18993 6328 0,'2'-2'0,"0"0"0,-2 2 0,2-5 0,0 3 0,3 0 0,2 0 0,1-1 15,6 3-15,-1 0 0,4 0 16,3 0-16,-2 0 0,4 0 0,0 0 15,0 0-15,2 0 0,3 0 0,-3 0 16,0 0-16,-4 0 0,0 0 0,-2 0 16,-3 0-16,-4 0 0,-2 0 0,-2 5 31,-3-3-31,-2 5 0,0-1 0,-6 5 16,2 2-16,-5 3 0,3-3 15,-5 7-15,0 6 0,2 1 0,-1 4 16,3-3-16,-1 3 0,1-2 0,1-3 15,2-1-15,-1 1 0,3-2 0,0-2 16,3-2-16,-3 0 0,2-2 16,-2-3-16,4-2 0,-2 1 0,-2-3 15,3-3-15,-1 1 0,-2-2 0,0-1 16,2-3-16,-2-6 0,-2-1 0,4 8 16,-2-4-16,0 0 0,0-4 0,0 2 15,0 0-15</inkml:trace>
  <inkml:trace contextRef="#ctx0" brushRef="#br2" timeOffset="-211676.11">19065 6557 0,'-4'5'0,"2"-3"0,2-2 0,0 4 16,2-4-16,2-2 0,7 0 0,0 0 0,7-1 16,0 1-16,4 2 0,2-2 15,11 0-15,3 2 0,-3-2 0,5-1 16,-7-1-16,2 0 0,0-3 15,-2-2-15,-6 3 0,-3-1 0,-4 0 16,2-1-16,0-1 0</inkml:trace>
  <inkml:trace contextRef="#ctx0" brushRef="#br2" timeOffset="-211201.35">19908 6363 0,'-5'0'0,"7"-2"0,-2 2 0,0-2 0,-2 0 16,0-1-16,-2-1 0,-1 4 15,-4-4-15,-2 1 0,0 1 0,-2 0 16,-4 0-16,-6 2 0,4 0 0,-6 2 16,-5 0-16,1 0 0,2 1 15,5-1-15,5 2 0,3 1 0,3 1 16,3 3-16,8 2 0,0 5 0,4-1 16,0-2-16,5 3 0,2 1 0,11 5 15,0 0-15,-4-2 0,6 2 0,1 0 16,-1-2-16,0 2 0,-4-2 15,4-2-15,-4-1 0,2-1 0,-4-1 16,-1-2-16,1 3 0,-5-3 0,-2 2 16,0-1-16,-2-3 0,-5 2 0,-1-2 15,-3-2-15,-3 0 0,-1-1 0,-3-1 16,1 2-16,-3-2 0,-2-3 16,0 0-16,0 1 0,-2-5 0,-1 2 15,1-2-15,-2 0 0,-3-2 0,3-3 16,-1-1-16,5 4 0,-2-5 0,2-6 15,2 6-15,0-4 0,5 0 0,0-4 16,4-1-16,4-2 0,0 1 0,5-5 16,0-2-16,2-1 0,0 1 0,2 0 15,3-7-15,-1 4 0,-4 3 16,0 4-16,-2 1 0,0 1 0,0 2 16,-5 1-16,3 4 0,-3-2 0,1 4 15,-1-2-15,-4 4 0,0 1 16,-4-1-16,-3 3 0,-2-1 0,-4 3 15,-3 2-15</inkml:trace>
  <inkml:trace contextRef="#ctx0" brushRef="#br2" timeOffset="-210500.57">20322 6703 0,'0'-2'0,"-2"2"0,2-3 0,0-1 0,0 4 16,0 0-16,4-2 0,-1 2 0,3 0 16,3 0-16,2 0 0,5 2 0,-1-2 15,7 0-15,0-2 0,2 2 16,9-2-16,-2 2 0,0 0 0,-2 0 15,-1 0-15,-1 0 0,-3 0 0,-4-3 16,0 1-16,-3 0 0,-1 0 0,-5 0 16,0-1-16,-4-1 15,-1 2-15,-1-3 0,-3 1 0,-4-3 16,-3 1-16,1-3 0,2 0 0,-1-2 0,6 2 16</inkml:trace>
  <inkml:trace contextRef="#ctx0" brushRef="#br2" timeOffset="-210277.75">20435 6524 0,'0'-4'0,"2"4"0,-2 0 0,2-5 0,2 3 15,5 0-15,2-2 0,-2 1 0,7-1 16,-1 4-16,5-2 0,0 0 0,0-1 16,2 3-16,-3-2 0,6 2 15,-5 0-15,-1 0 0,1-2 0,-4 2 16,-1-2-16,-4 2 0,0 0 0,-4-3 15,2 3-15,-7 0 0,2 0 0,1-2 16,-3 2 0,0 0-16,-2 0 0,0-4 0,0 4 15,0-2-15</inkml:trace>
  <inkml:trace contextRef="#ctx0" brushRef="#br2" timeOffset="-209255.27">21297 6061 0,'0'0'0,"-2"-2"0,-1-2 0,1 4 0,2-5 0,0 5 0,0-4 0,5 4 0,-1-2 16,5-1-16,2 3 0,4 3 16,3-1-16,2 0 0,4 2 0,2-1 15,12 3-15,2-1 0,-1-3 0,1 2 16,2-2-16,-2-2 16,-5 3-16,5-3 0,-5-3 0,-15 3 15,-1-4-15,-5 2 0,-3 0 0,-2 2 0,-9-5 16,0 5-16,-3 0 0,1-2 0,7 2 15,-3 0-15,-4 2 0,2-2 16,-3 5-16,1-1 0,-2 7 0,-1-2 0,-3 6 16,-1 1-16,-5 4 0,3 2 0,-6 6 15,-3 3-15,5-2 0,1-1 16,-1-1-16,2-1 0,-1 3 0,1 0 16,2 2-16,-2-1 0,2 1 0,2-2 15,-2 0-15,2-3 0,3-2 0,-1 1 16,3-1-16,1-4 0,3-7 31,-2 2-31,2-6 0,0 0 0,0-2 16,2-1-16,-2-4 0,3-8 0,-3 8 15,2-2-15,-2 0 0,2-4 0,-2-3 16,2 3-16,0-1 0</inkml:trace>
  <inkml:trace contextRef="#ctx0" brushRef="#br2" timeOffset="-209052.23">21279 6440 0,'0'-2'0,"0"2"0,0 0 0,-2-4 0,4 2 0,-2-3 0,7 1 15,-1-1-15,5 1 0,5 0 16,-1-1-16,9 1 0,10-3 0,5 3 16,5 1-16,0-1 0,3 2 0,14-3 15,-1 1-15,-9 2 0,-9 0 0,2-1 16,-9-1-16,-4 0 0,-5-1 0,-4 1 15,-4-3-15,-3 3 0,1-5 16,-1 5-16,-1-5 0,1 0 0</inkml:trace>
  <inkml:trace contextRef="#ctx0" brushRef="#br2" timeOffset="-208623.49">22110 6143 0,'3'-5'0,"-1"3"0,-2 2 0,4-4 0,3-1 0,2-1 0,-1 1 0,3 3 15,0-2-15,5-1 0,-1 5 0,5-4 16,7 4-16,1-2 0,3 2 0,2-3 16,3 1-1,-1 2-15,0-2 0,-2 0 0,-2-3 0,-2 3 0,-5-2 16,-6 2-16,-3-3 0,-2 3 0,-2 0 15,-4 0-15,-3 2 0,-8-3 16,2 3-16,-1 0 0,3 0 0,3 0 16,-1 3-16,-2 1 15,0 0-15,-2 3 0,-5 6 0,5 0 0,-3 5 0,-1 0 16,-1 4-16,-4 9 0,0 0 16,2-7-16,3 4 0,-1-1 0,0 2 0,5-1 15,-2 3-15,2 0 0,-1 0 16,-1 0-16,0-3 0,-1-1 0,-1-3 15,-1 0-15,0-4 0,1-2 0,-1-3 16,1-4-16,1 3 0,1-6 16,-3 1-16,5-2 0,-2-3 0,1-2 15,-1 1-15,-1-3 0,3 0 0,-2-7 16,2 3-16,-3-1 0</inkml:trace>
  <inkml:trace contextRef="#ctx0" brushRef="#br2" timeOffset="-208385.16">22159 6454 0,'2'0'0,"0"-5"0,-2 5 0,0-2 0,7-2 0,-1 1 0,3-1 16,5 2-16,1 2 0,5-2 16,0 2-16,4 0 0,13 2 0,-1 0 15,3 0-15,-3 0 0,1-2 0,-2 3 16,-4-1-16,-2-2 0,-7 0 0,0 0 15,-4 0-15,-3 0 0,-4 0 16,-2 0-16,-2 0 0,-1-2 0,-10 2 16,2 0-16,6-3 0,-2 3 0,0-2 15,-2 0-15,3 2 0</inkml:trace>
  <inkml:trace contextRef="#ctx0" brushRef="#br2" timeOffset="-207110.9">23321 6024 0,'-2'2'0,"-1"-2"0,1-2 0,2 2 0,0 0 0,-2 0 16,0 0-16,2 0 0,-2 0 0,-1 0 16,-8 0-16,-2 4 0,-2-2 0,-5 0 15,-4 3-15,2-5 0,0 2 0,-12-2 16,8 0-16,-3 0 0,5-2 16,2 2-16,4-2 0,1 2 0,3-3 15,1 3-15,0 0 0,6 0 0,3 0 16,2 0-16,0 0 0,-3 5 0,3 2 15,-2 6-15,1 2 0,1 3 0,-4 2 16,1 2-16,1 2 0,-1 2 16,-3-1-16,1-1 0,0 0 0,1-2 15,-1 0-15,3-4 0,-5-3 0,2 3 16,1-5-16,-3-2 0,4-2 0,1 0 16,0-5-16,-1 1 0,7-10 0,1 5 15,-3 0-15,0 3 0,0-6 0,4 3 16,3-4-16,1 2 15,1-3-15,4 1 0,3-3 0,-1 3 16,5-1-16,0 1 0,2 0 0,0-1 16,2 1-16,7-1 0,0 3 0,-2 0 15,-1 2-15,1 0 0,-5 4 0,-2 1 16,-2-1-16,-2 5 0,-5-2 0,-2 4 16,-6 2-16,-1 2 0,-4 1 0,-4 1 15,-5 3-15,-2 4 0,-7-4 16,0 2-16,-4 0 0,3-4 0,-6 2 0,1 0 15,2-3-15,-2-1 0,2-1 16,0-1-16,4-3 0,0-3 0,3-1 16,-1 0-16,5-1 0,0-1 0,3-1 15,3-2-15,1 0 0,2-2 0,2 0 16,2 0-16,2-4 0,5 0 0,-5-1 16,1 1-16</inkml:trace>
  <inkml:trace contextRef="#ctx0" brushRef="#br2" timeOffset="-206555.93">23914 6035 0,'0'2'0,"2"-7"0,0 5 0,-2-4 0,3 0 15,-3 1-15,0-1 0,0 2 0,-5 0 16,1 2-16,-3 0 0,0 2 15,-4 2-15,0 1 0,-4 3 0,0 4 16,-3 5-16,-9 12 0,-1 2 0,-3 0 16,2 4-16,-2 0 15,-6 9-15,2-2 0,6 0 0,3 0 0,3 2 0,8 9 16,6-5-16,7-6 0,6-6 16,3-6-1,2-1-15,0-5 0,2 1 0,2-6 16,5-3-16,4-3 0,0 0 0,2-2 0,0-2 0,-2 0 0,0-5 15,-2-1 1,-2-1-16,2-4 0,-3 2 0,7-5 0,-4-1 0,-2-3 16,-3 2-16,1-4 0,-1 0 0,1 0 15,-1 0-15,-2 0 0,-2 0 0,-2 2 16,0-2-16,-5 2 0,1-2 0,-5 3 16,0-3-16,-5-1 15,1 4-15,-5-6 0,-2 6 0,-2-6 0,0 3 0,-5 0 31,3 3-31,-5-1 0,0 2 0,-2 3 0,0 1 0,-2 3 0,-5 3 16,3 1-16,-3 5 0,2 0 16,3 2-16,2 0 0,0 2 0,4-2 0,1 4 15,4-4-15,2 3 0,4-1 0,0 0 16,5-2-16,0 0 0,2-2 16,4 4-16,3-4 0,-3 0 0,5 0 15,2-3-15,-2 1 0,6-3 0,-1 3 31,1-5-31,-2 0 0,1-2 0,-1 0 16,0-2-16,2 0 0</inkml:trace>
  <inkml:trace contextRef="#ctx0" brushRef="#br2" timeOffset="-202195.51">1662 13875 0,'0'2'0,"-4"-2"0,0 3 0,-1-3 0,5 2 0,-2-2 0,-5 0 0,7 0 0,-2 0 16,2 0-16,0 0 0,0-2 0,0 2 16,0-3-16,2 3 0,-2 0 15,0 0-15,3 0 0,1 0 0,-2 0 16,-2 0-16,0 0 0,5 3 0,-5-3 16,4 2-16,-2 0 0,0-2 0,-2 2 31,0 0-31,0 3 0,0-3 0,0 0 0,0 5 0,-2-3 0,2 1 15,0-3 1,0 2-16,2-2 0,-2 3 16,0-3-16,3 3 0,-1-3 0,2 2 15,-2-2-15,3 1 0,2-1 0,-3-2 16,3 2-16,-3 0 0,3 0 0,-5-2 16,2 0-16,3 0 0,-5 0 15,5 3-15,-5-1 0,0-2 0,2 2 16,3 0-16,-3-2 0,3 2 0,-5 1 15,5-3-15</inkml:trace>
  <inkml:trace contextRef="#ctx0" brushRef="#br2" timeOffset="-198946.04">1380 14572 0,'0'0'0,"0"-2"0,0 2 0,-4 0 0,-3 0 0,5 0 0,-5 2 0,3-2 0,-3 4 0,3 1 15,2-1-15,-7 3 0,7-3 0,-5 3 31,3-1-31,4 1 0,-2-3 16,2 3-16,0 0 0,2-1 0,-2-1 16,4-1-16,3 1 0,4-1 0,-5-2 15,10 3-15,-3-5 0,0 0 0,0 0 16,1-3-16,3 1 0,-3-4 0,-3 1 16,0 1-16,0-1 0,-5-1 0,3-1 15,-4 0-15,-1 1 0,-2-1 16,-4-4-16,-5 5 0,3-3 0,-5 0 15,-4 0-15,2 2 0,-2 3 0,-5 0 16,3-1-16,-1 3 0,-2 2 0,3 0 16,2 2-16,0 0 0,-3 1 0,5 1 15,2 3-15,0-1 0,1 1 16,5 0-16,1 1 0,2-1 0,2 2 16,1 0-16,5-1 0,3 1 0,3 2 15,-1-4-15,9 0 0,-7-1 0,5-1 16,0-1-16,-4-2 0,3 0 0,-5-2 15,-1 0-15,-2-2 0,0 0 16,-4 2-16,-1-4 0,-1-1 0,1 1 16,-6-3-16,0 0 0,0 1 0,-6-5 15,1 0-15,-6 0 0,2 0 0,-2 2 16,0-2-16,0 2 0,2 2 0,-6 3 16,2 0-16,2 4 0,-3 0 15,3 2-15,-2 2 0,4 5 0,-2 0 16,5 0-16,-3 6 0,5-2 0,-1 3 15,3-1-15,2 1 0,2 1 0,5-1 16,4-1-16,0 1 0,2-1 0,0-4 16,0 0-16,5-2 0,0-5 0,4 1 15,0-3-15,-9-2 0,3-2 16,-1-3-16,-6 1 0,2 0 0,-2-5 16,-1-2-16,-5 0 0,-1-3 0,-2-3 15,-2 1-15,-3-1 0,-4-1 0,-2 3 16,0-1-16,-2 3 0,0 2 15,-5 2-15,3 0 0,-1 5 16,-1 2-16,-1 2 0,-2 2 0,5 2 0,-5 5 16,7 0-16,-5 2 0,5 0 0,2 2 15,4 3-15,-2-3 0,9 2 0,-2 1 16,2-3-16,2 0 0,3-2 16,4 0-16,2-2 0,0 0 0,4-2 15,3-5-15,-3 0 0,1-4 0,1 0 16,-1-3-16,1-1 0,-3 1 0,-1-4 15,-2 0-15,-7 1 0,5-3 16,-5-3-16,3 3 0,-7-2 0,0 2 16,-2-2-16,-5 2 0,3 0 0,-5 4 15,5 1-15,-7 1 0,0 3 0,0 0 16,0 2-16,-5 2 0,5 5 0,-4-3 16,6 3-16,-2-1 0,2 5 0,-2-2 15,9 0-15,-5 2 0,5-2 0,2 0 16,2-3-16,5 3 0,-3-2 15,5-3-15,2 0 16,2-1-16,-2-1 0,0-4 0,3-1 0,-3 1 0,0 0 16,-3-2-16,-1-3 0,2 3 0,-7-5 15,0 4-15,3-3 0,-10 1 16,1-2-16,2 5 16,-5-3-16,0 3 0,-1-1 0,-3 3 0,2 0 0,-2 2 15,0 0-15,4 0 0,-2 4 0,0 1 16,7-1-16,0 1 0,2-1 0</inkml:trace>
  <inkml:trace contextRef="#ctx0" brushRef="#br2" timeOffset="-197626.86">1416 14746 0,'0'-2'0,"0"2"0,-5-2 0,-2 2 0,3 0 15,-3-5-15,3 3 0,-5-2 16,0-3-16,3 3 0,-3-3 0,-2 3 16,-2-5-16,2 0 0,-3 0 0,1-2 15,-2 0-15,-3-7 0,-2 1 0,5-1 16,-5 3-16,2-5 0,-4 0 0,-6 0 16,3 0-16,-14-8 0,3-1 15,1 0-15,0-4 0,-3-6 0,5-1 16,11 2-16,0-1 0,7 4 0,-5-1 15,7 1-15,-7 4 0,4-2 0,-3 0 16,3-5-16,-4 1 0,3-5 0,-3-4 16,2-1-16,1-1 0,-1 2 0,-2-1 15,5 5-15,-1-8 0,3-8 16,6-8-16,-1-2 0,8 13 0,-3 4 16,6 9-16,-3 9 15,0-4-15,4-1 0,3-8 0,1-3 0,-3 3 0,6 0 16,-2 6-16,2 7 0,-5-11 0,8-9 31,1-15-31,3-14 0,1 25 0,4 2 0,-4-1 0,8-5 16,-7-8-1,2 12-15,0 6 0,-2 9 0,2 12 16,-5 3-16,5 1 0,0-5 0,-4 0 16,2 0-16,2 0 0,4 0 0,3-6 15,0 4-15,-3-2 0,7 4 16,0 4-16,-4 1 0,6 4 0,-2-5 15,3 1-15,1-3 0,5 0 0,6 1 16,8 1-16,-6 1 0,-3 4 0,-10 6 16,-2 3-16,-2 2 0,5 2 0,6 3 15,2-1-15,3 3 0,-1 4 0,1-5 16,-5 3-16,-4 2 0,4-2 16,0 0-16,-4-3 0,4 1 0,-5-1 15,-3 1-15,-8 0 0,-6-1 0,-4 1 16,-5 2-16,-2-3 0,-4 1 0,-5 2 15,2-3-15,-4 3 0,0-2 16,-4 1-16,-5-1 0,-2-3 0,-4 3 16,-1-1-16,1 1 0,-3 0 0,-2-1 15,-2 1-15,-2-1 0,-2 1 0,1 0 16,1-3-16,-11 3 0,4-3 0,5 3 16,1-3-16,1 0 0,2 1 0,7 4 15,-1-1-15,9 1 0,-1 0 16,5 2-16,1 0 0,4 0 0,-2 0 0,11 4 15,1 1-15,1-3 0,4 0 16,3 3-16,7-1 0,4 0 16,2-1-16,9 1 0,2 0 0,-3-4 15,-1 3-15,-7-1 0,-6 0 0,-3-2 16,-2 0-16,-7 2 0,1 0 0,-9 1 16,1-1-16,-8 2 0,0 5 0,0 0 15,-8 2-15,1 2 0,0-2 0,-2 5 16,-2-1-16,3 3 0,-12 13 15,4-5-15,-1 3 0,3-3 0,1 3 16,2-5-16,2 0 0,5-2 0,-5-4 16,7 0-16,2-5 0,0 0 0,0-2 15,9 0-15,-5-4 0,5-3 0,-5 1 16</inkml:trace>
  <inkml:trace contextRef="#ctx0" brushRef="#br2" timeOffset="-196506.76">2002 9937 0,'-2'-2'0,"-3"2"0,5 0 0,-4-4 0,2 1 0,-3 3 0,3-4 0,4 4 15,-2-4-15,7 4 0,-3-5 0,5 3 16,2-2-16,-2-1 0,2-1 16,0 1-16,2-1 0,-2-1 0,0 0 15,3 1-15,-3 1 0,0-1 0,-3-1 16,4 0-16,-4 3 0,1 2 0,-2 0 15,4 2-15,-5 0 0,5 4 16,-4-2-16,2 5 0,2 2 0,-2 2 0,-3 9 16,3-1-16,0 6 0,0-3 15,-5 2-15,-2 2 0,5-1 0,-5 1 32,3 1-32,1-3 0,-1 0 0,3 0 15,-3 1-15,1-1 0,6-2 0,-8-2 16,5 0-16,2-3 0,-7-1 0,3-3 15,-3 0-15,3-6 0,-5-1 16,0 1-16,0-5 0,3 0 0,-3-2 16,-2-2-16,2 0 0,-2-5 0,0-1 15,0 1-15,-2 0 0,2 1 0</inkml:trace>
  <inkml:trace contextRef="#ctx0" brushRef="#br2" timeOffset="-196300.86">2077 10160 0,'0'2'0,"0"-2"0,0 0 0,0 0 0,0-2 16,0 0-16,4-3 0,1 3 0,-1-2 15,3-1-15,6-1 0,0-1 16,7-4-16,-2 4 0,2-4 0,13 0 16,-7-2-16,1 0 0,1 2 0,-6-2 15,-2 2-15,0-3 0,-5 3 0,3 0 16,-7 3-16,2-3 15,-4 2-15,-4 2 0,3-2 0,-1 1 0,0-1 16,-3 2-16,0-2 0</inkml:trace>
  <inkml:trace contextRef="#ctx0" brushRef="#br2" timeOffset="-195967.88">2423 9765 0,'2'0'0,"-2"-2"0,0 2 0,-2-2 16,-2-2-16,4 1 0,0-1 0,6-1 15,-3-1-15,3-1 0,3 1 0,2-3 16,4 0-16,1 2 0,6-1 16,-4-3-16,12-3 0,-1 3 0,2-2 15,0-2-15,-7 4 0,-4-3 0,0 3 16,0 3-16,-7-1 0,-2 0 0,-5 4 16,3-1-16,0 6 0,-7 0 0,7 0 15,-7 6-15,3 1 0,1 4 16,-1 5-16,1 3 0,-3 3 0,5 3 15,-3 1-15,4 3 0,-1 2 0,-3-3 16,4 1-16,2 2 0,-5-5 0,5 3 16,0-5-16,3 1 0,-3-6 0,6 1 15,-6-4-15,3-3 0,-8 0 16,5-4-16,-4-2 0,-3-1 0,3-1 16,-5-5-16,0 2 0,0-4 0,-4-3 15,0-1-15,0-1 0,-5 0 0,5 3 16</inkml:trace>
  <inkml:trace contextRef="#ctx0" brushRef="#br2" timeOffset="-195777.37">2772 9970 0,'-3'-2'0,"1"2"0,-7-2 0,7 0 0,0-3 0,2 1 16,0 0-16,0-3 0,2-2 0,7 2 16,-5-4-16,7 0 0,0 0 15,5-2-15,6-2 0,0-1 0,0 3 16,0-2-16,2 4 0,-2-3 0,-4 1 15,2 2-15,-5-2 0,3 0 0,-5 2 16,-2-5-16,-4 3 0,-1-5 0,-6 1 16</inkml:trace>
  <inkml:trace contextRef="#ctx0" brushRef="#br2" timeOffset="-195270.03">3270 9344 0,'0'-2'0,"0"-2"0,0 4 0,2-5 0,-2 1 0,0-1 15,2 1-15,-2-3 16,0 5-16,-2 0 0,2 2 0,-2 0 0,-5 4 16,3 3-16,-7 2 0,0 0 0,0 2 15,-3 2-15,1 2 0,-2-4 0,2 3 16,-3-6-16,3 3 0,0 3 0,2-3 16,0-7-16,4 3 0,3-1 0,4-1 31,-3-1-31,6 0 0,-3 1 15,2-1-15,4 3 0,-3-3 0,1 3 16,3 0-16,-5 1 0,2 1 0,3 2 16,-5 7-16,5-3 0,-5 5 0,-2-2 15,0-1-15,2 1 0,-2 0 16,0-3-16,2 1 0,-2-5 0,0 0 16,0-3-16,0-1 0,3-3 0,1-1 15,-4-3-15,2 0 0,0 0 0,5-5 16,-3-4-16,5 1 0,-4-3 0,3 0 15,3 0-15,0-3 0,1 5 0,1-4 16,-2 4-16,2 1 0,0-1 16,0 2-16,5 1 0,-5 3 0,1 1 15,1 2-15,3 5 0,-5-1 0,-2 0 16,2 5-16,-2 0 0,-6 2 0,1 2 16,-4 3-16,1 1 0,-3 3 15,-3 0-15,-1 0 0,-3 0 0,-1 0 16,1 2-16,-4-3 0,0 1 0,-2 0 15,2-2-15,-3-1 0,-1-1 0,6-3 16,-2-2-16,2-2 0,0-2 0,5-1 16,-3-1-16,3-10 0,2 7 15,2-2-15,2 0 0,-2-2 0,2-2 16,5 2-16</inkml:trace>
  <inkml:trace contextRef="#ctx0" brushRef="#br2" timeOffset="-194890.09">3682 9152 0,'0'0'0,"-4"-2"0,2-2 0,-1-3 0,1 3 0,0 4 0,-5-2 16,3 4-16,-7 2 0,2 3 16,-2 4-16,2 2 0,3 5 0,-3 4 15,-4 13-15,1 5 0,1-1 0,3-3 16,3 1-16,-1 3 0,3-3 0,3 3 15,9 8-15,2-3 0,2-6 16,10-1-16,-6-7 0,7-5 16,5 1-16,4-5 0,-4-7 0,4 0 15,0-6-15,-4-4 0,-3-3 0,-4-2 0,-4-5 16,-3-1-16,-2-5 0,-4 0 16,2-2-16,-11-1 0,0-1 0,0 2 15,-2-3-15,-9 5 0,0 2 0,0 1 16,-7 3-16,1 5 0,4 0 0,-1 0 15,-3 5-15,1-1 0,-4 0 0,5 5 16,-5-2-16,7 4 0,0 0 16,4 0-16,4 2 0,5 0 0,0 1 15,3-1-15,-1-2 0</inkml:trace>
  <inkml:trace contextRef="#ctx0" brushRef="#br2" timeOffset="-178871.99">2566 14775 0,'0'-2'0,"0"2"0,-2-3 0,2 1 0,-4 0 0,4-2 0,0 4 16</inkml:trace>
  <inkml:trace contextRef="#ctx0" brushRef="#br2" timeOffset="-174810.96">7684 8727 0,'0'-2'0,"0"-1"0,2 3 15,-2-2-15,-2 0 0,2 2 0,0-2 0,-2 2 0,0 0 16,2 0-16,-7 0 0,0 2 0,1 2 15</inkml:trace>
  <inkml:trace contextRef="#ctx0" brushRef="#br2" timeOffset="-174444.26">7481 8892 0,'2'9'0,"-2"6"0,0 10 0,0 6 0,0 19 0,-2 5 0,0 5 16,2-1-16,-7 21 0,5-5 0,-5-9 15,3 13-15,0-10 0,4-10 0,0-10 32,0-5-32,0-9 0,0-6 0,0-3 15,0-6-15,0 0 0,0-5 0,0-6 16,2 0-16,-2-2 0,0-1 0,2-4 16,-2-10-16,0 10 0,0-2 15,0-2-15,0-5 0,2 3 0,0-7 16,3 4-16,-5-2 0,6-2 0,3 0 15,-2-2-15</inkml:trace>
  <inkml:trace contextRef="#ctx0" brushRef="#br2" timeOffset="-173613.84">7761 8780 0,'0'4'0,"0"7"0,2 2 0,-2 5 0,5 0 0,-5 4 0,2 4 16,2 23-16,1 4 0,-3 2 0,2 22 16,-4-7-16,-6 23 0,4-25 15,4-17-15,-2-9 0,0-7 0,0-2 16,0-4-16,0 0 0,0-5 0,-5 0 15,5-4-15,-2-5 0,2-1 0,0-5 16,0-1-16,0-1 0,2-3 16,-2 1-16,0-5 0,0-2 0,0-3 15,-2-1-15,2-5 0,-4 4 0,-1-4 16,3-2-16,-5-5 0,-1-2 0,1 3 16,-4 1-16</inkml:trace>
  <inkml:trace contextRef="#ctx0" brushRef="#br2" timeOffset="-173391.85">7424 9402 0,'4'-7'0,"1"3"0,-5-3 0,0 5 0,-5-1 0,3 1 16,0 2-16,4-4 0,0-1 0,3 3 15,-3-2-15,7-1 0,2 1 0,2-3 16,2 5-16,5 0 0,2 0 16,13-3-16,-4-1 0,0-1 0,2 3 15,-4-3-15,2-2 0,4 0 0,-6 3 16,-3-1-16,1 1 0,-7-1 0,-5 0 15,0 3-15,-4 0 0,-2 1 0,-4-1 16,-1 4-16,0 0 0,-4 0 16,-6 4-16,4-1 0,4-3 0,2 0 15</inkml:trace>
  <inkml:trace contextRef="#ctx0" brushRef="#br2" timeOffset="-172189.8">8348 9565 0,'0'0'0,"0"0"0,0 0 0,0 0 16,0 0-16,-5-3 0,5 3 0,-2-4 15,0 2-15,0-3 0,-1 1 0,1-3 16,0 1-16,0 1 0,0 1 0,-3-3 16,3 3-16,0 0 0,0-1 15,-1 3-15,1-2 0,2 1 0,-2 1 16,0 0-16,0 0 0,2 4 0,-5-2 15</inkml:trace>
  <inkml:trace contextRef="#ctx0" brushRef="#br2" timeOffset="-172110.78">8290 9483 0,'2'-2'0,"1"0"0,-3 2 0,0-3 15,2 1-15,0 0 0,-2 0 0,0 2 16,0 0-16,0 0 0,2 0 0,-4 0 16,2 2-16,-2 0 0,0 3 0</inkml:trace>
  <inkml:trace contextRef="#ctx0" brushRef="#br2" timeOffset="-172015.02">8312 9474 0,'0'0'0,"-2"0"0,2 0 0,0 0 15,0 2-15,0-2 0,2-2 16,-2 2-16,0 0 0,-2 0 0,2 0 16,2 0-16,1 0 0,-3 0 0,0 0 15,0 0-15,2 0 0,-2 0 16</inkml:trace>
  <inkml:trace contextRef="#ctx0" brushRef="#br2" timeOffset="-171347.49">8295 9507 0,'0'0'0,"0"-2"0,0 2 0,0-2 0,0-2 0,0-1 0,0 1 0,0-3 16,0 0-16,0 1 0,2-3 15,0 2-15,0-1 0,1-3 0,1 2 16,0 2-16,-1-2 0,1 5 0,-2-3 15,3 3-15,-3 0 0,0-1 0,0 5 16,0-2-16,-2 4 0,0 0 16,0 5-16,0 0 0,0 4 0,0 4 15,-4 5-15,2 2 0,0 4 0,-3 5 16,1 9-16,-3 4 0,1-4 0,1-3 16,1-6-16,-1-2 0,-1-3 0,1-2 31,1-4-31,-1 0 0,1-4 0,4-8 15,-2 1-15,0-2 0,2-7 16,0 0-16,0 2 0,2 0 0,0-4 16,2 0-16,1-5 0,1-2 0,3-6 15,2-1-15,3-6 0,1-2 0,3 0 16,1-3-16,1 3 0,5-9 16,1 7-16,-2 1 0,-2 10 0,0 0 15,-2 4-15,-2 4 0,-5 5 0,2 2 16,-8 4-16,4 7 0,-2 2 0,0 3 15,-3 4-15,-3 4 0,-1 0 0,0 0 16,0 1-16,3-1 0,-3-2 0,-2 0 16,2-2-16,0-3 0,-2 3 0,5-4 15,-1-5-15,0 2 0,3-4 0,-3-5 16,5 3-16,2-7 0,-2 0 16,7-7-16,-1-2 0,5 1 0,0-3 15,-3 2-15</inkml:trace>
  <inkml:trace contextRef="#ctx0" brushRef="#br2" timeOffset="-171015.16">9075 9596 0,'2'-3'0,"-2"3"0,0 0 0,-2 0 16,4 0-16,3-2 0,-1-2 16,7 2-16,2-3 0,1 1 0,1-1 15,1 1-15,3-3 0,6-2 0,1 1 16,-2-1-16,-4 2 0,-4-2 0,-3 1 15,2 1-15,-6-6 0,2 4 16,-2-2-16,-7 2 0,0 0 0,-6 3 16,-5-3-16,3-2 0,-1 2 0,-4-6 15,-2 4-15,2 2 0,0 4 0,-7 1 16,0 2-16,1 2 0,4 0 0,-7 0 16,6 0-16,6-3 0,-3 3 0,4 0 15,0 3-15,5-1 0,2-2 0,7 0 16,2 0-16,4 0 0,2 0 15,1-5-15,-1 1 0,5-3 0,-5 3 16,10-5-16,-6 3 0,1-3 0,-2 0 16,2 0-1,0-2-15,-3 2 0</inkml:trace>
  <inkml:trace contextRef="#ctx0" brushRef="#br2" timeOffset="-170310.22">10191 8211 0,'2'4'0,"-2"1"0,0 4 0,2 2 0,0-3 0</inkml:trace>
  <inkml:trace contextRef="#ctx0" brushRef="#br2" timeOffset="-170278.74">10253 8548 0,'2'9'0,"-2"4"0,0-13 0,0 18 0,2 2 0,-2-3 0</inkml:trace>
  <inkml:trace contextRef="#ctx0" brushRef="#br2" timeOffset="-170199.72">10222 8932 0,'4'-5'0,"-2"1"0,-2 2 15,5 0-15,-5-3 0,2 3 16,-2 0-16,2 0 0,-2-3 0</inkml:trace>
  <inkml:trace contextRef="#ctx0" brushRef="#br2" timeOffset="-169992.11">10773 8921 0,'4'-2'0,"3"2"0,-7 0 0,9-5 0,2 1 16,2-3-16,0 1 0,1-1 0</inkml:trace>
  <inkml:trace contextRef="#ctx0" brushRef="#br2" timeOffset="-169834.8">11589 8667 0,'-2'0'0,"4"-2"0,-2 0 0,0 0 0,0-3 0,0 3 16,0 0-16,0-3 0,-2 3 0,-1-2 16,1 2-16,0-1 0,-2-1 0,1 4 15,1-2-15,-2 0 0,-1 2 0,1 0 16,-1 0-16,-1 2 0</inkml:trace>
  <inkml:trace contextRef="#ctx0" brushRef="#br2" timeOffset="-168274.89">10250 8414 0,'-2'0'0,"-4"4"0,1-2 0,-1 1 0,-3 1 0,0 3 15,2-3-15,-2 0 0,1 1 0,1-1 16,-2 3-16,5-3 0,-3-2 16,3 1-16,-1-3 0,1 0 0,0-3 15,4 1-15,-3-2 0,1-5 0,0 0 16,2-2-16,0 0 0,-2-4 16,2-1-16,2-1 0,-2-1 0,0 0 15,0-10-15,0 1 0,2 1 0,0-5 16,1 0-16,-3 0 0,0 3 0,0-6 15,0 6-15,0 4 0,0-1 0,0 8 16,0 3-16,-3 3 0,3 3 0,-2 3 16,2 7-16,2-4 0,-2 2 0,3 5 15,-1 1-15,-2 3 0,2 4 16,-2 5-16,0 4 0,4 2 0,-4 7 16,3-2-16,-1 4 0,-2-2 0,0 4 15,0 0-15,0 14 0,-2-1 0,-1 1 16,3-5-16,-4 2 0,2 9 0,-3-4 15,3-5-15,0-6 0,-2-5 16,4-2-16,-3 0 0,3-2 0,-2 2 16,-2-6-16,2-1 0,-1 1 0,1-5 15,4-2-15,-2-3 0,5-4 0,-3-4 16,0 2-16,0-2 0,1-2 0,-1-5 16,0 2-16,-2-15 15,0 7-15,2-1 0,-2 5 0,0-2 16,0 0-16,0 2 0,-2 4 0,2-1 0,0-1 15,0 0-15,2 0 0,0-2 0,-2 0 16,3-4-16,-3 2 0,0-3 16,0-1-16,0-1 0,0-2 0,0 0 15,0-2-15,2 0 0,0-2 0,-2-2 16,2-1-16,0-1 0,1-3 0,-1 0 16,0 0-16,0 0 0,0-2 0,3 2 15,-1 3-15,1-8 0,1 6 0,-1-1 16,-1 0-16,3 5 0,2-3 15,-3 5-15,1-1 0,4 1 0,-2 2 16,2-2-16,0 2 0,2 2 0,0 0 16,3 0-16,-1 3 0,3 1 15,-1 1-15,1 0 0,-3 1 0,1 1 16,-5 0-16,0 2 0,-2 0 0,-1 4 16,-3-1-16,1 1 0,-3 5 0,1 2 15,-2-2-15,-2 6 0,0-6 0,0 2 16,-2 2-16,0 0 0,0 1 0,-3 1 15,3 1-15,0 1 0,0 1 0,-1-1 16,3 5-16,0 1 0,5-6 16,-1 1-16,3-1 0,2-3 0,2-1 15,2 0-15,0-4 0,3 0 0,-1 0 16,0-3-16,3-4 0,0 1 16,-1-3-16,-1-3 0,1 3 0,-3-2 15,-1 0-15,-2 0 0,-2-3 0,-3 1 16,1 2-16,-3 0 0,1-1 0,-3 1 31,0-2-31,0 2 0,-2-3 0,3 1 0,1-1 16,-2 1-16,0-3 0,3 1 0,-1-1 0,3 3 15</inkml:trace>
  <inkml:trace contextRef="#ctx0" brushRef="#br2" timeOffset="-167463.38">11388 8685 0,'-2'0'0,"2"-2"0,-2 0 0,2-1 0,0 1 0,0 2 0,-3-2 15,3 2-15,3-2 0,-3 2 0,2 0 16,0 0-16,3 0 0,-1 0 0,3-2 16,-3 2-16,5-3 0,-3 3 0,3-2 15,0-2-15,0-1 0,0 1 16,-1-3-16,1-2 0,2 3 0,-4-3 15,0 2-15,-1-1 16,1-3-16,-1-5 0,-3-2 0,-1-8 16,-2 2-16,-5 0 0,1-1 0,-7 3 0,-2-2 0,-3 2 15,-4 0-15,-4 2 0,0 2 16,0 3-16,-7 2 16,2-1-16,-2 6 0,-2-1 0,-11 2 0,0 7 0,2 5 15,2 6-15,1 2 0,3 7 16,3 4-16,5 9 0,-1 18 0,7 6 15,0 0-15,9-8 0,2-1 0,6-8 16,1-7-16,4-6 0,0-3 0,4 0 16,5-2-16,4-2 0,1 2 0,3 0 15,1-2-15,6-2 0,5-3 0,4-2 16,4-4-16,3-7 0,2-2 16,6-13-16,1-9 0,-5 0 0,-6-2 15,-5-3-15,-7 1 0,1 2 0,-5-1 16,0 3-16,-3 0 0,-3 2 0,2 1 15,-7 3-15,0 1 0,-7 4 0,-2-3 16,-2 6 0,0-1-16,0 0 0,-2 5 0,0-3 0,0 3 0,-1-1 15,1 1-15,-4-1 16,1-4-16,1 5 0,-1-3 0,-1 5 0,-1-2 0,0 2 16,1-1-1,-3 3-15,-2 0 0,-2 5 0,2 1 0,0 1 0,4-5 0</inkml:trace>
  <inkml:trace contextRef="#ctx0" brushRef="#br2" timeOffset="-167224.39">11108 8636 0,'0'0'0,"0"0"0,0 0 0,2 0 0,0 0 0,3 5 15,-1-3-15,3 2 0,2 1 16,2 1-16,-2 3 0,6 0 0,0 2 15,1 2-15,-1 1 0,7 3 0,0 3 16,-2-2-16,2 2 0,-2-3 0,2 1 16,-2-1-16,0-1 0,0 2 0,-3-3 15,3-4-15,-7 0 0,3-2 0,-1 0 16,-4-3-16,-2 1 0,-2-7 16,-5 2-16,2-4 0,-4 2 0,3-2 15,-1 2-15</inkml:trace>
  <inkml:trace contextRef="#ctx0" brushRef="#br2" timeOffset="-166602.59">10045 9263 0,'-4'0'15,"0"4"-15,-7-2 0,2 0 0,0 3 0,2-3 0,1 0 16,-1 0-16,3 1 0,1-1 0,1 4 15,4-1-15,3-1 0,6 1 16,2-1-16,5-2 0,4 1 0,6-1 16,14 0-16,5 0 0,3 0 0,10-4 15,24-2-15,4-1 0,33-1 0,-6-1 16,39-2-16,-68 5 0,13-5 0,-8 5 16,-14-3-16,15 7 0,-1-7 15,-1 10-15,-4-8 0,-2 5 0,-7 5 16,3 1-16,10-6 0,-22 2 0,3 5 15,-18-3-15,-7 3 0,-4-5 0,-9-6 16,0 6-16,-4-2 0,-7 0 0,-2 0 16,-7 0-16,-2 0 0,-7 0 15,3 0-15,-3 0 0,-4 0 0,3-2 0,-6 0 16,1-1-16,-4 1 0,-1 0 16,-4 0-16,7 0 0,-1 4 0</inkml:trace>
  <inkml:trace contextRef="#ctx0" brushRef="#br2" timeOffset="-165934.2">10676 9867 0,'0'0'0,"0"0"0,0 0 0,-2-2 0,0 2 16,-1-3-16,3 1 0,0 2 0,0-4 15,0 2-15,3-1 0,-1-1 16,0-1-16,2-1 0,1 1 0,4-3 16,-1 1-16,1 0 0,4-1 0,1 3 15,1-1-15,1-1 0,-1 0 0,9 3 16,-2-5-16,0 5 0,0 2 15,-2 4-15,0 2 0,-2 3 0,-1-1 16,-6 5-16,3 3 0,-8 1 0,1 3 16,-7 4-16,-2 0 0,-5 4 0,-2 3 15,-4 2-15,-2 0 0,-1 4 0,-4-2 16,3-4-16,-3 2 0,-4-3 0,1-4 16,-1-2-16,-2-2 0,4-2 0,-3-3 15,8-1-15,-1-3 0,5-3 16,2-3-16,7-1 15,1-10-15,1 10 0,2-4 0,5 0 0,1-4 0,7 1 16,-2 1-16,3 0 0,5-2 0,3 1 16,5-1-16,-3-3 0,3 3 15,1 2-15,10-5 0,-3 3 0,0-1 16,1 3-16,-5-2 0,-1 4 0,-3-2 16,-1-1-16,-4 3 0,-2 3 15,-4-3-15,-3 2 0,2-2 0,-6 2 0,2 0 16,-2 0-16,0 1 0,0-1 15,-1 2-15,1 1 0,2-1 0</inkml:trace>
  <inkml:trace contextRef="#ctx0" brushRef="#br2" timeOffset="-165469.58">12848 9249 0,'-2'-2'0,"2"0"0,0 2 0,0-2 15,0 0-15,2 2 0,-2-3 0,2 1 16,2 2-16,1-2 0,1 0 0,5 0 15,3-3-15,3 3 0,3 0 16,11-3-16,-2 1 0,2 2 0,-3-3 0,1 1 16,-5-1-16,-2 1 0,-4 0 0,-1 1 15,-1 1-15,-5-2 16,0 2-16,-7-1 0,3 1 0,-3 0 0,-4 0 16,0-3-16,-6 3 15,-1-2-15,-2-1 0,0 5 0,-2-4 0,3 4 0</inkml:trace>
  <inkml:trace contextRef="#ctx0" brushRef="#br2" timeOffset="-165311.2">12817 9095 0,'0'0'0,"2"0"0,-2 0 0,2 0 0,0-2 15,5 0-15,0 2 0,-1-3 0,5 1 16,0 0-16,7-2 0,0-1 16,10 1-16,3-3 0,0 3 0,-2-1 15,-3 1-15,-4 0 0,0-1 0,-4 1 16,-3-1-16,1 3 0,-1 0 0,-4 0 15,2 4-15,1 0 0,1 5 16</inkml:trace>
  <inkml:trace contextRef="#ctx0" brushRef="#br2" timeOffset="-163506.93">14171 8425 0,'2'-2'0,"2"-5"0,-4 7 0,5-4 0,3-5 0,-1 2 0,0-2 0,-1 3 0,1-3 16,-3 0-16,1 0 0,-5 3 0,0-3 15,-5 0-15,-1 0 0,-3 3 16,-2-1-16,-2 0 0,-3 1 0,-1 1 16,-1 1-16,-4 2 0,-5-1 0,3 3 31,0 0-31,-5 0 0,-6 7 0,-2 2 15,-1 4-15,3 7 0,2 6 0,0 12 16,8 6-16,12 0 0,9-2 16,2 2-16,6-4 0,3-7 0,10-9 15,5-6-15,7-3 0,2-2 0,0 1 16,-1-3-16</inkml:trace>
  <inkml:trace contextRef="#ctx0" brushRef="#br2" timeOffset="-163347.54">14104 8698 0,'5'-2'0,"4"0"0,-9 2 0,9-7 0,4 1 0,0-1 16,0-2-16,3 0 0,-5-2 0,0 0 15,-5-6-15,-1-3 0,-3-9 0,-6-4 16,-3 2-16,0 0 0,-6 5 0,2 2 16,-2 4-16,-3 2 0,3 7 0,-2 0 15,1 2-15,3 5 0,0-3 0,3 7 16,1 0-16,-2 0 0,0 5 0,5-1 16,2-2-16,0 3 0,4 1 15,0 1-15,2-1 0,1-1 16</inkml:trace>
  <inkml:trace contextRef="#ctx0" brushRef="#br2" timeOffset="-163124.73">14534 8451 0,'0'0'0,"-2"0"0,2 0 0,-2 2 0,-2 1 16,1 1-16,1 0 0,-2 3 0,2-3 15,-3 5-15,5 2 0,-4-2 0,4 0 16,0-2-16,-2 1 0,2-1 15,0 2-15,0-5 0,0 3 0,0-3 16,2-2-16,-2 3 0,0-3 0,2-2 16,0 2-16,-2-2 0,5-2 0,-3 0 15,2-3-15,1-1 0,1-1 0,1 1 16</inkml:trace>
  <inkml:trace contextRef="#ctx0" brushRef="#br2" timeOffset="-162775.65">14810 8273 0,'-2'-5'0,"0"-1"0,2 6 0,0-9 0,-3-2 15,1-2-15,2-3 0,0 5 0,0-2 16,5 0-16,-1 2 0,0 0 0,3 2 16,2-2-16,2 4 0,2 1 15,0 1-15,1 5 0,3 0 0,-1 5 16,1 1-16,-1 7 0,-1 1 0,3 5 15,-5-1-15,0 0 0,-6 2 0,-3-7 16,-4 4-16,-4 1 0,-5 6 0,-6 7 16,-5 2-16,0 0 0,0 0 0,2 0 15,1-2-15,4 0 0,-3-2 16,7-3-16,1-4 0,1-2 0,7-2 16,2-5-16,5-2 0,4-6 0,4-1 15,5 0-15,4-4 0,1 0 0,3-2 16,3-4-16,-2-1 15,-1-4-15,-3 0 0,1 2 0,-6 0 0,-2-2 16,-1-2-16,1-2 0,-3-5 0,3 0 16,-7-4-1,-4 4-15,-1-7 0</inkml:trace>
  <inkml:trace contextRef="#ctx0" brushRef="#br2" timeOffset="-162459.16">15522 8233 0,'-2'-4'0,"2"-1"0,-2-1 0,0-1 0,-3 2 0,-1 1 0,-1 2 16,-2 2-16,-2 0 0,-2 2 0,0 0 16,-3 3-16,1-1 0,-1 3 31,3-1-31,2 1 0,2-3 0,5 5 16,-3-2-16,7 2 0,5 2 0,1-3 15,3 6-15,4-1 0,3 2 0,6 7 16,-2 0-16,0 0 0,-1-2 0,-1 0 15,-5 0-15,0-2 0,-2-1 16,-2-1-16,0-1 0,-4-4 0,-1 2 16,-4-4-16,0 4 0,-4-2 0,-1 1 15,1-4-15,-5 3 0,0-6 0,-2-1 16,0 1-16,0-5 0,-2 0 16,2 0-16,-2-3 0,1 1 0,4 0 15,-1-2-15,2-5 0,-4-2 0,5-3 16,-3 1-16</inkml:trace>
  <inkml:trace contextRef="#ctx0" brushRef="#br2" timeOffset="-162300.25">15271 8277 0,'-2'-4'0,"2"1"0,0 1 0,2-4 0,2 3 16,5 1-16,0-2 0,6-1 0,3 1 15,2-3-15,6 3 0,3-3 16,-3 1-16,1-3 0,-3 2 0,-2-2 15,2 1-15,-4 1 0,0-2 0,-2 0 16,-3-2-16,-2 3 0,1-3 0</inkml:trace>
  <inkml:trace contextRef="#ctx0" brushRef="#br2" timeOffset="-161965.91">15771 7909 0,'0'0'0,"5"0"0,-1 2 0,5 2 0,6 5 0,1 5 16,2 5-16,4 10 0,0 11 16,-5-1-16,1 5 0,-3 3 0,1 15 15,-1-5-15,-4 0 0,-4 0 0,-7 12 16,-5-10-16,-3-8 0,-3-5 16,-7-10-16,-2-10 0,-2-8 15,-2-3-15,-5 5 0,-13 4 0,-6 1 0,-5-1 16,0 0-16</inkml:trace>
  <inkml:trace contextRef="#ctx0" brushRef="#br2" timeOffset="-161488.02">13522 8098 0,'0'0'0,"-4"-2"0,4 2 0,-2 0 0,-5-4 0,1 4 0,-3 2 16,0 2-16,-2 5 0,-2 5 16,2 1-16,0 7 0,0 2 0,-3 12 0,3 5 15,3 1-15,3 5 0,5 1 16,5 20-16,8-1 0,4-12 15,8-2-15,3-11 0,14-1 0,0-5 16,0-3-16,-5-5 0,-12-3 0,1-1 0,-6-6 16,2-3-16,-2 0 0,0-4 15,0-2-15,-1-4 0,-3-3 0,2 2 16,-3-1-16,5-8 0,-5-1 0,5-8 16</inkml:trace>
  <inkml:trace contextRef="#ctx0" brushRef="#br2" timeOffset="-160255.02">16364 7933 0,'0'-2'0,"0"0"0,-2-3 0,0 1 0,2 2 0,0-3 15,-2 3-15,0 0 0,-1 2 16,1 0-16,-4 2 0,-3 0 0,2 5 16,-2 2-16,1 6 0,-3 9 0,-7 16 15,0 4-15,3 2 0,-1 1 0,5-5 16,0 0-16,3 10 0,8-1 31,4 0-31,7 0 0,7 6 0,1-4 16,6-13-16,1-7 0,1-3 0,1-7 15,1-12-15,-5 0 0,3-3 16,-3-1-16,0 0 0,0-1 0,-2-1 0,1-3 16,-4 0-16,-1 0 0,-3 0 15,-6-2-15,0 0 0,-2 0 0,-3 0 16,0 0-16,-12-2 0,8 0 0,2 2 15,-2-2-15,0 0 0,0 2 0,-9-7 16,2 5-16,5-3 0,7 5 16,-3-2-16,-2 2 0,2-2 0,-4 0 15,2 0-15,-7-1 0,3 3 0,-1-2 16,1 0-16</inkml:trace>
  <inkml:trace contextRef="#ctx0" brushRef="#br2" timeOffset="-157306.08">17099 8292 0,'-3'-4'0,"1"0"0,2-3 0,0 0 0,0 1 0,0-3 15,0 0-15,-2-2 0,-2 0 0,-1 0 16,-1 0-16,-3 0 0,0 2 0,-6 0 15,-1 3-15,-4 1 16,-13 1-16,-2 4 0,-3 0 0,3 2 0,-2 5 0,1 4 16,3 2-16,2 7 15,5-5-15,2 5 0,4 0 0,7 2 16,2 0-16,6 2 0,5 3 0,5-3 0,3 0 16,4 1-16,3-6 15,5 1-15,2-4 0,4-3 0,10-2 0,12-4 0,1-7 16,-1-5-16,-2-4 0,-6-2 0,-7-4 15,-4-3-15,-5 1 0,-6-3 16,-5 0-16,-4-2 0,-7 2 16,-4-2-16,-3 4 0,-1-1 0,-3-1 0,-4 2 15,2 3-15,2-1 0,-9 7 0,5 1 16,0 1-16,-3 0 0,5 3 16,0 2-16,0 2 0,5 0 0,-3 2 15,4 0-15,3 0 0,0 0 0,2 3 16,4-1-1,-1 1-15,1-5 0,-2 0 16,0 0-16,1-5 0</inkml:trace>
  <inkml:trace contextRef="#ctx0" brushRef="#br2" timeOffset="-157099.33">17275 8266 0,'-2'-2'0,"0"-3"0,2 5 0,0 0 0,0 0 0,0 0 16,0 5-16,2-5 0,0 4 0,2 1 15,1-1-15,2 3 0,-3-3 0,5 3 16,0-1-16,-1 1 0,1-3 16,0 1-16,0-1 0,0 1 0,-3-3 15,3 2-15,-2-2 0,-3 1 0,3-1 16,-3-2-16,1 2 0,-3-2 0,0 0 16,-2 0-16,0 0 0,0-2 15,0 2-15,-4-2 0,1 2 0,1 0 16</inkml:trace>
  <inkml:trace contextRef="#ctx0" brushRef="#br2" timeOffset="-156862.4">17648 8057 0,'0'2'0,"0"0"0,0 2 0,0 1 15,0 1-15,2 3 0,-2 2 0,0 2 16,0 3-16,0 2 0,0 1 15,0-1-15,-2 2 0,-3-5 0,3 5 16,0-4-16,-3 3 0,3-3 0,0-3 16,2-2-16,0 0 0,0 0 0,2-2 15,-2-2-15,2 1 0,-2-1 16,3 0-16,-1-3 0,-2 3 0,4-5 16,3 0-16,0 2 0,-1 1 0</inkml:trace>
  <inkml:trace contextRef="#ctx0" brushRef="#br2" timeOffset="-156514.02">18062 8081 0,'0'-5'0,"0"3"0,0-2 0,-2-1 0,-2 1 0,-1 0 16,-4-1-16,1 3 0,-6 0 0,1 2 16,0 4-16,-3-4 0,1 5 0,2 1 15,2 1-15,0-1 0,2 3 16,2 0-16,5 2 0,2 2 0,4 3 15,8-1-15,1 1 0,2 1 0,12 3 16,-1 0-16,1-2 0,-3-1 0,2 1 16,-1-3-16,-1-1 0,-2 3 0,0 1 15,-4-3-15,-1 3 0,-4-3 0,-4 3 16,-7-3-16,-2 1 16,-4-3-16,-5 0 0,-4-2 15,-7 3-15,0-6 0,-2-1 0,-2 2 0,2-5 0,-2-2 16,2-2-16,0 0 0,4-4 15,0 2-15,7-3 0,0-1 0,5-1 16,-1-2-16,3 0 16,-1-2-16,5 0 0,2-2 0,3-2 15,-1 4-15,3-2 0,-5 6 0</inkml:trace>
  <inkml:trace contextRef="#ctx0" brushRef="#br2" timeOffset="-156307.58">17806 8085 0,'0'5'0,"-2"-3"0,2-2 0,-2 2 0,2-2 0,0 2 0,4 0 0,3 1 0,4-3 15,5 2-15,1-2 0,3 2 0,2-2 16,0 0-16,2 2 0,9 0 0,1-2 16,-4 0-16,1 0 0,-2-4 0,0 0 15,-5-1-15,0 1 0,-4-3 0,-5 3 31,1-1-31,-3 1 0,-2 0 0,-4-1 16,1 1-16,1-3 0</inkml:trace>
  <inkml:trace contextRef="#ctx0" brushRef="#br2" timeOffset="-155958.72">18547 7902 0,'0'0'0,"2"0"0,-2 0 0,3 0 0,1 5 0,1-1 0,1 5 16,1 2-16,-1 7 0,3 4 0,0 13 15,2 5-15,-4 1 0,-1 1 16,3 2-16,-5-2 0,1-2 0,-3 11 31,-2-5-31,0-2 0,-4-6 0,-7-1 0,0-4 16,-5-4-16,1-3 0,-1-1 15,-1-6-15,-1-5 0,3-1 0,-5-4 16,2-3-16,-2 1 0,3-1 0,-1-3 16,3 1-16,1-2 0,3 3 15,3-3-15,1 2 0,2-4 0,1 0 16,2 0-16,2 0 0,0 0 0,0 0 16,2-2-16,0 2 0,3-2 0,-3 0 15,5-3-15,-7 5 0,2-2 0,0 0 16,2-3-16,1 1 0,-1 0 0</inkml:trace>
  <inkml:trace contextRef="#ctx0" brushRef="#br2" timeOffset="-149945.7">18922 8162 0,'0'0'0,"0"-2"0,0 2 0,2-2 0,-2 0 0,3-3 0,-3 3 0,2 0 0,-2 0 16,0-3-16,-2 3 0,-1-2 0,1 4 15,0-5-15,0 5 0,-3-4 0,3 2 16,0 0-16,-5-3 0,3 5 16,2 0-16,-3 0 0,1-2 0,-1-3 15,3 3-15,0-2 0,-2-1 0,4 1 31,-3 0-31,1-1 0</inkml:trace>
  <inkml:trace contextRef="#ctx0" brushRef="#br2" timeOffset="-148907.27">18942 7825 0,'0'0'0,"4"-2"0,1-3 0,1 1 0,1 0 0,-3 1 16,1-1-16,-1 2 0,1 0 0</inkml:trace>
  <inkml:trace contextRef="#ctx0" brushRef="#br2" timeOffset="-148413.87">19070 8912 0,'0'0'0,"4"2"0,3 5 0,2 2 0,4 2 0,0 0 0,3 2 0,6 2 16,-3-1-16,1-1 0,-4-7 15,-3-1-15,-4-1 0,-3-4 0,1 0 16,0 2-16,-3-2 0,3 0 16,-5-2-16,0 2 0,2 0 0,-1-2 15,1 4-15,-2-2 0,3 2 0,-3 1 16,0-3-16,0 2 0,1-2 16,-3 0-16,0 0 0,0 0 0,0 0 0,0 0 15,0-2-15,-3 2 0,3 0 0,-2 0 16,0 0-16,-2 0 0,4-3 0,-5 1 15,1 2-15,-1 0 0,1 0 0,-3-2 32,1 0-32,-8-3 0,3-6 0,-4 3 0,0-1 0,-1-4 0,1-1 15,-1 1-15,1-2 0,-1-3 0,3 0 16,0 3-16,2 0 0,-5-8 0,3 1 16,-2 0-1,-1 0-15,3 3 0,0-4 0,2 1 0,0 3 0,0-6 31,2 3-31,2-4 0,3-12 0,0 5 16,4-2-16,0 11 0,-3-5 0,3-8 16,-2-10-16,2-6 0</inkml:trace>
  <inkml:trace contextRef="#ctx0" brushRef="#br2" timeOffset="-148366.42">18929 8215 0,'0'-2'0,"0"-7"0,0 9 0,0-11 0,2-2 0,0-2 16,3-3-16,-3 0 0</inkml:trace>
  <inkml:trace contextRef="#ctx0" brushRef="#br2" timeOffset="-148239.54">18999 7849 0,'0'0'0,"0"0"0,0 0 0,0 0 16,0 0-16,0 0 0,2 3 15,-2-3-15,0 0 0,0 0 0,0 0 16,-2 2-16,0-2 0,2 4 0</inkml:trace>
  <inkml:trace contextRef="#ctx0" brushRef="#br2" timeOffset="-147970.03">18880 8621 0,'2'4'0,"5"1"0,-3 1 0,3 1 0,2 6 16,4 1-16,-2 1 0,7 3 0,4 8 15,2 3-15,0-3 0,-2 1 0,0 1 16,3 3-16,-1 0 0,5 4 15,-12-10-15,-8-10 0,0 0 0,-3-4 16,3 5-16,-4-5 0,-1-2 0,-2-3 16,-4-6-16,0-2 0,-2-2 0,1-3 15,1 5-15,0 0 0,2 4 16,-2 0-16,2 0 0,-5 1 0,3-1 0,0-7 16,-5-1-16,3-1 0,-5-4 0,0-4 15,-4-5-15,-2-4 0,4 4 16,-5-2-16</inkml:trace>
  <inkml:trace contextRef="#ctx0" brushRef="#br2" timeOffset="-147906.24">19004 8722 0,'-3'-4'0,"1"-3"0,-2-1 16,-3-1-16,1-7 0,-1 5 0,0-2 16</inkml:trace>
  <inkml:trace contextRef="#ctx0" brushRef="#br2" timeOffset="-147842.68">18902 8231 0,'0'0'0,"0"0"0,0 0 0,0-9 0,0 0 16,2-4-16,-2-5 0,3 5 0,-1-5 15</inkml:trace>
  <inkml:trace contextRef="#ctx0" brushRef="#br2" timeOffset="-147651.56">19004 7807 0,'2'-2'0,"-2"-2"0,4-3 0,-1-2 16,1 1-16,0-1 0,-1 0 0,-1 2 15,2 1-15,-2 1 0,1 1 0,-1-1 16,0 1-16,0 4 0,-2-4 16,0 4-16,0 2 0,2 0 0,-2 2 15,3 3-15,-3 0 0,0 1 0,0 1 16,0 0-16,-3 0 0,3 4 0,0-2 15,-2 2-15,2 1 0,0-1 0,-2 0 16,2 3-16,-2-3 0,2 0 16,0 0-16,0 0 0,0 1 0,-2-1 15,-1-2-15</inkml:trace>
  <inkml:trace contextRef="#ctx0" brushRef="#br2" timeOffset="-145860.56">11646 8656 0,'-2'0'0,"0"-2"0,2 2 0,0-2 0,0 0 0,2-1 15,-2 1-15,0 0 0,2 2 0,0 0 16,-2-2-16,0 2 0,0 2 0,0-2 16,0 4-16,0 1 0,2 4 0,-2 0 15,3 2-15,-3 0 0,2 2 16,0 2-16,-2 3 0,2 0 0,-2-1 15,0 3-15,0 0 0,-2 6 0,2 1 16,0-3-16,0 0 0,0 1 0,2-1 16,-2-4-16,0-1 0,0-1 0,0-2 15,0 1-15,0-4 0,3 1 16,-3-1-16,0-4 0,2-1 0,-4-1 16,2-2-16,-3-8 0,3 1 0,0 2 15,0 5-15,3-3 0,-3-2 0,2 2 16,-2-4-16,2 0 0,0-5 15,3 0-15,1-2 0,1-2 0,-1 3 16,5-6-16,-2 3 0,2-4 0,2 2 16,1-1-16,1 1 0,-2 0 0,9-7 15,-4 7-15,0-2 0,-3 3 0,1 4 16,-3-1-16,-4 4 0,-1 1 16,-1 2-16,-3 2 0,-1 0 0,1 4 15,0-2-15,-1 5 0,-1 0 0,-2 4 16,2-2-16,0 2 0,1 0 0,1 2 15,-2-2-15,3 2 0,-1 0 0,0 3 16,3-3-16,0 2 0,-1-4 0,3 3 16,-2-6-16,-1 1 0,1-2 15,-3-1-15,1-1 0,-3-1 0,-2-4 16,2 3-16,0-1 0,0 0 16,-2 0-16</inkml:trace>
  <inkml:trace contextRef="#ctx0" brushRef="#br2" timeOffset="-144731.64">7979 7338 0,'-2'2'0,"0"-2"0,2 0 0,-2 4 0,-3-1 0,3-1 16,2 2-16,7-2 0,-7 1 0,6 1 16,1-2-16,0 3 0,4-3 0,-3 2 15,3-2-15,3 3 0,-1 1 0,5-1 16,-3 2-16,5-1 0,0 7 16,6-2-16,-6 3 0,4-1 0,-2 2 15,5 3-15,1 0 0,1 1 0,11 8 16,4 2-16,-2-1 0,0 3 0,0 2 15,-5-2-15,-8-5 0,-1-1 0,-1-1 16,-1-2-16,3 0 0,4 2 16,0-4-16,9 0 0,0-2 0,0 1 15,-3 6-15,-1-1 0,-5 0 0,-4 5 16,-1-5-16,3 3 0,0 1 0,4 3 16,-2 0-16,5 0 0,-1-5 0,-6-4 15,2-4-15,-8-3 0,-1 1 16,-2 2-16,0-3 0,0 3 0,0-5 15,-2 0-15,0-4 0,-3 2 0,1 0 16,0-2-16,-3 0 0,-2-1 0,-2-1 16,0 0-16,-2-1 0,0-1 0,-2 1 15,-5-1-15,0-5 0,-2 0 0,-2 2 16,-7-9-16,11 12 0,-2-5 16,5 2-16,-12-4 0,9 2 0,3-3 15,-3 3-15,0-2 0,5-2 0,-3-1 16,-2-1-16,0-1 0,3-2 0,-5 1 15,2-1-15,0 2 0,-4-4 16,0 0-16,-3 0 0,1 2 0,-5-2 16,0 2-16,3-2 0,-5 3 0,4 1 15,-2-2-15,1 3 0,-1-1 0,0 2 16,2 1-16,3 2 16,-3-3-16,3 3 0,2 0 0,-1 2 0,3 0 15,0 0-15,3 4 0,1-1 0,3-1 16,-1 2-16,1 3 0,2 0 15,2-1-15,0 3 0,0-2 0,0 1 0,0 3 16,-2-2-16,-1 2 0,1-2 0,-2 0 16,-3 2-16,1-2 0,-1-3 15,-2 3-15,1 0 0,-3 2 0,0-2 0,-3 2 16,1-2-16,-2 2 0,-1 0 16,1 0-16,-7 4 0,6-6 0,-3 2 15,1 0-15,-2 2 0,3-4 0,-5 2 16,0 0-16,0-4 0,-1 2 0,1-5 15,0 0-15,3 1 0,-1-3 16,0 2-16,5-1 0,-1-1 0,-1 0 16,1-2-16,3 4 15,0-4-15,0 0 0,-1 0 0,3 0 0,0 3 0,0-3 16,0 2-16,0 0 0,0 0 16,0 3-16,3-1 0</inkml:trace>
  <inkml:trace contextRef="#ctx0" brushRef="#br2" timeOffset="-144636.45">9490 8689 0,'-2'0'0,"-1"-2"0,1 0 0,0 2 0,0-2 0,2 0 0,2 2 15,-2-3-15,4 3 0,-1-2 16</inkml:trace>
  <inkml:trace contextRef="#ctx0" brushRef="#br2" timeOffset="-142890.81">19542 7713 0,'0'4'0,"0"-4"0,0 0 0,0 0 0,-3 2 0,1-2 0,2 0 0,2 2 15,1 1-15,6-1 0,-1 0 0,6 2 16,3 3-16,3 0 0,2-3 16,9 0-16,2 1 0,-4-3 15,-1 0-15,3-2 0,-2 3 0,0-3 0,-3 0 16,-2 0-16,1 0 0,-3 2 0,-5-2 16,-4 4-16,-2-4 0,-4 0 15,0 2 1,-5 1-16,-2 1 0,0 3 15,-7 1-15,-2 6 0,3-6 0,-10 12 16,5-4-16,-4 8 0,-3 0 0,5 5 16,0 2-16,0 0 0,2 2 0,0 0 15,2 2-15,0 0 0,-2 5 16,4-3-16,1-8 0,1-2 0,1-5 16,2-5-16,-1 1 0,3-3 0,0-1 15,0-1-15,0-2 0,0-2 0,0-1 16,0-1-16,3 0 0,-3-3 0,2-2 15,-2 1-15,0-3 0,0-5 0,0 1 16,-2-1-16,2-1 0,-3-1 16,3-2-16,-4-4 0,-5 2 0,0-4 15,-2-1-15,0 1 0,0-1 0</inkml:trace>
  <inkml:trace contextRef="#ctx0" brushRef="#br2" timeOffset="-142708.03">19522 8057 0,'0'2'0,"0"-2"0,4-2 0,-2-1 0,7 1 0,2-2 16,3-1-16,8 1 0,11-3 0,6 1 16,-3-1-16,3 0 0,-1-1 15,-1 3-15,5-4 0,2 3 0,14-3 16,-6-2-16,-1 2 0,-9 0 0,-4-2 16,-8 0-16,-5 0 0,-1 2 15,-11-2-15,-4-2 0,-7 2 0,0-9 16</inkml:trace>
  <inkml:trace contextRef="#ctx0" brushRef="#br2" timeOffset="-142406.8">20241 7715 0,'4'4'0,"0"-4"0,-4 0 0,5 0 0,1 0 16,5 0-16,5 0 0,4 0 16,6-2-16,5 2 0,13-2 0,0-3 15,-2 3-15,0-2 0,-7-1 0,-2 1 16,-4 0-16,-5-3 0,-2 5 15,-4-3-15,-5 3 0,-2 2 0,-4 0 16,0 2-16,-5 3 0,2 1 0,-4 5 16,-2 5-16,0 1 0,-3 8 0,-1-1 15,-5 5-15,0-3 0,0 3 16,2-1-16,0 3 0,2 2 0,1 0 16,-1 5-16,1-3 0,1 0 0,1 10 15,-1-8-15,1-4 0,2-9 0,2-6 16,-3-3-16,3-4 0,0 0 0,-2-2 15,2-4-15,-2-1 0,2 1 16,0-5-16,-2 0 0,2-3 0,-2 1 16,-1-2-16,3 2 0</inkml:trace>
  <inkml:trace contextRef="#ctx0" brushRef="#br2" timeOffset="-142248.58">20287 8008 0,'0'-2'0,"-2"0"0,2 2 0,2-5 0,0 1 0,7 2 15,2-1-15,4-1 0,5 4 16,5-4-16,3 4 0,12-3 0,0-1 16,-1 4-16,-3-4 0,-3 4 0,-3-5 15,-1 1-15,-5 2 0,1-3 16,-6 1-16,4-3 0,-1 1 0,-3 1 16</inkml:trace>
  <inkml:trace contextRef="#ctx0" brushRef="#br2" timeOffset="-141915.56">21138 7840 0,'0'-4'0,"-2"0"0,2 4 0,0-7 0,-2 3 16,-1-1-16,-1 1 0,-5-1 0,0 3 15,-2 0-15,-4 2 0,-1 2 0,-1 0 16,-3 3-16,-2-1 0,-2 1 0,4 6 16,2-5-16,7 5 0,2 0 15,7-2 1,2 2-16,5 2 0,6 3 0,-3 1 15,14 10-15,-8-7 0,10 11 0,-4-3 0,0 3 0,-1-2 0,1 0 16,-4-3-16,-1 0 0,-2-4 16,-4 1-16,0-4 0,-7-3 0,0-1 15,-4-2-15,-4 1 0,-5-3 0,0 0 16,0-2-16,-5-3 16,3 1-16,-5-3 0,1-2 0,1 3 0,3-5 0,-2 0 15,3 0-15,1-2 0,3-1 16,-1-1-16,2 0 0,3-1 0,-1-1 15,5-3-15,3 0 0,1 0 16,-2 2-16,3-4 0,1 3 0</inkml:trace>
  <inkml:trace contextRef="#ctx0" brushRef="#br2" timeOffset="-141693.18">20847 7874 0,'0'-3'0,"-2"1"0,2 0 0,-2 0 0,2 0 16,2-1-16,2-1 0,3 2 0,4-3 0,4 1 15,5 2-15,2-1 0,16-1 16,-3 2-16,0-3 0,0 1 0,-1 2 16,1 0-16,-7 2 0,6-5 0,-6 5 15,-1-2-15,-3 0 0,-2-3 16,-2 1-16,-3 0 0,-3 1 0,-1 1 0,-2-2 15,2-1-15,0-3 0</inkml:trace>
  <inkml:trace contextRef="#ctx0" brushRef="#br2" timeOffset="-141249.45">21769 7638 0,'-3'0'0,"3"0"0,-6 2 0,-3 4 0,-2 5 0,-2 3 16,-14 10-16,-1 5 0,3 4 0,-3-2 16,3 2-16,1 4 0,-5 14 15,10 2-15,3-3 0,7 1 0,7-2 16,7 6-16,8-16 0,-2-8 0,0-4 0,2-7 15,3-3-15,-1-1 0,5-7 16,0 2-16,4-7 0,0 0 0,0-4 16,3-4-16,-5-3 0,0-1 0,0-1 15,-4-7-15,-1 5 0,-6-6 16,-2 3-16,-2-5 0,-1 3 0,-6-2 0,-2 1 16,-4 1-16,-3 1 0,-7 2 15,-6 2-15,-4 4 0,-5 5 0,-2 0 16,-2 2-16,2 0 0,2 2 0,2 2 15,7 3-15,4 4 0,3 2 0,2 3 16,2-3-16,6 0 16,-1 0-16,1 1 0,5-3 0,2 2 0,3-2 15,-1-2-15,5-1 0,2 1 0,-4-2 16,6-3-16,0 1 0,0 1 0,1-3 16</inkml:trace>
  <inkml:trace contextRef="#ctx0" brushRef="#br2" timeOffset="-140964.06">22035 7532 0,'0'0'0,"3"0"0,1 0 0,-2 2 0,5 2 16,-1 3-16,3 4 0,4 7 0,3 4 15,4 15-15,0 5 0,-1 2 0,-3 5 16,2 15-1,-5 0-15,-7 2 0,1 22 0,-7-9 16,-7-6-16,-1-16 0,-6-12 0,1-6 0,-5 1 0,-1-3 16,3 5-16,-6-9 15,0 0-15,-2-8 0,0-6 0,4-3 0,0-3 0,0 3 16,5-5-16,1-3 0,3 1 16,0-4-16,3-1 0,-1-2 0,2 3 15,-2 6-15,5-2 0,-5-1 16</inkml:trace>
  <inkml:trace contextRef="#ctx0" brushRef="#br2" timeOffset="-139882.97">22256 8892 0,'2'-2'0,"2"2"0,-4 0 0,7 0 0,0 0 0,2 0 0,-1 4 16,1 1-16,0-3 0,0 0 0,-3 5 16,-1-5-16,-1 2 0,1-1 0,-3 1 15,-2 0-15,0-1 0,-5 1 0,3-4 16,-7 5-16,3-5 0,-3 0 16,-2 2-16,-2-2 0,-3 0 15,1 2-15,-9-2 0,-12 0 0,-6 0 16,3 0-16,-5 0 0,0-4 0,-3 1 0,-10-1 15,2 2-15,2 4 0,-2-2 0,-14 2 16,5 3-16,9-5 0,9 2 16,6 0-16,3 2 0,-5 3 0,-4 4 15,-3-2-15,-4-3 0,3-1 0,3-1 16,5 1-16,0-3 0,-2 2 0,-2 1 16,-2-1-16,-12 0 0,3 3 15,4-3-15,2 3 0,5 0 0,-3-1 16,-1-1-16,-6 1 0,-5 1 0,1 2 15,5-3-15,2-1 0,7 4 0,-5-3 16,-11 3-16,-2 0 0,-4-2 0,6-1 16,7 1-16,5-1 0,-3 3 15,-3-2-15,-10-1 0,2-1 0,5-3 16,4 2-16,8 1 0,-5-1 0,-8 1 16,-6-3-16,-5 0 0,7 2 0,7-1 15,-3 1-15,-6 1 0,-11-3 0,-2 0 16,10-2-16,6 2 0,-1 0 0,-9 3 15,-15-1-15,10-2 0,8 3 16,10-3-16,-8 0 0,-11-2 0,6 0 16,2-4-16,5 2 0,0-3 0,-16 1 15,1-3-15,8 3 0,9-1 0,0 1 16,-4-1-16,-16-1 0,9-1 0,5 3 16,3-1-16,-5 1 0,-8-3 15,1 3-15,11-3 0,-1 1 0,5 4 16,-8-1-16,-3-1 0,2 2 0,7-3 15,2 1-15,-2 0 0,-9-1 0,6 1 16,-1 1-16,4-1 0,-3 0 0,-4-1 16,5 3-16,0 0 0,4 0 15,2-1-15,-4 1 0,-5 2 0,5 0 16,7 0-16,6 0 0,4-2 0,1 2 16,-5-2-16,-5 2 0,1 0 0,4 0 15,5 0-15,4 0 0,2 0 0,0 0 16,-7 0-16,-4 0 0,-2 0 0,0 4 15,7-2-15,4 1 0,2-1 16,-2 0-16,-7-2 0,-4 4 0,2-1 16,4 1-16,5-2 0,7 0 0,4 1 15,-3-1-15,8-2 0,-8 2 0,1 0 16,2 1-16,-2-1 16,4 0-16,5 2 0,1-4 0,3 5 0,5-5 15,1 2-15,1 0 0,4-2 0,-3 2 16,6-2-16,-1 0 0,0 3 0,0-3 15,0 0-15,3 0 0,-1 0 0,3 0 16,2 0-16,-1 0 16,1 2-16,2 0 15,2 0-15,5 3 0,4-1 16,-2-2-16,-3 3 0</inkml:trace>
  <inkml:trace contextRef="#ctx0" brushRef="#br2" timeOffset="-139181.02">18618 9798 0,'0'0'0,"-2"0"0,2 0 0,-3 0 0,-3 0 0,4-2 16,-3 0-16,3 0 0,-2 0 0,-1-3 0,5 3 16,-2-2-16,0 1 0,4-1 0,0 0 15,0-3-15,3 0 0,1 3 16,1-5-16,2 2 0,2 1 0,2-1 16,3 1-16,1-3 0,5 2 0,7 1 15,6 1-15,-2 3 0,0 2 16,-2 2-16,0 3 0,-4 1 0,-5 3 15,-3 2-15,-1 0 0,-5 4 0,0 1 16,-4 2-16,-4 1 0,-3 1 0,-4 4 16,-3 1-16,-6 3 0,-2 8 15,-9-3-15,-13 15 0,-3-4 0,1 5 16,-12-1-16,12-4 0,1-10 0,3-8 16,5-2-16,1-2 0,5 3 0,7-1 15,6 0-15,0-4 0,3-2 0,1-5 16,5-4-16,5-1 0,-1-1 0,3 0 15,1-3-15,6-2 0,1-4 16,3 0-16,2 0 0,4 2 0,4-5 16,6-1-16,1-1 0,5 0 0,-1-1 15,5-1-15,-4 0 0,-9 2 0,-5 1 16,-6 1-16,0-1 16,0 3-16,-3 1 0,-1 0 0,-1 2 0,1 0 15,-3 0-15,0-2 0,0 0 0,3 2 16,-3-3-1,3 3-15,-3-2 0,2 0 0,1 0 0,1 2 0</inkml:trace>
  <inkml:trace contextRef="#ctx0" brushRef="#br2" timeOffset="-138691.54">22494 9073 0,'0'0'0,"0"-4"0,0 4 0,-2-3 16,2 1-16,2-2 0,-2-1 0,2 1 15,0 2-15,3-3 0,1 1 0,1 0 16,4 1-16,0 1 0,2-2 16,3 4-16,-1-5 0,5 3 0,9-2 15,2 1-15,2 1 0,-2-2 0,2 2 16,-3-1-16,-1-1 0,0 2 16,-3-3-16,-2 3 0,-4 0 0,-6 0 15,-1 0-15,-7-3 0,-1 1 0,-7-3 16,-5-2-16,-4 1 0,2 1 0,-6-6 15,4-1-15</inkml:trace>
  <inkml:trace contextRef="#ctx0" brushRef="#br2" timeOffset="-138531.62">22591 8841 0,'0'0'0,"0"3"0,0-3 0,0-3 0,0 3 16,0 0-16,0 0 0,4 0 0,-1-2 16,5 2-16,1-2 0,2 2 0,5-2 15,-3 0-15,7 2 0,0-5 16,6 3-16,3-2 0,-3 1 15,1-1-15,-5 0 0,0-1 0,-2 1 0,-5-1 16,-2 1-16,-2 2 0,-4 0 0,-3-1 16,1 1-16,-5 2 0,-2 0 0,-1 0 15</inkml:trace>
  <inkml:trace contextRef="#ctx0" brushRef="#br2" timeOffset="-132050.17">23590 8423 0,'0'0'0,"0"-3"0,0 3 0,0 0 0,0-2 0,0 2 0,0-2 15,-5 2-15,1 0 0,-7 0 0,-2 2 16,-7 3-16,-2 1 0,-11 3 0,0 4 16,2 0-16,-4 5 0,6-2 15,-4 3-15,4-1 0,3-3 0,4 1 16,4-3-16,5 3 0,6-3 0,5 0 16,4 0-16,9-2 0,2 0 15,3 0-15,6 5 0,0-3 0,2 0 16,5 0-16,-3 3 0,3-1 0,2 1 0,-5 4 15,1-3-15,-7 1 0,-1-1 16,-8 3-16,-2 0 0,-4 0 16,-10 4-16,-6-4 0,0-2 0,-2-1 0,-11 5 15,4-2-15,-7-2 0,-1-5 0,-1-2 16,0-4-16,1-1 0,1 1 16,3 0-16,0-1 0,2-1 0,4-3 15,1-2-15,6 0 0,-3 0 0,3-5 16,2 1-16,3-3 0,1-1 0,5-8 15,0 3-15,0 0 0,0 2 16,3-7-16,-1-2 0,-2-2 0,4-4 16</inkml:trace>
  <inkml:trace contextRef="#ctx0" brushRef="#br2" timeOffset="-131781.33">23338 8224 0,'-2'-2'0,"2"2"0,0 0 0,-2 0 15,2 2-15,-2 0 0,-3 5 0,3 2 16,-4 4-16,1 7 0,1 6 0,-1 16 16,1 7-16,2 4 0,-5 2 0,1 29 15,-3-3-15,2 23 0,3-14 16,-1-17-16,5-16 0,5-10 0,-5-12 16,4-2-16,-4 2 0,5 0 0,1 1 15,-6-1-15,0-4 0,0-5 0,-2 3 16,-2-5-16,1-4 0,1-7 0,2-2 15,-2-4-15,2 2 0,0-5 16,0 1-16,2-3 0,-2-2 0,-2-5 16,-3-1-16,1-1 0,0 1 0</inkml:trace>
  <inkml:trace contextRef="#ctx0" brushRef="#br2" timeOffset="-130937.8">23978 8429 0,'0'0'0,"0"0"0,0 0 0,0 0 16,0 2-16,-2 3 0,-1 1 0,1 3 16,0 4-16,-2 3 0,1 4 0,-1 11 15,0-1-15,-1-1 0,1 0 0,-1-1 16,3 3-16,-2-2 0,-1 2 15,1 0-15,0 2 0,-3-2 0,3 2 16,1 2-16,1-6 0,0-3 0,0-4 16,2-2-16,-3-5 0,3-1 0,-2 1 15,0-6-15,0 0 0,2 2 16,-2-7-16,2 3 0,0-3 0,0 1 16,0-3-16,0-11 0,2 5 0,-2 1 15,0 8-15,-2-3 0,2 0 16,0 0-16,0-10 0,0 5 0,0 6 0,0 1 15,0-2-15,0 0 0,-3 1 0,3-3 16,0 0-16,0 0 0,0 0 16,0 0-16,-2 0 0,2 0 0,0 0 15,0 0-15,0 0 0,0-3 0,0 3 16,0-2-16,0 2 0,0-2 16,0 2-16,0 0 0,0 0 0,0-2 0,0 2 15,0-2-15,0 2 0,0 0 16,0-3-16,0 1 0,0 0 0,2 2 15,1 2-15,-1-2 0</inkml:trace>
  <inkml:trace contextRef="#ctx0" brushRef="#br2" timeOffset="-130297.67">24406 8678 0,'-3'0'0,"3"-2"0,-2 0 0,2 0 16,-2-3-16,0 1 0,2-1 0,0-1 15,0-1-15,2 1 0,0-5 0,3 0 16,-3 2-16</inkml:trace>
  <inkml:trace contextRef="#ctx0" brushRef="#br2" timeOffset="-130060.62">24633 8319 0,'2'2'0,"0"-2"0,-2 0 0,0-2 0,0 2 0,0 0 0,0 0 15,0 2-15,0 0 0,0 5 16,0 4-16,-4 2 0,2 5 0,-3 6 15,-2 14-15,1-1 0,1 1 16,1 1-16,-3-1 0,1-1 0,-1 1 16,1-1-16,1 7 0,1-2 0,-1-7 15,3-1-15,0-6 0,-2-4 0,4 1 16,-3-5-16,1-5 0,2-2 0,-2 3 16,2-8-16,-2 3 0,0-4 0,2-3 15,0-1-15,-3-1 0,1-2 16,-2-2-16,1-1 0,-3-1 0,-1-3 15,-4-4-15,2 0 0,3 5 0</inkml:trace>
  <inkml:trace contextRef="#ctx0" brushRef="#br2" timeOffset="-129775.87">24445 8440 0,'0'0'0,"-2"0"0,2 0 0,-2 0 0,-3 0 16,1-2-16,0 2 0,-3 2 0,0-2 15,-1 5-15,-6 1 0,-1 3 16,0 2-16,-5 2 0,-5 3 0,3 1 16,0 3-16,5-4 0,-1 1 0,5-3 15,0-3-15,4 4 0,2-6 16,3 2-16,4 0 0,2 0 0,5-2 16,1 0-16,8-1 0,4 1 0,-3-4 0,12 1 15,0-1-15,1-1 0,-1 0 16,-2-4-16,1 5 0,-1-5 0,-3 0 15,-4-2-15,2-1 0,-2 1 0,-3-2 16,1-1 0,0 1-16,-1 2 0,1-3 0,0 5 0</inkml:trace>
  <inkml:trace contextRef="#ctx0" brushRef="#br2" timeOffset="-129491.14">24895 8504 0,'-2'-2'0,"2"0"0,0 0 16,-5-1-16,1 1 0,0 2 0,-3 2 0,-2 3 15,0-1-15,-2 1 0,0 1 32,-2 3-32,2 0 0,2 2 0,0 0 15,3 0-15,1 0 0,5 0 0,0 2 16,5-2-16,1 2 0,5-2 0,1 3 16,5 6-16,1-3 0,-3 3 15,1-2-15,-3 4 0,2-2 0,-1-1 16,-3 3-16,-5-2 0,1 0 0,-5-2 15,0-1-15,-2-1 0,-4-1 16,-3-2-16,1 1 0,-5-1 0,-3 0 16,1-2-16,0-2 0,0-2 0,2-3 15,-3 0-15,3-1 0,3-3 0,-1-3 16,2-1-16,0 0 0,1-10 0,1-1 16,1 4-16,2-2 0</inkml:trace>
  <inkml:trace contextRef="#ctx0" brushRef="#br2" timeOffset="-129316.54">24747 8524 0,'-2'0'0,"2"-2"0,-4 0 0,4-1 15,2-1-15,5-3 0,-1 1 0,7-3 16,5 0-16,2 2 0,2-1 16,9 1-16,0-2 0,0 3 0,-3 1 15,3 1-15,-2-1 0,-3 3 16,1 0-16,-3-2 0,0 4 0,-2-3 15,-4 1-15,-3 2 0,-1 0 0,-3-2 16,-3 2-16</inkml:trace>
  <inkml:trace contextRef="#ctx0" brushRef="#br2" timeOffset="-129079.4">25274 8846 0,'3'-2'0,"-3"2"0,0 0 0,0 0 15,0 2-15,0 0 0,2 3 0,0 1 16,0-1-16,3 1 0,-3 1 0,2-1 16,1-1-16,-3-1 0,4 1 15,-3-1-15,-1 0 0,0-1 0,0 1 16,0-4-16,1 4 0,-3-4 0,0 0 16,0 3-16,0-3 0,0 0 0,0 0 15,0 0-15,0-3 0,0 1 16,-3-2-16,3-3 0</inkml:trace>
  <inkml:trace contextRef="#ctx0" brushRef="#br2" timeOffset="-127752.02">25636 8370 0,'2'-3'0,"0"1"0,-2 0 15,0 0-15,0 0 0,0 2 0,3 0 16,-1 2-16,0 4 0,0 3 0,0 4 16,3 7-16,-5 5 0,2 1 0,0 14 15,-2-1-15,0-6 0,0 5 0,2-3 16,1-2-16,-1 3 0,0-1 0,0-2 15,-2 7-15,5-7 0,-5-5 16,-3-3-16,1-6 0,2-3 16,-4-1-16,2-1 0,-1-3 0,1-3 0,-2-1 15,-1-3-15,-1-1 0,-1-3 16,-4 0-16,0-5 0,0-4 0,-2-2 16,0-2-16,-1 2 0</inkml:trace>
  <inkml:trace contextRef="#ctx0" brushRef="#br2" timeOffset="-127483.08">25376 8423 0,'-2'0'0,"-1"-3"0,3 3 0,-6-2 0,1 2 0,1 2 0,-5 1 16,2 1-16,-1 0 0,-3 5 0,2 2 16,2 2-16,-2 3 0,5-1 15,-3 3-15,3-3 0,4 7 0,4-2 16,-1-2-16,5 0 0,-3-7 0,6 0 15,4 2-15,5-2 0,4-2 0,-2-3 16,5 1-16,-1-3 0,1 1 16,1-3-16,-1-2 0,-3 0 0,0-4 0,1 1 15,-6-1-15,4 0 0,-4-1 16,-1 1-16,-3-5 0,-1 4 0,-3 3 16,-2 4-16,2 3 0</inkml:trace>
  <inkml:trace contextRef="#ctx0" brushRef="#br2" timeOffset="-127025.15">25861 8407 0,'0'0'0,"0"-2"0,0 2 0,0-2 0,2-3 0,-2 1 16,4-1-16,3 3 0,2-2 0,4-1 16,3 1-16,1 2 0,3 0 0,6-1 15,3 3-15,-2 0 0,-5 3 0,0 1 16,-7 0-1,3 5-15,-5-2 0,-2 4 0,-2 0 0,-3 0 0,-1 4 16,-3-1-16,-2 1 16,-2 1-16,-3 1 0,1-1 0,-3 1 0,-1-1 0,-6-1 15,3 1-15,-4-5 0,2 2 0,2-4 16,2-1-16,2 3 0,1-4 0,1 2 16,3 0-16,2 0 15,4 2-15,3 0 0,2 2 0,4 0 0,3 2 16,-1-1-16,-2 3 0,3 1 0,-1 2 15,-2-3-15,-2 3 0,0 0 0,-2-4 16,-2 1-16,-1-1 0,-3-1 0,-1-2 16,-4 3-16,-1-3 0,-3 2 0,-3 1 15,-4-3-15,-1 0 0,-1-4 16,-3 2-16,-4-4 0,0 2 0,0-5 16,-2 3-16,0-3 0,4 0 0,2-1 15,3-1-15,4-2 0,0 2 0,4-2 16,7-7-16,0 3 0,2 4 0,-2-4 15,-2 8-15,0-4 0,2 0 16,0 0-16,2-2 0,-4 2 0,2 0 16,0 0-16</inkml:trace>
  <inkml:trace contextRef="#ctx0" brushRef="#br3" timeOffset="-113948.6">8284 12285 0,'0'0'0,"0"-2"16,0 2-16,0-4 0,0-1 0,6 1 0,-6-3 15,7 1-15,0-3 0,1-2 0,1 0 16,2 0-16,0-2 0,0-1 15,-2 1-15,0 0 0,-3-5 0,3-1 16,0-1-16,-7-5 0,-2-1 0,0-3 16,-2 1-16,-5-1 0,-1-4 15,-3 2-15,-3 0 0,1 3 0,0 1 16,-5 3-16,5 4 0,-2 2 0,-3 5 16,3 2-16,-1 2 0,1 3 0,-5-1 15,4 7-15,-8 0 0,2 2 0,-13 11 16,-5 1-16,-4 1 0,0 5 0,-11 9 15,9 1-15,6 4 0,7 1 16,4 2-16,0 1 0,1 1 0,-7 1 16,4 2-16,2-7 0,5 3 15,-3-5-15,7 7 0,-2 8 0,9 1 16,-4-3-16,8-2 0,2-4 0,-2-3 16,5-6-16,-1-4 0,1-3 0,4 0 15,0-2-15,4-2 0,3 2 0,4-2 16,0 0-16,7-3 0,-1 1 0,8-3 15,1 1-15,5-3 0,4-2 0,1-2 16,1-5-16,7 1 16,-6-5-16,-5 2 0,2 0 0,2-2 0,5-4 0,2-5 15,3-2-15,-1-2 0,-2-1 16,-4 3-16,-5 0 0,-2 3 16,0-1-16,3-2 0,-1 2 0,0 0 15,-2 0-15,-4 3 0,-3-3 0,-4-2 0,-4 6 16,-5-1-16,-4-1 0,-5 5 15,5-3-15,-9 1 0,0 0 0,0-1 16,-11 1-16,2-1 0,-2 1 0,-4-3 16,-5 3-16,0-3 0,0 1 0,1-1 15,-1 1-15,-9-3 0,0 2 0,1 1 16,1-3-16,3 0 0,2 0 16,0 0-16,0 0 0,0 5 0,4-5 15,1 3-15,3 1 0,3 1 0,2 2 16,3-3-16,1 5 15,1-2-15,2 2 0,0-2 0,2 2 0,2 4 0,0-2 16,-2 1-16,0-6 0,0 3 0,-2 0 16,4 3-16,-2-1 0,0 2 15,2-2-15,0 5 0,-2-3 0,3 3 16,-3 2-16,2-5 0,-2 5 16,2-2-16,0 1 0,-2-1 0,0 2 0,0-2 15,0-1-15,0 1 0,-2-1 16,0 1-16,2-3 0,-5-1 0,3 1 15,0-4-15,0 2 0</inkml:trace>
  <inkml:trace contextRef="#ctx0" brushRef="#br3" timeOffset="-112412.73">8725 12021 0,'0'-2'0,"2"-5"0,-2-2 0,4-2 0,5-2 0,2 0 16,2-3-16,1 1 0,5-3 16,3 1-16,-6 3 0,-1 3 0,1 3 15,-7-1-15,6 2 0,-11 3 0,3-1 32,0 5-32,-5 0 0,-2 0 0,0 5 15,-5 4-15,-1 2 0,-3 4 16,-2 3-16,-2 6 0,-3 5 0,1-1 15,-12 12-15,3 4 0,-2 0 0,1 0 16,6 9-16,-8 18 0,7-1 0,3-1 16,1 3-16,5-14 0,7-12 0,4-6 15,2-5-15,5-2 0,8-2 16,3-2-16,4-3 0,9-2 0,-3-2 16,8-2-16,1-7 0,3-2 0,-5-4 15,-4-3-15,-5 3 0,-1 0 0,-1-3 16,-9 0-16,5 1 0,-9-3 15,2 0-15,-2 0 0,-2-2 0,0 0 16,0 0-16,0 0 0,-3-2 0,1 0 16,2 0-16,-3-3 0,5 1 0</inkml:trace>
  <inkml:trace contextRef="#ctx0" brushRef="#br3" timeOffset="-111408.14">9801 12400 0,'-3'0'0,"3"0"0,0 0 0,0 0 15,0-2-15,3 0 0,1 0 0,0-1 16,1-1-16,-1-1 0,3-1 0,-1-1 16,1 1-16,2-3 0,-2 0 0,-1 0 15,1-2-15,-1 0 0,1-2 16,0 0-16,-3-1 0,0-1 0,1-5 15,-3 0-15,0 0 0,-2 1 0,-2-3 16,-2 0-16,-3-5 0,-4 3 0,0-5 16,-4 1-16,-3-1 0,0 0 0,-2 3 15,-6-3-15,-5 7 0,0 4 0,-8 5 16,-3 4-16,-2 3 0,-12 10 16,3 5-16,5 9 0,8-1 0,3 7 15,4 7-15,-3 7 0,1 2 0,-2 1 16,-1 1-16,5-2 0,7 6 0,4 3 15,6 4-15,7 6 0,9-4 0,7-4 16,4-9-16,7-9 0,2-6 16,4-5-16,7-5 0,4 1 0,5-3 15,1 3-15,-3-7 0,2 0 0,-5-7 16,9-4-16,2 0 0,3-6 0,4-5 16,-9 0-16,-4-5 0,-7 5 15,-7-2-15,3 4 0,-7-2 0,-2 0 16,-3 0-16,3 0 0,-4 0 0,-3 2 15,2 0-15,-8-2 0,-3 5 0,-2-5 16,-2 0-16,-4 2 0,-5-2 0,0 0 16,1-2-16,1 2 0</inkml:trace>
  <inkml:trace contextRef="#ctx0" brushRef="#br3" timeOffset="-111234.02">9435 12394 0,'0'0'0,"4"2"0,-4-2 0,2 2 0,7 5 0,0 4 0,6 0 15,3 2-15,4 0 0,11 7 16,2-5-16,1 3 0,-3-3 0,-2 1 16,2-3-16,-3-2 0,-1 2 15,0-4-15,6 2 0,-2-4 0,-2-3 0,0 1 16,-5-5-16,-4-5 0,-2 3 16,-4 0-16,-3 2 0</inkml:trace>
  <inkml:trace contextRef="#ctx0" brushRef="#br3" timeOffset="-110980.65">9928 11602 0,'3'-4'0,"-3"-3"0,2-2 0,0-2 0,3 7 0,1-5 16,3 2-16,2 3 0,2-1 0,3 1 15,-1 4-15,5 0 0,4 0 0,-4 2 16,2 0-16,7 3 0,-1-1 0,1 1 16,-2-1-16,-1-2 0,-4 3 0,-2-3 15,0-2-15,-5 0 16,-2 0-16,1-2 0,-6-1 0,-1 1 0,0-2 16,-5-1-16,0-1 15,-2 1-15,0-1 0</inkml:trace>
  <inkml:trace contextRef="#ctx0" brushRef="#br3" timeOffset="-110791.5">10114 11397 0,'-5'0'0,"3"0"0,-2 0 16,1 0-16,1 0 0,2 0 0,0 4 15,0 1-15,5 1 0,-1 5 0,0 5 16,1 4-16,-1 4 0,3 16 16,-3-1-16,-1 1 0,-1 0 0,-2-3 15,-2 1-15,-3-3 0,1 0 0,2-4 16,-3 4-16,3-2 0,0-8 15,-1-5-15,1-3 0,4-4 0,3-4 0,4-4 16,2-1 0,2 0-16</inkml:trace>
  <inkml:trace contextRef="#ctx0" brushRef="#br3" timeOffset="-110617.75">10277 11472 0,'-2'2'0,"-3"0"0,5-2 0,-6 5 0,-1 1 0,3 5 0,-3 5 15,0 1-15,1 8 0,-1 10 0,-2-2 32,5 0-32,-5-2 0,2-2 0,1-1 15,-3 1-15,0-3 0,5-1 16,-5-1-16,2 0 0,-1-4 0,-3 0 16</inkml:trace>
  <inkml:trace contextRef="#ctx0" brushRef="#br3" timeOffset="-110443.08">9895 11485 0,'0'0'0,"-2"-2"0,2 2 0,0-4 0,0 1 0,5 1 0,-1 2 16,3 2-16,6 5 0,5 0 0,1 6 16,3 2-16,9 9 0,0 3 15,0 2-15,-2 1 0,2 1 0,-5-2 16,7 6-16,-2-2 0,2-4 0,-2 2 15,2-2-15,-2-1 0,0-4 0</inkml:trace>
  <inkml:trace contextRef="#ctx0" brushRef="#br3" timeOffset="-109534.66">10162 12898 0,'0'3'0,"-2"-1"0,2-2 0,-2 2 0,2-2 0,-2 4 0,2 1 15,2-3-15,-2 2 0,2 1 16,0-3-16,-2 0 0,2 3 0,3-3 16,-5-2-16,4 0 0,-2 0 0,1-7 15,-1 3-15,0-5 0,0-2 0,0-2 32,1-7-32,-1-4 0,0-9 0,0-5 15,3 1-15,-1-1 0,3 5 16,-1 0-16,-1 7 0,4 4 0,-3 4 15,1 5-15,2 4 0,-5 2 0,3 5 16,1 2-16,-1 7 0,2 1 0,2 6 16,-2 6-16,2-5 0,0 3 15,0 6-15,0-2 0,2 11 0,0-2 16,-2-2-16,3-5 0,-3 0 0,-3-4 16,1-5-16,-2-1 0,-1-6 0,-1-1 15,1-3-15,-3 1 0,3-5 0,-1-5 16,-1 1-16,1-7 0,1 0 0,-1-5 15,-1-8-15,0-7 0,1 1 16,-3-6-16,2 1 0,1 2 0,-1 0 16,-2 2-16,3 7 0,-1 2 0,1 6 15,-1 1-15,0 6 0,1 2 0,-1 3 16,1 4-16,-1 2 0,0 7 0,5 0 16,0 6-16,0 3 0,4 2 15,0 0-15,1 8 0,5 3 0,-1 0 16,2 0-16,2 0 0,-2-3 0,0 1 15,2-5-15,0-2 0,2 3 16,0-6-16,-4-5 0,-4-6 0,-1 1 0,-6-7 16,0-2-16,2 0 0,-3-4 15</inkml:trace>
  <inkml:trace contextRef="#ctx0" brushRef="#br3" timeOffset="-109187.05">11139 11602 0,'2'2'0,"-2"5"0,0-7 0,5 13 0,1 5 0,3 4 0,6 13 0,3 5 15,2 10-15,0 10 0,6 28 0,7 42 16,-13-13-16,-9 33 0,-11-66 0,-11-3 16,5-8-16,-5-16 0,-1 3 15,-1-7-15,2-7 0,-4-4 0,2-4 16,-1-10-16,1-8 0,0-2 0,2-1 16,0-3-16,0 1 0,2-4 15,0 0-15,0 0 0,5 0 0,-3-4 16,3 4-16,-1-2 0,1-3 0,-3 3 15,3 0-15,-3-3 0</inkml:trace>
  <inkml:trace contextRef="#ctx0" brushRef="#br3" timeOffset="-102379.98">1296 15930 0,'0'0'0,"3"0"0,-3-2 0,2 2 16,-2 0-16,4 2 0,-2-2 0</inkml:trace>
  <inkml:trace contextRef="#ctx0" brushRef="#br3" timeOffset="-99879.9">11822 12537 0,'3'-2'0,"1"-1"0,3-1 0,-1 2 16,8 0-16,-1-3 15,4 1-15,3 2 0,9-1 0,-7 1 16,0 2-16,7 2 0,-1 1 0,1-1 15,-5-2-15,-2 2 0,0-2 16,-2 0-16,-2 0 0,-5-2 0,2 2 16,1-2-16,-3-1 0,-2 3 0,2-4 15,-4 2-15,-2-3 0,-1 1 0,-1 0 16,-3 1-16,-2-3 0,0-3 0,2 0 16</inkml:trace>
  <inkml:trace contextRef="#ctx0" brushRef="#br3" timeOffset="-99676.3">11809 12380 0,'-2'-2'0,"0"0"0,2 0 0,0-3 0,2 1 0,5-3 15,1 3-15,6-1 0,6-3 16,4 1-16,13-2 0,3 0 0,0-2 16,-1 5-16,-1-1 0,2-2 0,-1 0 15,12-2-15,2 0 0,-5 3 16,-1-3-16,-10 2 0,-6 4 0,-7-1 15,-4 1-15,-4 5 0,-5 0 0,-5 3 16,1-1-16</inkml:trace>
  <inkml:trace contextRef="#ctx0" brushRef="#br3" timeOffset="-88544.56">13802 11476 0,'0'-2'0,"0"-2"0,0-1 0,-2-1 0,0 1 0,-2 1 15,-3-1-15,0 3 0,-4 0 0,-4 4 16,-1 0-16,-3 5 0,-14 4 15,-3 7-15,-6 4 0,-4 2 0,-2 5 16,-21 8-16,10-2 0,4-6 16,4-2-16,-6 1 0,12-6 0,6-4 15,10-7-15,3 0 0,4-2 0,8-5 16,6 3-16,5-1 0,1-1 0,7 1 16,6 1-16,6 2 0,5 0 0,7 4 15,2 2-15,4 1 0,3 6 0,6 0 16,0 4-16,24 7 0,-4 0 0,-2 1 15,4 1-15,-18-2 0,-17-9 16,-11 3-16,-4-5 0,-8 0 0,-5 0 16,-6 0-16,-8 2 0,-4 0 0,-7 3 15,-11-3-15,-7 2 0,-15 1 0,-5-9 16,10-3-16,3-4 0,10-2 0,6 0 16,2-5-16,3 1 0,-5-5 15,5-3-15,-1 1 16,5-7-16,0-4 0,7-7 0,6-2 15,7-9-15,4-8 0,7-8 0,2-3 0,11-12 0,-5 2 16,-1 7-16</inkml:trace>
  <inkml:trace contextRef="#ctx0" brushRef="#br3" timeOffset="-88307.44">13236 11340 0,'-5'2'0,"3"-2"0,0-5 0,-2 5 0,4-2 0,0 0 16,0 4-16,2 3 0,0 1 0,2 7 15,3 3-15,-3 10 0,5 21 16,2 6-16,-2 6 0,2 31 16,-2 5-16,2 31 15,-2-9-15,0 6 0,-7-59 0,2-9 0,1 3 0,3-1 0,1 3 32,0-10-32,0-3 0,-5-10 0,1-4 0,-3-4 0,2-1 0,1-1 15,1 2-15,-1-5 0,1-2 0,1-4 16,2-3-16,2-2 0,0-2 0,2-2 15</inkml:trace>
  <inkml:trace contextRef="#ctx0" brushRef="#br3" timeOffset="-87350.64">15180 11390 0,'-2'0'0,"0"0"0,2-2 0,0 0 15,0 2-15,0-2 0,-2-1 0,2 3 16,-5-2-16,3 2 0,-4-2 0,-5 4 16,-3 0-16,-1-2 0,-5 5 15,-2-3-15,-4 3 0,-10-1 0,1 0 16,2 1-16,-2-1 0,6-4 0,0 2 15,3-2-15,2 0 0,4-2 0,0 2 16,2-4-16,5 4 0,0-2 0,4-1 16,2 6-16,3-1 0,-3 0 15,3 5-15,2 1 0,-5 6 0,5 3 16,-2 5-16,-1 5 0,-1 1 0,-1 8 16,3-3-16,-3 0 0,2 7 0,-1-12 15,1-1-15,-1-10 0,-1-1 0,3-5 16,2-2-16,-1-1 0,1-3 15,7-10-15,-5 10 0,0-5 0,4 0 16,3-2-16,4-3 0,4-1 0,-2-1 16,7 3-16,0-3 0,6 0 0,1-1 15,2 1-15,12-4 0,-1 4 0,-2 3 16,-1 2-16,-2 4 0,-2 0 0,-4 7 16,-2-3-16,-5 3 0,-5 2 15,-1 3-15,-7-3 0,-1 4 0,-8 3 16,0-3-16,-6 5 0,-3 0 0,-2 2 31,-7 2-31,-2 0 0,-10 5 0,-6 0 16,3-3-16,-2-4 0,8-2 0,1-2 15,6-3-15,3-2 0,1-2 16,5-2-16,0-2 0,2-3 0,5 3 16,-1-5-16,8 0 0,1-2 0,7-2 15,4-2-15,-3 1 0,-1-3 0</inkml:trace>
  <inkml:trace contextRef="#ctx0" brushRef="#br3" timeOffset="-87129.03">15588 11527 0,'-2'0'0,"0"-2"0,2 2 0,0 0 0,2 0 16,0 2-16,1 0 0,-1 5 0,2 2 15,1 4-15,-1 5 0,0 4 0,1 11 16,-3 2-16,0-2 0,0 0 0,-2 0 15,0 2-15,0-4 0,-4 2 0,4 0 16,-4-4-16,1 0 0,1-1 16,-4-3-16,1-1 0,1-4 0,-1 0 15,1-7-15,4 0 0,0-6 0,0-1 16,4-1-16,5-7 0,2-1 0,0 1 16</inkml:trace>
  <inkml:trace contextRef="#ctx0" brushRef="#br3" timeOffset="-86589.82">16307 11461 0,'-2'0'0,"2"-2"0,0 2 0,-2-5 0,2 1 0,-2-1 15,-3 3-15,1 0 0,-3 2 16,-4 0-16,-4 0 0,-7 4 0,-3 3 16,-12 4-16,-1 0 0,-1 5 0,1-3 15,1 0-15,-1 0 0,3 0 0,-7 3 16,5-3-16,10-4 0,9-2 15,5-3-15,4-2 0,5 0 0,4-2 16,0 5-16,7-1 0,1 3 0,3-3 16,3 5-16,-1 0 0,2 2 0,-8 0 15,6 4-15,0 1 0,-2-1 0,-2 1 16,-2-1-16,0 1 0,-5-3 0,2 2 16,-4-2-16,0-2 0,-2 3 15,-2-3-15,-1-3 0,1-1 0,-1 2 16,1-5-16,2 1 0,-1-3 0,3-4 15,0 4-15,0 0 0,0-2 0,5-2 16,-3 2-16,3-2 0,3 0 0,3-3 16,3 1-16,5-1 0,-1-1 15,4-1-15,2 3 0,14-3 0,-3 3 16,5-1-16,-3 5 0,-1 0 0,-3 0 16,-5 7-16,-1-3 0,-5 3 0,-2 2 15,-7 0-15,0 2 0,-6 2 16,-1 0-16,-6 2 0,-2 1 0,-2 4 15,-5 0-15,-4 2 0,-3-3 0,-6 6 16,-2-3-16,-14 2 0,3-4 0,-2-5 16,1 1-16,6-7 0,1 2 0,5-7 15,-1 5-15,6-5 0,3 3 0,1-5 16,6 0-16,-2 0 0,6-2 0,5 0 16,0 3-16,0-3 0,0 4 15</inkml:trace>
  <inkml:trace contextRef="#ctx0" brushRef="#br3" timeOffset="-86286.51">16830 11939 0,'0'-2'0,"-2"2"0,2 0 0,0-2 0,0 2 0,-3 0 15,1 2-15,2-2 0,0 2 0,0 1 32,0 1-32,0-2 0,0 0 15,-2 1-15,2 1 0,2-4 0,-2 2 16,0-2-16,0 0 0,2-2 0,1 0 16,1-3-16,-2 1 0,0 0 0,1-1 15,-1 1-15,0-1 0,-4 3 16,0 0-16,-1 2 0,-1 0 0,-5 4 15,2 1-15,-1 1 0,-3 1 0,0 4 16,0-2-16,0 2 0,0 2 0,0 0 16,4 3-16,-2-5 0,5 2 0,1-2 15</inkml:trace>
  <inkml:trace contextRef="#ctx0" brushRef="#br3" timeOffset="-85759.5">17070 11463 0,'2'-2'0,"5"0"0,-3-1 0,5-1 0,4 0 0,3 1 16,1-1-16,8 2 0,10-3 0,2 3 15,5 2-15,0-2 0,2 2 0,-2 2 16,0-2-16,2 0 0,-4 0 0,-9 0 15,-5-2-15,-8 0 0,-5 2 16,-2 0-16,-2-2 0,-5 4 0,1-2 16,-5 4-16,0 1 0,0 6 0,-5 2 15,1 7-15,-1 0 0,-1 6 16,-1 5-16,3 0 0,-3 2 0,1 2 16,-3-2-16,2 0 0,-2-4 0,1 2 15,1-5-15,-2 7 0,5-4 0,-1-3 16,3 1-16,2-5 0,0 0 0,2-4 15,3-1-15,-3-4 0,0 1 0,3-5 16,-1-3-16,-2 3 0,3-5 16,-5 1-16,4-5 0,-4 0 0,0-2 15,0 4-15</inkml:trace>
  <inkml:trace contextRef="#ctx0" brushRef="#br3" timeOffset="-85584.66">17264 11811 0,'0'0'0,"0"-4"0,0 4 0,2-7 0,0 3 16,5 0-16,6-1 0,5 1 0,4-3 15,18 1-15,-1-1 0,5 3 0,5 1 16,2-1-16,19 4 0,1-2 0,17 0 16,-13 2-16,-16 0 0,-10 0 15,-9 0-15,-5 0 0,-4-5 0,-2-2 16,-3 1-16,0-5 0,-1-2 0,-1-3 15</inkml:trace>
  <inkml:trace contextRef="#ctx0" brushRef="#br3" timeOffset="-85277.74">18318 11412 0,'0'0'0,"-4"0"0,-3-2 0,-2 0 0,-2 2 15,-2-2-15,-3 2 0,1 2 0,-5-2 16,0 7-16,-4-1 0,0 5 0,2 2 15,2 3-15,5 4 0,3 2 16,8 2-16,4 2 0,7 5 0,4-2 16,4 0-16,5-3 0,2 1 0,4-3 15,1 0-15,2 0 0,-3 5 0,1-3 16,3 5-16,-3 0 0,-7-4 0,-7-1 16,-4-2-16,-9-4 0,-5 0 15,-10-5-15,-3 1 0,-4-3 0,-2-4 16,-7 4-16,-2-2 0,-2 2 0,-1-2 15,3-6-15,5-1 0,3-4 16,6-2-16,3 0 0,7-3 16,-2-1-16,5-5 0,4-2 0,-3-3 0,5 1 15</inkml:trace>
  <inkml:trace contextRef="#ctx0" brushRef="#br3" timeOffset="-85108.7">18135 11646 0,'0'-2'0,"2"-5"0,-2 7 0,2-6 0,1-5 0,5 0 0,3-3 16,5 1-16,2 0 0,12-7 0,1 5 16,2-1-16,5 1 0,-1 4 0,5-2 15,-2 1-15,13 4 0,-5-3 16,-4 4-16,-2 3 0,-4 1 0,1 3 16,-3 0-16</inkml:trace>
  <inkml:trace contextRef="#ctx0" brushRef="#br4" timeOffset="-79698.91">18680 14232 0,'-5'0'0,"3"0"0,0 0 0,-3 3 15,5-1-15,0 2 0,3 3 0,-1 2 16,0 4-16,2 5 0,1 4 0,4 8 16,-1 3-16,-1-2 0,2 2 0,-3-4 15,-1 4-15,1-2 0,1-2 16,0-1-16,-3 1 0,3-3 0,-1-1 16,-1-3-16,-1-5 0,1 1 0,-1-7 15,0 0-15,-1-4 0,-1-3 16,0-4-16,0 2 0,-2-2 0,2 0 0,-2 3 15</inkml:trace>
  <inkml:trace contextRef="#ctx0" brushRef="#br4" timeOffset="-79476.52">18375 14272 0,'5'0'0,"-3"-9"0,-2 9 0,4-9 0,3-2 0,4 0 0,7 0 15,-1-2-15,8 4 0,10-4 0,4 2 16,3 0-16,0 4 0,5 1 16,-1 1-16,13 3 0,3 0 0,-5 2 31,12 2-31,-12 0 0,-15-2 0,-9 3 16,-11-3-16,0 0 0,-4 0 0,2 0 15,-3 0-15,3-3 0</inkml:trace>
  <inkml:trace contextRef="#ctx0" brushRef="#br4" timeOffset="-79030.03">18893 14459 0,'0'-2'0,"5"0"0,-5 2 0,4-2 0,1 2 0,4 0 15,-1 0-15,1 2 0,2 0 0,2 0 16,1 1-16,-1 1 0,2 1 0,1-1 16,-1 3-16,5 1 0,0-1 0,-5 0 15,3-1-15,-3-4 0,1 1 16,-1-1-16,-2 0 0,1-4 0,1 0 16,-2-3-16,1 1 0,-1-3 0,-2-2 15,-2 3-15,-1-5 0,-3 0 0,-3 0 16,-2-3-16,-4-1 0,-1 4 15,-1 0-15,-3 0 0,0 0 0,-6 2 16,-1 0-16,1 5 0,-3-1 0,-2 3 16,0 2-16,-2 7 0,-2-1 0,0 1 15,2 4-15,0 0 0,2 0 0,2 0 16,5 2-16,0-2 0,6 0 0,5 0 16,2-2-16,4 2 0,5-4 0,2 2 15,5-5-15,1 3 0,1-3 16,0-2-16,1 1 0,1-3 0,-2 0 15,0-3-15,-1 1 0,-1-2 0,-3 2 16,-2-1-16,-2-3 0,-3 4 0,-1-1 16,1 3-16,-6 0 0,3 5 15,-3-1-15</inkml:trace>
  <inkml:trace contextRef="#ctx0" brushRef="#br4" timeOffset="-78649.4">19592 14142 0,'-2'0'0,"2"0"0,0 0 0,0 2 0,0 0 0,0 5 0,0 2 16,0 2-16,0 6 0,0 1 0,2 4 16,3 2-16,-1 14 15,3-5-15,2 0 0,-3-4 0,3-3 0,0 1 0,0-5 16,2 0-16,-2-2 0,2-1 15,0-3 1,-3 1-16,1-1 0,0-3 0,-2-2 0,-3 0 0,-4-4 0,0 2 16,0-5-16,-2 3 0</inkml:trace>
  <inkml:trace contextRef="#ctx0" brushRef="#br4" timeOffset="-78015.66">19434 14495 0,'-5'0'0,"5"-2"0,0 2 0,0-3 15,0 1-15,2-2 0,5-1 0,4 1 16,2-3-16,3 3 0,4-3 0,8 3 16,8-1-16,-1-1 0,4 6 0,6-2 15,-1 4-15,0-2 0,13 4 16,-6 3-16,-3-1 0,-8 1 0,0 0 16,-7-3-16,0 1 0,-7-5 0,-1-5 15,-8 1-15,-4-1 0,-4-1 0,-7 1 16,-4-1-16,-4 1 0,-8-1 0,1-1 15,-4-2-15,-6 3 0,8-1 16,-3 3-16,-1 1 0,-1 1 0,-2 2 16,2 2-16,-2 1 0,0 1 0,2 3 15,4-1-15,3 3 0,2 0 0,2 2 16,7 0-16,2 2 0,5-2 0,1 0 16,3 0-16,2 0 0,4-4 0,1-1 15,2-1-15,-1-1 0,5-2 16,5-2-16,-3-4 0,-6 2 15,-1-3-15,3-3 0,-2 1 0,-7-2 0,0 0 16,-5 3-16,-3-1 0,-3 3 0,2 2 16,-4 2-16,-3 0 0,1 4 0,-3 0 15,3 3-15,-1-3 0,3 5 16,2 2-16,5-2 0,1 4 0,3-2 16,11 5-16,0-3 0,0-2 0,2-2 15,0-3-15,-3-1 0,3-5 0,-2-2 16,0-3-16,-2-4 0,-3-2 0,1-2 15,-3-2-15,-2 1 0,-2-5 16,-3-1-16,-3-2 0,-3-5 0,-5-6 16,-4-6-16,-2-3 0,-2-2 0,-7-7 15,3 9-15,-1 9 0,3 11 0,6 6 16,2 5-16,3 5 0,-1 1 16,1 5-16,4 3 0,2 3 0,2 5 15,3 2-15,0 1 0,2 3 0,2 3 16,4 7-16,3-1 15,1 3-15,4-1 0,-1-1 0,8 10 0,1-1 0,-2-6 16,0 1-16,-5-2 16,2-3-16,-1 1 0,-1-3 0,-6-4 15,1 0-15,-1-9 0,2-2 0,-3-7 16,1-2-16,-2 2 0</inkml:trace>
  <inkml:trace contextRef="#ctx0" brushRef="#br4" timeOffset="-77494.6">20900 14261 0,'-2'0'0,"-5"-2"0,-2 2 0,-4 0 0,0 2 0,-3 0 0,-1 5 16,-1 2-16,0 2 0,3 2 15,2 2-15,2 10 0,0-3 0,6 0 16,3 0-16,4-2 0,3-1 0,6-1 16,2-2-16,5-1 0,4-4 15,0-2-15,4-3 16,1-1-16,1-3 0,-1-2 0,-3 0 15,0-4-15,-2-1 0,-4-4 0,0 1 0,-3-3 0,-4 0 16,-2-3-16,0 3 16,-7 2-16,0 1 0,0 3 0,-4-1 15,0 3-15,0 3 0,-3 0 0,1 3 0,-1-3 16,3 6-16,0-4 0,2 5 0,0-3 16,4 5-16,1-2 0,1-3 15,3 3-15,5-3 0,1 1 0,0-5 0,3 0 16,2-2-16,0-3 0,2-1 15,0-3-15,0-2 0,0 0 0,-2-5 16,0-4-16,-1 3 0,-1-5 0,0 0 16,-3 4-16,-2 0 0,3 5 15,-7 2-15,-1 2 0,-1 5 0,-3-1 16,3 5-16,0 5 0,-1-1 0,-1 1 16,4 4-16,-1 2 0,1-3 0,2 6 15,-2-3 1,2 4-16,-4-4 0,4 2 0,-7-2 0,1 0 0,-1-2 0,-4 0 15,-2-2 1,-3-1-16,-1-1 0,-1 1 0,-2-1 0,0-3 0,-2 0 16,3 2-16,-3 1 0,4-3 0,0 2 15,1-4-15,1 3 16,5-6-16,3 1 0,-1-2 0</inkml:trace>
  <inkml:trace contextRef="#ctx0" brushRef="#br4" timeOffset="-77272.3">21910 13829 0,'0'0'0,"0"2"0,0-2 0,0 7 0,2 2 0,0 6 0,0 5 0,3 4 31,-1 16-31,1-3 0,-1 3 0,0 2 16,3 0-16,0 8 0,8 19 15,-2-1-15,12 11 0,-6-21 0,-1-14 16,-3-13-16,-1-5 0,-3-4 0,-2 0 15,-3-4-15,-4-5 0,3-2 16,-5-4-16,-2-3 0,-1-4 0,-1-2 16,-3-5-16,3 1 0,-3-3 0,1 5 15</inkml:trace>
  <inkml:trace contextRef="#ctx0" brushRef="#br4" timeOffset="-77144.32">21758 14314 0,'0'2'0,"0"-4"0,0 2 0,2 0 0,2-4 0,3 1 15,4-3-15,2-1 0,5 3 0,2-3 16,13-2-16,4 3 0,1-1 0,1 0 16,1 3-16,2 2 0,-5 0 0,-1 2 15,-8 2-15,1 2 0,-7 1 0,-2 1 16</inkml:trace>
  <inkml:trace contextRef="#ctx0" brushRef="#br4" timeOffset="-76729.56">22611 14508 0,'0'-4'0,"0"-1"0,0 5 0,0-4 0,2-1 0,5-1 0,-1-1 15,8 1-15,1-1 0,3 0 0,4 1 16,9 1-16,2-4 0,2 5 0,0 0 16,0-1-1,-2 3-15,1 2 0,-4 0 0,-1 0 0,-5 0 0,1 0 16,-8 0-16,-4 0 0,-4 0 0,-4 0 16,-5-4-16,2-1 0,-2 1 0,2-3 15</inkml:trace>
  <inkml:trace contextRef="#ctx0" brushRef="#br4" timeOffset="-76571.39">22584 14334 0,'0'0'0,"0"0"0,0-2 0,3-1 0,3-1 15,5-3-15,5 3 0,4 0 0,4-5 16,15-2-16,6 2 0,1-2 16,-2 4-16,0 1 0,-2-1 0,0 3 15,2-1-15,-4 5 0,-7 0 0</inkml:trace>
  <inkml:trace contextRef="#ctx0" brushRef="#br4" timeOffset="-72884.55">23561 13626 0,'-2'-2'0,"0"-3"0,-3 3 0,1-4 0,2 1 16,-3 1-16,3 2 0,-2-1 0,4 3 15,-3 3-15,1 3 0,2 3 0,-2 2 16,2 7-16,-2 4 0,2 2 0,0 7 16,2 13-16,0 2 0,5 1 15,0-1-15,-1 0 0,3 14 0,0-5 16,-3-7-16,3-1 16,-2-5-16,-3-3 0,1 1 0,-3-9 0,2 0 0,-4-3 15,0-3-15,0-3 0,0-3 0,0-5 16,0-1-16,0-2 0,0 0 15,0-2-15,2-5 0,-2 3 0,3-1 16,-3-3-16,4-1 0,-4-2 0,4-2 16,1-1-16,1-3 0,1-3 15,2-2-15,0 2 0,-3 0 0</inkml:trace>
  <inkml:trace contextRef="#ctx0" brushRef="#br4" timeOffset="-72614.67">24033 13602 0,'0'-5'0,"0"3"0,0 2 0,0-2 0,2-2 15,-2 4-15,2 0 0,-2 2 16,0 4-16,0 3 0,-2 7 0,0 1 16,2 5-16,0 7 0,0 11 0,0 6 15,0 2-15,2 8 0,0 10 0,3-7 16,-1-8-16,-2-5 0,3-6 15,-5 0-15,2-3 0,0-4 0,0-4 16,1 0-16,-3-7 0,2-5 0,0-4 16,-2-2-16,2-4 0,0 2 0,-2-2 15,3-3-15,-1-13 0,0 5 0,-2 2 16,0 6-16,0-4 0,-2-2 16,-3 0-16,5-5 0</inkml:trace>
  <inkml:trace contextRef="#ctx0" brushRef="#br4" timeOffset="-72407.8">23544 14113 0,'2'3'0,"-2"-6"0,0 3 0,0-2 0,4 2 16,5-2-16,4 0 0,5-3 0,6 1 16,11-3-16,3 3 0,-1-1 0,5 3 15,-2 0-15,4 2 0,0 0 0,16 0 16,-7 0-16,-3-2 0,-3 2 15,-10 0-15,-4 0 0,-4 2 0,-7-2 16,-2 4-16,-7 1 0,0 4 0,-2-1 16,2 1-16</inkml:trace>
  <inkml:trace contextRef="#ctx0" brushRef="#br4" timeOffset="-71806.17">24518 14204 0,'-2'2'0,"0"-2"0,-1 0 0,1 2 0,-2-2 0,4 7 0,-2-1 0,-1 3 16,3 4-16,3 1 0,-1 3 0,2 5 16,3 7-16,2 4 0,-1-2 0,4 2 15,-4 0-15,1 2 0,-2 1 16,2 1-16,2 12 0,-3-1 0,3-4 15,-2 0-15,-4-4 0,-1-3 0,-2-3 16,-2-1-16,0-5 0,-2 1 0,2-3 16,-4-1-16,4-1 0,0-6 15,0-5-15,0 0 0,0-6 0,0 1 16,0-1-16,0-5 0,0-11 0,0 5 16,0 8-16,0-4 0,0-4 0,0-3 15,0 1 1,0-1-16,0-4 0,0-2 0,4 0 15,-2-5-15,3 0 0,-3 1 0,2-3 0,3-2 0,0 2 16,-3 2-16,5-1 0,-3 1 0,3 0 16,0 1-1,0 1-15,2-1 0,0 3 0,7-3 0,-3 6 0,5 0 0,-5 4 16,3 3-16,0 1 0,-5 3 0,2 3 16,1 1-16,-3 3 0,-2 1 15,-2 1-15,-3 0 0,3 2 0,-4 2 16,1 3-16,-4-1 0,1 3 0,-3-3 15,2 3-15,0-5 0,-2 5 16,0 2-16,2-3 0,0 1 0,1 0 16,3-1-16,-1-1 0,1-1 0,5 1 15,-2-3-15,2-2 0,2-2 0,5-3 16,0-1-16,1-3 0,-1-2 0,4-2 16,-2-1-16,-2-1 0,1-3 0,1 1 15,-4-1-15,-1-2 0,1-2 16,-1 0-16,-2 0 0,-2 0 0,-2 0 15,0 2-15</inkml:trace>
  <inkml:trace contextRef="#ctx0" brushRef="#br4" timeOffset="-71187.03">25660 14248 0,'2'-2'0,"1"-1"0,-3 3 0,2-2 0,0 0 0,5 0 16,-3 0-16,3-3 0,1 3 0,1 0 15,5-3-15,1 3 0,5 0 0,11 0 16,6-3-16,-2 3 0,7 0 0,-2-2 16,2 4-16,-2-3 0,-5 1 0,11 2 15,-8 0-15,-3 0 0,-6 0 16,-5-2-16,-2 0 0,-7 2 16,1-3-16,-5 3 0,-2-2 0,-1 0 0,-1 2 15,-3-2-15,-12 0 0,10 2 0,0 0 16,-4-3-16,-3 3 0,1-2 0,-5 2 15,3 0-15,1 0 0,1 0 16</inkml:trace>
  <inkml:trace contextRef="#ctx0" brushRef="#br4" timeOffset="-70869.85">25916 14003 0,'0'-2'0,"0"-3"0,0 5 0,0 0 0,0 0 15,2 0 1,-2 3-16,2 1 0,-2 3 0,0-1 0,5 3 0,-3 2 16,2 2-16,3 3 0,0 1 0,1 10 15,3 2-15,-2-1 0,2 3 0,0 2 16,-2-4-16,-2 2 0,2 0 15,-3-3-15,1 1 0,-1-3 0,1-1 16,-3-6-16,1 1 0,-3-2 0,0-3 16,0 1-16,1-5 0,-3 0 0,2-5 15,-2 3-15,2-2 0,-2-3 0,0 1 16,-2-1-16,-3 1 0,1-1 16,-3 3-16</inkml:trace>
  <inkml:trace contextRef="#ctx0" brushRef="#br4" timeOffset="-69111.75">27298 13840 0,'3'-2'0,"-1"0"0,-2 2 0,4-3 16,-2-1-16,1-3 0,1 1 0,0-1 15,-1 3-15,1-3 0,0-2 0,1 3 16,-1-3-16,3 0 0,-3 0 16,1-2-16,1 0 0,-1 0 0,-1 0 15,-2 0-15,1-2 0,1 2 0,-2-7 16,-4 3-16,0-5 0,0 2 16,-5 1-16,0-1 0,1 0 0,-3 3 0,-2-3 15,0 3-15,-2 4 0,-1 2 16,1 0-16,-4 2 0,1 5 0,-4 2 15,-2 2-15,0 3 0,-2 2 0,0 1 16,-3 6-16,1 1 0,1 5 0,1-3 16,4 3-1,-2 2-15,2 3 0,1 1 0,1 3 0,3 2 0,-1 2 16,3 11-16,4 0 0,5-2 0,1 0 16,3-3-16,5-1 0,4-1 0,2-1 15,-2-3-15,2-7 16,4 1-16,5-3 15,0 0-15,0 0 0,4-4 0,4 0 16,3-2-16,-2-3 0,6-6 16,-4 2-16,2-7 0,-4-4 0,-3 0 15,-1-2-15,-3-4 0,0-1 0,-2-2 16,-3-2-16,1-2 0,-3 4 0,1-2 16,-3 0-16,0-2 0,0 2 0,-2 0 15,0 0-15,-2 0 0,0 2 16,2 0-16,-4 2 0,-1-1 0,-1 1 15,-3 0-15,0 3 0,-4-3 0,2 3 16,-7 0-16,3-3 0,-3 2 0,-2-1 16,1-1-16,-3 3 0,-3-1 0,3-1 15,-2 1-15,2 1 0,2-3 16,0 3-16,-2 0 0,0-1 0,-2 3 16,-2 0-16,2-5 0,1 5 0,4-2 15,-1-1-15,2 3 0,1 0 0,3 0 16,1-1-16,0-1 0,0 4 0,2-2 15,0 2-15,-2 0 0,2 0 0,0 0 16,2 2-16,-2 0 0,2 3 16,0-1-16,3-2 0,-3 3 0,2 1 15,-4-1-15,5 1 0,-5-1 0,4 1 16,-2 1-16,0-1 0,-2 1 0,3 0 16,-1 1-16,0 1 0,-2-2 0</inkml:trace>
  <inkml:trace contextRef="#ctx0" brushRef="#br4" timeOffset="-68569.51">28101 13474 0,'0'-2'0,"0"2"0,0 0 0,-2 0 0,-3 2 0,1 0 0,0 3 0,-5 3 0,0 3 0,-4 5 15,-1 4-15,-5 8 0,-3 3 16,-3 2-16,-1 3 0,-1 3 0,-4 14 31,5 0-31,6-4 0,7-1 0,6-6 16,5-2-16,9-7 0,4-2 0,6-5 15,8-2-15,3-2 0,3 3 0,4-6 16,3-1-16,-3-2 0,-6-1 0,-7 0 16,0-1-16,-2-3 0,0-3 15,-3 1-15,1-4 0,-5-3 0,-2-2 16,0 0-16,0 0 0,-2-5 0,2 1 15,-2 0-15,2-1 0</inkml:trace>
  <inkml:trace contextRef="#ctx0" brushRef="#br4" timeOffset="-68060.67">28842 13800 0,'-2'-2'0,"2"-2"0,2-3 16,-2-4-16,4-2 0,-4-3 0,5 1 15,-3-3-15,0 1 0,0-10 0,-2 9 16,0 1-16,-4-7 0,-1 2 0,-1 2 15,-3 0-15,-4 0 0,2 0 0,-7 5 16,0-1-16,-6 3 0,-2 0 16,-5 4-16,-4 2 0,-12 5 15,3 4-15,2 7 0,0 4 0,5 5 0,-1 11 16,-8 8-16,6 7 0,5 0 0,11-6 16,6-1-16,12-1 0,8-1 0,9 5 15,9-3-15,6 3 0,7-3 16,3-1-16,3-3 0,1-5 0,-3-1 15,1-10-15,4 1 0,2-7 0,4 0 16,3-6-16,-5-3 0,-8-2 0,-7-2 16,-7-5-16,-2-2 0,0-4 0,-4 0 15,-1-3-15,-6-4 0,0-4 0,-6-2 16,-5-5-16,0-2 0,-5 0 16,-1 0-16,-3 4 0,2 2 0,-1 5 15,-1 3-15,0 3 0,-2 3 0,0 6 16,2 1-16,-4-1 0,2 3 0,-5 4 15,1-3-15</inkml:trace>
  <inkml:trace contextRef="#ctx0" brushRef="#br4" timeOffset="-67854.67">28546 13904 0,'0'2'0,"0"-2"0,0 0 0,5 2 0,-1 3 0,3-1 0,6 5 0,2 0 0,7 2 15,9 4-15,2 1 0,0 1 0,-2-1 16,2 4-16,-4-3 0,0 1 0,-3-1 16,-2 3-16,1-4 0,-3-1 0,-2 1 15,2-1-15,-2 0 0,-5-1 16,0-5-16,-1-1 0,1-1 0,-2 4 16</inkml:trace>
  <inkml:trace contextRef="#ctx0" brushRef="#br4" timeOffset="-67362.46">29146 14444 0,'0'-2'0,"2"0"0,-2 2 0,2-3 0,1 3 16,-1 0-16,0 0 0,2-2 0,3 0 0,0 0 0,-1 2 15,-1-5-15,6-1 0,-5-1 0,1-4 16,2-2-16,-3-5 0,1-4 0,-3-9 15,1-2-15,-1 0 0,-4 2 16,2 0-16,1 5 0,-1 2 16,0 6-16,-2 0 0,0 5 0,0 4 0,2 5 15,1 0-15,-1 4 0,2 4 0,1 5 16,-1-5-16,7 9 0,-2 1 0,2 3 31,0 5-31,2 0 0,2 1 0,5 7 16,-4 1-16,1-4 0,-1-5 15,-5-2-15,0-5 0,-2-4 0,-3 0 16,-1-2-16,-3-2 0,0-5 0,0-2 16,3-5-16,-3 1 0,2-5 0,-1-4 15,-1-3-15,2 1 0,1-5 0,1 3 16,-1-1-16,-1-4 0,3 4 16,-3 3-16,3 8 0,-1-2 0,-1 5 15,1-1-15,3 3 0,-2 7 0,2-3 16,-1 7-16,1-3 0,0 3 0,2 0 15,-2 0-15,4 6 0,0 1 0,-2-1 16,3 1-16,-3-3 0,0 0 0,-3-2 16,1-2-16,-2-3 0,0 1 0,-5-5 15,0 3-15,0-5 0,-6 0 16,4-5-16,-2 1 0,-1-3 0,1-2 16,2-2-16</inkml:trace>
  <inkml:trace contextRef="#ctx0" brushRef="#br4" timeOffset="-66947.13">29234 13675 0,'-2'2'0,"2"-4"0,0 2 0,0-3 0,2 1 0,3 2 15,1-2-15,5 0 0,5 2 0,1 2 16,8-2-16,3 2 0,12 3 0,2-1 15,-2 0-15,-3 1 0,-4-1 0,-4 1 16,-5-3-16,-2 2 0,-6-4 0,-3 0 16,-7 0-16,1-2 0,-5 0 0,-2-3 15,-4 1-15,-3-5 0,-4 3 0,2 1 16,-4-1-16,-2-1 0,1-2 16,-5 0-16,3-4 0,-4 0 0,3-3 15,-1 1-15,0 4 0,1 0 0,-1 4 16,3 1-1,4-1-15,-3 5 0,6 0 0,3 2 0,-1 2 0,1 4 0,5 1 16,-2 4-16,4 5 0,-2-1 16,2 3-16,1 1 0,1 1 0,0 5 15,1-3 1,-1 4-16,1-2 0,3 9 0,-3-4 0,1-2 16,-1-3-16,-1-4 0,1-5 0,-1-2 15,-2-2-15,3-2 0,-3-7 0,2-2 0,-1-6 0,1 1 16,-2 1-16,0-1 0</inkml:trace>
  <inkml:trace contextRef="#ctx0" brushRef="#br4" timeOffset="-66359.07">29933 13278 0,'0'4'0,"5"-4"0,-5 0 0,2 4 0,2 5 16,3 0-16,-1 4 0,3 3 16,0 6-16,4 11 0,3 7 0,-3 4 15,2 2-15,1 5 0,4 15 0,-5-2 16,-2 2-16,3 16 0,-7-10 15,-7-12-15,-2-14 0,-5-6 0,-1-9 0,-7-5 16,4-4-16,-2 0 0,0-4 16,4 2-16,-4-3 0,2-3 0,0-3 15,1-3-15,1-1 0,3 0 0,-1-3 16,1 0-16,-1-4 0,3-2 0,-2-2 16,4-3-16,-2 1 0,-1 3 15</inkml:trace>
  <inkml:trace contextRef="#ctx0" brushRef="#br4" timeOffset="-66311.93">33864 16137 0,'0'0'0,"0"3"0,0-3 0,0 0 0,0 0 0,0 0 0</inkml:trace>
  <inkml:trace contextRef="#ctx0" brushRef="#br4" timeOffset="-66216.91">33864 16124 0,'0'-2'0,"0"2"0,0-2 0,0 0 0,0-1 0,0 1 16,0 0-16,0 0 0,0-3 0,0 3 15,0 0-15,0-3 0,0 3 0</inkml:trace>
  <inkml:trace contextRef="#ctx0" brushRef="#br4" timeOffset="-66153.9">33864 16071 0,'0'0'0,"0"0"0,0-2 0,0 0 0,0 2 0,0-2 0,0-1 16,0 1-16,0 2 0</inkml:trace>
  <inkml:trace contextRef="#ctx0" brushRef="#br4" timeOffset="-65789.57">29459 13765 0,'2'-2'0,"-2"2"0,5-5 0,-1 5 0,1-2 0,1 0 16,-1 0-16,1 2 15,-1-2-15,-3-1 0,2 3 0,-2-2 0,3 0 16,-5 0-16,0-1 0,-5-1 0,3 0 15,-4-1-15,-5 1 0,0-3 0,-5 3 16,1-3-16,-3 3 0,-2-5 0,-2 2 16,-4-1-16,-3-1 0,5 0 15,-3-2-15,1 2 0,2 0 0,2 0 16,0 1-16,-1 3 0,8-1 0,0 1 31,1 1-31,6-1 0,-1 3 0,9 2 0,0 0 0,-2-2 0,2 2 16,4 0-16,3 2 0,-3-2 0,5 2 31,2-2-31,4 0 0,1 0 0,1 0 16</inkml:trace>
  <inkml:trace contextRef="#ctx0" brushRef="#br4" timeOffset="-65599.95">29428 13558 0,'0'-3'0,"-4"1"0,4 2 0,-2 0 0,-3 0 15,1 5-15,-3-1 0,1 3 0,-1-1 16,-2 3-16,0 4 0,1 1 16,-3 1-16,-1 0 0,1 5 0,-2 5 15,-2-1-15,2 0 0,2 0 0,-3 1 16,3-3-16,0 0 0,2 0 0,-2-2 16,3-1-16,1 1 0,3-4 15,-1 1-15,1-1 0,-1-3 0,-1 0 16</inkml:trace>
  <inkml:trace contextRef="#ctx0" brushRef="#br4" timeOffset="-64626.23">30718 14206 0,'-2'0'0,"2"-2"0,0 0 0,0-1 16,0 3-16,0-2 0,2 0 0,3 2 16,1-2-16,3-1 0,0 3 0,4 0 15,2 3-15,1-1 0,4-2 0,2 4 16,11-1-16,0 1 0,2 0 0,-2-4 15,0 3-15,-4-3 0,-3-3 16,-1 1-16,-3-2 0,-5-1 0,-6 1 16,-2-1-16,-4-1 0,-5-1 0,-3-4 15,-3 7-15,-10-5 0,8 5 0,-3-3 16,0 3-16</inkml:trace>
  <inkml:trace contextRef="#ctx0" brushRef="#br4" timeOffset="-64484.76">30756 14058 0,'2'-2'0,"0"0"0,-2 2 0,2-5 0,0 1 0,5 2 0,2 0 0,2 2 16,2-3-16,3 1 0,3 2 15,1 0-15,4 0 0,10 2 0,-1-4 16,-2 4-16,2-2 0,-3 0 0,-3 5 16,-7 1-16,-3 1 0</inkml:trace>
  <inkml:trace contextRef="#ctx0" brushRef="#br4" timeOffset="-62995.13">15899 12649 0,'-2'0'0,"0"-2"0,0 0 0,2-5 0,0 5 0,0 0 16,4-3-16,-2 3 0,5 0 0,2-2 15,0 1-15,4-1 0,2 2 0,1 0 16,-1-1-16,5 1 0,9-2 16,4 4-16,2-5 0,5 5 0,1-4 15,6 4-15,12-4 0,3 1 0,-2-1 16,19 0-16,-4-1 0,0 1 0,-9-3 16,-6 3-1,-10-3-15,-3 0 0,1 1 0,1 1 0,1-1 0,3-1 0,-2 3 16,-3-5-16,-6 0 0,-4 3 15,1 1-15,1 1 0,0 2 0,2-3 16,-5-2-16,-1 3 16,-6 0-16,-1-1 0,-2 5 15,-3 2-15,-2-2 0,-2 5 0,-3-3 16,3 0-16,-4-2 0,3-4 0,-1 2 0,0-1 0</inkml:trace>
  <inkml:trace contextRef="#ctx0" brushRef="#br4" timeOffset="-62214.83">23451 9613 0,'0'0'0,"-5"-4"0,1 2 0,2-1 0,0-1 0,-3 0 0,5-1 15,-2 3-15,4-2 0,3-1 0,1 1 16,8-1-16,3 1 0,7 2 0,18-5 15,7 0-15,2 1 0,6 1 16,29-1-16,4-1 0,36 1 0,-14 1 16,12-1-16,-54 3 0,1-1 0,2-3 15,-14 5-15,-4-2 0,-6-1 0,-1-1 16,1 1-16,-1-1 0,-1-1 16,1 0-16,-8 3 0,0-5 0,-5 5 15,0-1-15,5 1 0,4 2 0,4 0 16,1-1-16,2 3 0,-5 0 0,-4 0 15,-5 5-15,-8-5 0,-3 0 0,-6 0 16,-2 0-16,-7 0 0,-7 0 0,3 0 16,-3 0-16,-15 0 0,7 0 0,2 0 15,0 0-15,-1 2 0,1-2 16,0 0-16,2 0 0,0 0 0,-2 0 16,2-2-16,4 2 0,1 0 0,-3 2 15,0 0-15,0-2 0,3 2 0</inkml:trace>
  <inkml:trace contextRef="#ctx0" brushRef="#br4" timeOffset="-58884.13">24657 15926 0,'0'-2'0,"-4"-1"0,-3-1 0,-4-1 0,0 3 16,0 2-16,-5 0 0,1 2 0,0 3 15,-3 4-15,-9 6 0,3 5 0,0 0 16,2 2-16,2-2 0,2 4 0,3 0 16,4 7-16,2 2 0,5 0 15,6 18-15,7-9 0,2-2 0,6-10 16,3-3-1,7-7-15,-3-3 0,0-1 0,3-3 0,-5-2 0,2-4 0,-4-3 16,-5-2-16,-1-4 0,-3 2 0,2 0 16,-2-2-16,0 0 15,0-3-15,-2-4 0,-5 3 0,0-3 0,-1-2 16,-6-2-16,1 0 0,-4-1 0,-1 1 16,-4-2-16,-2 1 0,0 3 0,2 3 15,0 1-15,-3 0 0,1 5 0,-2-2 16,-1 6-16,1 0 15,-1 3-15,1 1 0,2 3 0,-1 0 0,6 4 16,1-2-16,0 2 0,5-2 0,4 5 16,3-5-16,1 2 0,3-2 0,7 2 15,-1-4-15,-2 4 0,3-2 0,-1 0 16</inkml:trace>
  <inkml:trace contextRef="#ctx0" brushRef="#br4" timeOffset="-58519.1">25162 16001 0,'-2'-3'0,"-3"-1"0,-1 0 0,-3-1 16,-2 1-16,0 2 0,-2 2 0,-1 2 16,-1 2-16,-1 3 0,1 2 0,-5 8 15,0 3-15,7 7 0,2 1 0,2 5 16,0 0-16,5 3 0,4-1 0,2 2 15,3-6-15,1 0 0,3-7 16,2 1-16,2-5 0,3-5 0,-1-2 16,1-4-16,1-2 0,-1-3 0,1-2 15,-1-2-15,1-2 0,-1-2 0,-1-5 16,-1-2-16,-1 2 0,-2-4 16,-2-3-16,-3-4 0,-4 1 0,-2-6 15,0 1-15,-6 4 0,-5 0 0,4 7 16,-4 2-16,-2 5 0,-3-1 0,3 5 15,-4 4-15,1 0 0,3 5 0,0-1 16,-1 5-16,3 0 0,3 5 0,1-1 16,3 3-16,4-3 0,0 5 15,4-2-15,0-3 0,1 10 0</inkml:trace>
  <inkml:trace contextRef="#ctx0" brushRef="#br4" timeOffset="-58249.65">25587 15932 0,'-2'3'0,"2"-3"0,0 0 0,-2-3 0,2 3 16,-2 3-16,2 1 0,0 3 0,0-1 0,0 5 16,-2 2-16,2 3 0,0 4 15,0 2-15,0 6 0,2 14 0,-2 2 16,2 0-16,0 1 0,5-4 0,-3-3 15,-2-5-15,1-2 0,1-7 16,-4-2-16,0-4 0,0-3 0,0-1 0,-2-3 16,0-3-16,-1 1 0,1-4 15,0-1-15,0-11 0,0 5 0,-1 7 16,1 1-16,0 1 0</inkml:trace>
  <inkml:trace contextRef="#ctx0" brushRef="#br4" timeOffset="-57899.98">26013 16387 0,'0'2'0,"-4"-2"0,1-2 16,1 2-16,0 0 0,0 0 0,0 0 15,-1 0-15,3 2 0,0 0 0,3 0 16,-1 3-16,2-3 0,1 0 16,-1 0-16,3 3 15,-3-5-15,0 2 0,1-2 0,1 0 0,-1 0 0,-1 0 16,1 0-16,-3-2 16,2 2-16,1-5 0,-5 5 0,2-4 0,-2 2 0,-2-3 15,-1 5-15,-1-4 16,0 4-16,-1-2 0,-4 2 0,3 0 0,-3 0 15,0 2 1,0 0-16,1 0 0,-1 3 0,0-1 0,-2 0 0,2 3 0,0-3 16,3 5-16,-3-2 0,2 2 0,1-5 15,1 5-15</inkml:trace>
  <inkml:trace contextRef="#ctx0" brushRef="#br4" timeOffset="-57052.9">26423 16047 0,'0'-2'0,"2"-3"0,0-1 0,3-1 0,-1 1 15,-2-1-15,1 2 0,1 1 16,-2 2-16,3 0 0,-3 4 0,2 0 16,1 0-16,1 7 0,1 0 0,0 4 15,-1 3-15,1 1 0,2 5 0,6 14 16,-4 3-16,2 1 0,-2-3 0,-2 1 16,2-5-16,-4-2 0,-1-5 15,-1-1-15,-3-3 0,-2-5 0,2-1 16,-2-1-16,0-4 0,0-2 0,2 0 15,-2-5-15,3 1 0,-1-3 0,4 0 16,1-2-16,0 2 0,2 3 0</inkml:trace>
  <inkml:trace contextRef="#ctx0" brushRef="#br4" timeOffset="-56607.55">27177 15983 0,'-2'-4'0,"2"-5"0,0 9 0,-4-9 0,-1-2 0,-2 2 0,1-2 15,-7 0-15,-1 2 0,-1 3 16,-5-3-16,-9 4 0,3 3 0,-3 4 16,1 3-16,1 4 0,1 2 0,2 2 15,1 2-15,4 1 0,3-1 0,7 1 16,1 1-16,3-1 0,7 1 16,5-1-16,0-3 0,6 5 0,2-1 15,7 1-15,5 4 0,6-2 0,2 0 16,5 2-16,4-2 0,-2-3 0,0 3 15,-3-5-15,10 5 0,-12 0 0,-10 0 16,-7-2-16,-7-3 0,-4-2 16,-5-2-16,-2-2 0,-2 2 0,-4-2 15,-5 0-15,-2 0 0,-2-3 16,-3 3-16,1-2 0,-5-3 0,0 1 0,-4-1 16,0-2-16,0 0 0,1-2 0,1-2 15,3 0-15,3-2 0,1-3 16,4 0-16,2 1 0,4-3 0,3-2 15,4-2-15,1-5 0,5-2 0,1-6 16,0 6-16,2-9 0,9-8 0,-2-3 16,-1 0-16,-4 7 0,3 5 0,-7-1 15,2 5-15,-5 4 0,-1 0 0,-3 5 16,-6 3-16,-1 6 16,-4 4-16,1-1 0</inkml:trace>
  <inkml:trace contextRef="#ctx0" brushRef="#br4" timeOffset="-55923.88">23627 16204 0,'2'-5'0,"5"-4"0,2-6 0,4-3 16,3-2-16,-3 1 0,7-8 0,-5 3 16,-4 4-16,-2 0 0,-5 7 15,-4-3-15,-2 3 0,-4 4 0,-5 3 16,-7 1-16,-11 1 0,3 4 0,-18 4 15,-3 3-15,-6 4 0,-2 2 0,-9 5 16,-28 11-16,8 1 0,-13 17 0,26-3 16,23-11-16,13 0 0,6-9 15,11-4-15,5 0 0,6-2 0,10-1 16,10 1-16,9 2 0,13 0 0,7-3 16,9-1-16,28-1 0,7 0 0,-6 1 15,-5 4-15,-27 2 0,-2-2 16,-2 4-16,-6 0 0,-1-4 0,-6 4 15,-11-4-15,-4 2 0,-8-2 0,-5 4 16,-8 0-16,-4-1 0,-10 1 0,-8-2 16,-6 0-16,-4 0 0,-5-2 0,-11-5 15,6 1-15,-1-5 0,2 0 16,-3-5-16,1 1 0,3-5 0,1-2 16,9-2-16,6-2 0,5-5 0,4-2 15,5-3-15,2-1 0,4-7 0,4-2 16,3-7-16,4-9 0,1-4 0,12-18 15,-2-6-15,3 4 0,-3 7 0,-4 4 16</inkml:trace>
  <inkml:trace contextRef="#ctx0" brushRef="#br4" timeOffset="-55749.46">23083 15666 0,'0'0'0,"0"0"0,0 0 0,-3 0 0,1 2 0,2 0 15,0 5-15,0 4 0,0 8 0,2 6 16,3 8-16,4 20 0,0 2 0,2 4 15,4 30-15,0 1 0,3 31 0,2-15 16,0 17-16,-7-43 0,-2-1 0,0-2 16,-2-8-16,4-1 15,-4-6-15,2 0 0,0 2 0,-2-3 16,4-1-16,2-5 0,3-4 0,-5-1 16,3 1-16,-10 2 0</inkml:trace>
  <inkml:trace contextRef="#ctx0" brushRef="#br4" timeOffset="-54667.7">28368 15264 0,'0'-2'0,"2"-2"0,-2-1 0,0 1 16,2 2-16,0-3 0,-2 3 0,3 4 16,-1 3-16,-2 3 0,2 10 15,2 9-15,1 21 0,1 12 0,1 6 16,2 35-16,2 9 0,9 47 0,6 74 16,-4-92-16,-4-33 0,6 4 0,7-6 15,2-5-15,7-8 0,4-10 0,-2-10 16,-3-7-16,-8 4 0,-2-6 15,-3-7-15,-4-7 0,-2-3 0,-4-10 16,-1-7-16,-6 3 0,-5 2 0,-4-6 16,0-1-16,-4-1 0,-5-1 0,-2-4 15,-9-3-15,-4-1 0,-7-3 16,-11 0-16,-26-6 0,-11-5 0,-5-2 0,-13-7 16,13 7-16,-6 0 0,-3 0 15,-6 0-15,-9 5 0,0-3 0,-11 5 16,-5 4-16,-2-5 0,-6 1 0,-7-3 15,-2 3-15,-7 0 0,-6 4 0,0-3 16,-9 3-16,-1 3 0,-5-1 0,-3 0 16,-3 3-16,1-1 0,2 0 0,-2 1 15,4 1-15,-4 1 0,4 0 16,-2 2-16,5-5 0,-1 3 0,1-3 16,6-6-16,-5 2 0,12-4 0,6-1 15,5 1-15,11-5 0,4 0 0,4 0 16,12-2-16,4 5 0,9-5 15,8 0-15,7 0 0,10-5 0,10-1 16,8-3-16,12-2 0,9-2 0,6 0 16,7-1-16,0-1 0,2-3 0,5-4 15,2-2-15,2-7 0,2-6 16,7-8-16,-3-3 0,1-1 0,-5-8 16,-2-5-16,2-4 0,-2-7 15,-2 12-15,0 3 0,-3-3 0,1-5 0,-5-7 16,5 4-16,1 1 0,-1 4 0,4-2 15,-7-7-15,5 5 0,0 2 16,0 0-16,2 4 0,0-2 0,2-4 16,2 10-16,1 3 0,3 9 0,3 6 15,7 7-15,2 7 0,2-1 0,2-4 16,7 7-16,2-2 0,4 3 0,12 4 16,8 1-16,16 3 0,13 4 0,15 4 15,-8-2-15,8 3 0,9 3 0,5 1 16,11 0-16,-1 0 0,5 2 15,9 0-15,9 0 0,2-5 0,4 5 16,3-2-16,-3 0 0,9 2 0,0 0 16,12-2-16,-1-1 0,6 3 0,8-4 15,-1 2-15,5 0 0,0-3 16,0 1-16,-3-1 0,1 1 0,-3-3 16,-2 3-16,-2 0 0,-4-3 0,2-2 15,-5 3-15,3-1 0,-1-4 0,-4 2 16,3-4-16,-3 2 0,0-5 0,-2 5 15,0-4-15,0-1 0,0 3 16,0-7-16,-7 5 0,3-9 0,-5 4 16,0-7-16</inkml:trace>
  <inkml:trace contextRef="#ctx0" brushRef="#br4" timeOffset="103614.92">27806 7737 0,'-5'-2'0,"-10"-7"0,-5 0 0,-4 0 15,-16-4-15,0 2 0,-4 0 16,0 2-16,2 2 0,0-1 0,3 1 15,5 3-15,4-3 0,5 3 0,3-1 16,5 1-16,3 2 0,6-1 0,1 1 16,3 0-16,4 2 0,0 0 0,4 0 15,5 0-15,6-2 0,-2 0 0,7 2 16,7-5-16,1 3 0,10 0 16,2 0-16,1-1 0,19 1 0,0 2 15,1 0-15,3-2 0,22 0 0,-2-3 16,22 1-16,-14-3 0,-1-2 0,10 1 15,-26 3-15,-6-1 0,6-3 0,2 4 16,2 1-16,0 0 0,-1-1 0,5 7 16,1-6-16,7 6 0,-3 3 15,0-1-15,0 0 0,0 1 0,1 1 16,-8 1-16,1-3 0,2 1 0,-5-1 16,-2 1-16,-2-3 0,-2 0 0,6-2 15,5-4-15,-7 1 0,-2-1 0,-2-3 16,2 1-16,4 1 0,-2 3 15,-4-2-15,2 2 0,0-7 0,4 2 16,-1 7-16,-10-4 0,0 4 0,1 4 16,1-4-16,-6 5 0,0-1 0,-11 0 15,0 1-15,0-1 0,2 1 16,2-1-16,-4 3 0,-9-3 0,-4 3 16,-5-3-16,-2-2 0,0-2 0,0 0 15,1 0-15,1 0 0,2-2 0,3 0 16,-5 0-1,-2 2-15,-2-3 0,-7 3 0,-4-2 0,-2 0 0,-3 2 16,1 0-16,-5-2 0,0 2 0,-2 2 16,0-2-16,-5 0 0,-2 0 0,-11 0 15,3 0-15,3 0 0,3 0 0,3 0 16,1-2-16,-4 2 0,-4 2 0,1-2 16,3 0-16,-2 0 0,4 0 0,3 0 15,-3-2-15,0 2 0,1 0 16,-3 0-16,0 0 0,2 0 0,-2 0 15,0 0-15,0 0 0,0 0 16,0 0-16,-2 0 0,2 0 0,0 0 0,0 0 16,0 2-16,2 0 0,0 3 0,0 1 15,0-1-15,-2 4 0,5-3 16</inkml:trace>
  <inkml:trace contextRef="#ctx0" brushRef="#br4" timeOffset="104905.63">7417 10380 0,'2'-4'0,"-4"0"0,0-5 0,2 0 16,-4 0-16,1 0 0,3 1 0,0-1 16,0 2-16,5 1 0,-1-1 0,3 2 15,2-1-15,-3 4 0,5-3 0,2 3 16,3 0-16,-1 0 0,7 2 16,14-3-16,1 1 0,3 0 15,4-2-15,0 1 0,2 1 0,14-2 0,2-1 16,-1 1-16,12 4 0,-5-4 15,-12 4-15,-8 0 0,-10 0 0,-1 0 0,-4 2 16,7 0-16,-1 0 0,8 0 16,1 1-16,-4-1 0,-2 2 0,-4-2 15,-3 1-15,-2-1 0,0-2 0,0 0 16,5-2-16,1-1 0,-1 3 0,-1-2 16,-6 2-16,-2-2 0,-5 2 15,-4-2-15,-2 2 0,-3 0 0,-2 0 16,-4 0-16,0 0 0,-2-2 0,-3 2 15,0 0-15,1-3 0,-5 3 0,2 0 16,-9 0-16,-1 0 0,8 0 0,-3 0 16,1 0-16,7 0 0,-1 0 15,0 0-15,-10-2 0,4 2 0,6 0 16,0-2-16,-4 2 0,3 0 0,-1 0 16,-2 0-16,0 0 0,0 0 0,2 4 15</inkml:trace>
  <inkml:trace contextRef="#ctx0" brushRef="#br4" timeOffset="117391.32">27270 6251 0,'0'0'0,"0"0"0,0 0 0,4 0 0,1-5 16,3 3-16,3-2 0,3-1 0,1 3 15,5 0-15,15 0 0,3-3 16,4 1-16,6-3 0,3 1 0,22-1 16,-1 0-16,32 1 0,-3-3 0,18-2 15,-41 2-15,-1 9 0,7-4 0,2 4 16,0 0-16,-3 2 0,-1 2 0,2-1 16,-3-1-16,1 2 15,-1 1-15,1-3 0,6 0 0,-4-2 0,-5 2 16,5 3-16,2-10 15,5 3-15,1-2 0,1-3 0,4 3 0,0-1 0,0 1 16,2 2-16,-2-1 0,2 1 16,0 0-16,-2 2 0,-4 0 0,0 4 15,-3-1-15,-2 1 0,-4 5 0,4-7 16,-8 7-16,-1-5 0,-2 5 0,0-5 16,3 3-16,-5-5 0,-3 0 0,3 7 15,-2-4-15,7-3 0,-6-2 16,-1 0-16,-2 0 0,-3 4 0,3 1 15,-5-7-15,-7-1 0,-6-1 0,-9 4 16,-6 4-16,-5 1 0,-4 1 0,-5-1 16,-4-3-16,-5 0 0,-6-2 0,-5 2 15,3 1-15,-3-3 0,1 0 16,-16 0-16,6 0 0,10 0 0,-1 2 16,3 0-16,-3 0 0,5-2 0</inkml:trace>
</inkml:ink>
</file>

<file path=ppt/ink/ink7.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38:45.510"/>
    </inkml:context>
    <inkml:brush xml:id="br0">
      <inkml:brushProperty name="width" value="0.05292" units="cm"/>
      <inkml:brushProperty name="height" value="0.05292" units="cm"/>
    </inkml:brush>
  </inkml:definitions>
  <inkml:trace contextRef="#ctx0" brushRef="#br0">3065 6145 0,'-2'0'0,"-1"2"0,3-2 0,-6 0 0,1 0 0,5 2 15,-2-2-15,-2 0 0,4 3 0,0-3 16,0 0-16,0 0 0,6 0 0,-1 0 16,4 0-16,2 0 0,2 0 0,7 0 15,-3-3-15,8 1 0,14 2 16,8-2-16,1-2 0,12-1 0,23-1 16,-3-1-16,26-2 0,-7 0 0,26-6 15,-54 4-15,-11 2 0,-3-2 0,-4 2 16,11 3-16,-3-3 0,-1 4 15,-11 3-15,-8 0 0,-5 0 0,-1-1 16,2 1-16,3 2 0,0 0 16,-3-2-16,-8 2 0,2 0 0,-9 2 0,-4-2 15,-1 2-15,-4-2 0,7 0 0,-7 0 16,-2-2-16,3 0 0,-3 2 16,-5-2-16,10 0 0,-3-1 0,-6 1 15,4 0-15,2 0 0,-4 0 0,2 2 16,-2-3-16,-3 1 0,3 2 0,-2-2 15,-3 0-15,3 2 0,-5 0 16,-9-2-16,5 2 0,0-3 0,0 3 16,2 0-16,0 0 0,0 0 0,0 3 15,0-3-15,0 0 0,0 0 0,2 0 16,0 0-16,0 0 0,3-3 0,-3 3 16,-2 0-16,0 0 0,0 0 0,0 0 15,0 0-15,0 0 0,0 0 16,0 0-16,0 0 0,0 0 0,0 0 15,0 0-15,0 0 0,-2 0 0,2 3 16,0-1-16,-5 2 0,3 1 16</inkml:trace>
  <inkml:trace contextRef="#ctx0" brushRef="#br0" timeOffset="2622.08">3129 6661 0,'0'2'0,"0"-2"0,0 0 0,-5 2 0,3-2 0,2 0 0,0 0 16,0 3-16,-2-1 0,0 2 15,-3-2-15,-1 1 0,-3-1 0,-4-2 16,-3 2-16,-4 2 0,-6 3 0,-5-3 16,5 5-16,1-2 0,3-3 15,2 3-15,7-3 0,2 3 0,2-3 16,5 1-16,2-1 0,2 0 0,0 1 15,0 2-15,6-1 0,1-1 0,2 3 16,2 1-16,-5 0 0,3 0 0,0 2 16,-5 2-16,3-2 0,-5 7 15,-8 2-15,1-1 0,-8 1 0,0-2 0,-7 2 16,0-3-16,2-1 0,-4 1 16,5-1-16,-1-1 0,7-4 0,-2-2 15,4-4-15,5 1 0,-1-4 16,5 1-16,5-3 0,1 0 0,1-5 15,4 1-15,2-5 0,3 0 0,1 0 16</inkml:trace>
  <inkml:trace contextRef="#ctx0" brushRef="#br0" timeOffset="3097.69">3131 6857 0,'0'0'0,"0"2"0,0-2 0,0 0 0,0 0 0,0 5 0,0-5 16,0 2-16,0 0 0,0 0 15,0 3-15,-2-5 0,2 4 0,2-2 16,-2 1-1,9 1-15,-3-4 0,5 2 0,3-2 0,5-2 0,-5-2 0,8-1 16,2-6-16,0 0 0,-2-2 16,-2 0-16,-4-3 0,-5 3 0,-3 0 15,-3 2-15,-3 2 0,-2 2 0,-2 1 16,-7 1-16,2 3 0,-10 0 0,1 6 16,-6 1-16,0 1 15,5 5-15,-3 3 0,-2-1 0,8 2 0,1 1 0,2 4 16,5-3-16,1-1 0,5 1 15,0-1-15,2-1 0,5 3 0,0-3 16,12 3-16,-8-5 0,7-4 16,11 2-16,-5-2 0,2-5 0,5-4 15,-4-4-15,-1-5 0,5-7 0,-2-3 16,2-6-16,-5-3 0,5-5 0,-5-3 16,10-6-16,-10 7 0,-2 9 0,-6-1 15,-2-6-15,-8-2 0,-3 0 0,-5 13 16,-2 11-16,-3 8 0,1 3 0,-3 7 15,0 2-15,3-3 0,-5 5 0,0 3 16,3 1-16,-5 5 0,4 2 0,1 2 16,1 0-16,1 7 0,2-4 15,2 1-15,0-1 0,0 2 0,4-5 16,5 7-16,-5-3 0,3-6 16,-3-2-16,3-4 0,-5-5 0,2-2 15,1-1-15,-5-3 0,0-3 0,4-2 16,-4-2-16,2 2 0</inkml:trace>
  <inkml:trace contextRef="#ctx0" brushRef="#br0" timeOffset="3240.99">3442 6884 0,'0'0'0,"0"0"0,0 0 0,0 0 0,0 0 16,6 0-16,-1-3 0,4 1 0,4 2 15,4-2-15,-3 0 0,10 2 0,0-5 16,0 5-16,14-6 0,-3 4 0,1-1 15,-1-1-15,-4-3 0,-5 1 16,5-5-16,-5 2 0,-8-2 0,2 6 16,-7 1-16</inkml:trace>
  <inkml:trace contextRef="#ctx0" brushRef="#br0" timeOffset="3574.39">3953 6765 0,'0'0'15,"-2"2"-15,2 0 0,0 5 0,0-1 0,2 5 0,-2 0 16,5 2-16,1 5 0,-3-2 0,1 1 15,7 5-15,-2-2 0,2 0 16,0-2-16,0-3 0,0-2 0,2-4 16,-2-2-16,0-3 0,0-2 0,2-4 15,-2-2-15,0-1 0,3-10 16,-1-1-16,2-1 0,-4 1 0,3-10 16,-3 2-16,0 2 0,-3 2 0,4 2 15,-10 5-15,7 4 0,-9 2 0,2 5 16,0 0-16,0 4 0,-2 5 0,5 2 15,-5 4-15,0 2 16,0 1-16,2 1 0,0-1 0,0 8 0,-2-2 16,7 0-16,-5-2 0,5-2 15,-1-3-15,3 0 0,2-6 0,2 0 16,1 0-16,-1-5 0,4-1 0,1-3 16,2 0-16,2-5 0,-4 1 15,-1-3-15</inkml:trace>
  <inkml:trace contextRef="#ctx0" brushRef="#br0" timeOffset="3925.37">4588 6806 0,'0'0'0,"0"0"0,0 0 0,3 3 0,-1 1 0,4 3 16,-3 1-16,1 6 0,0-1 0,-1 2 15,1 5-15,3 9 0,-5 0 16,7-1-16,-5 3 0,5-4 0,-5-1 16,5 0-16,-5-1 0,5-3 0,-2 2 15,-3-4-15,3-3 0,-5 1 0,5-5 16,-7-2-1,4-2-15,-4-2 0,0-3 0,0-2 16,-4-4-16,2 0 0,-3-5 0,3 3 16,-5-5-16,3-2 0,-3-4 0,3-3 15,-1-4-15,1-7 0,2-4 0,0-9 16,2-2-16,0-17 0,2 1 0,2 9 0,3 5 0,4 6 16,-4 5-16,-1 6 0,5 5 15,0 6-15,2 5 0,1 4 0,1 7 16,3 2-16,-5 2 0,5 5 0,-3 2 15,0 2-15,-1 0 0,-3-2 0,-2 4 16,-3-2-16,-1 4 0,-5-1 0,-5 1 16,-1 1-16,-5-3 0,2 0 0,-2-2 15,-5 4-15,3-1 0,-9-1 16,4 0-16,-2 0 0,-2 1 0,0-3 16,0-3-16,2 3 0</inkml:trace>
  <inkml:trace contextRef="#ctx0" brushRef="#br0" timeOffset="5204.66">13119 6268 0,'-4'3'0,"-5"-3"0,-5 0 0,-1 0 0,0 0 0,-1 2 0,1 0 16,6-2-16,-2 0 0,6 2 15,1-2-15,4 2 0,4-2 0,5 0 16,7 0-16,8-4 0,7 0 0,20-1 15,8-1-15,12-1 0,39-2 16,51-4-16,77-7 0,-128 13 0,5 3 16,6-3-16,-6 16 0,-3-9 0,1 9 15,-1-11-15,-2 2 0,-4 7 16,-4-7-16,-5 8 0,-7-1 0,5 2 0,-5-5 16,-4-2-16,-13-6 0,2 4 0,-13 2 15,8 7-15,5-2 0,-15-3 0,4 0 16,-14-4-1,-12-4-15,-7 4 0,-5 0 0,-2 0 0,1 0 0,-8 0 16,1 2-16,-5 0 0,-4-2 16,-5 0-16,3 3 0,-5-3 0,-11 0 0,5 0 15,8 0-15,-1 2 0,1-4 0,-13 2 16,11 0-16,3 2 0,-3 0 16,-2 0-16,0 5 0,-2-3 0,0 3 15,-1-1-15</inkml:trace>
  <inkml:trace contextRef="#ctx0" brushRef="#br0" timeOffset="10284.25">5611 14590 0,'0'2'0,"0"-2"0,0 0 0,3-2 15,1 2-15,3 0 0,1 0 0,3 0 16,-2 2-16,7-2 0,-1 0 0,5 2 16,-2 0-16,6-2 0,-4 0 0,13 5 15,-7-5-15,5 2 0,0 0 16,4 0-16,5 0 0,0-2 0,17 3 16,0-3-16,1-3 0,8 1 0,-13 0 15,-7-2-15,7-1 0,4 1 0,9-1 16,-11 1-16,-2 0 15,-2 1-15,-5-1 0,12 0 0,3 1 0,6 1 16,3-2-16,-10 1 0,-1 1 0,3-2 16,9 2-16,6-3 0,-7 1 0,-1-1 15,-10 1-15,12-3 16,12 3-16,-8 4 0,-2-4 0,-2-1 0,2 1 16,6-1-16,-2 1 0,-2 2 0,-4 0 15,6-3-15,2-1 0,1 3 0,-8-3 16,3-1-16,5 3 0,-3-1 0,11-1 15,0 3-15,-4-1 0,6 2 16,-1-3-16,-6 5 0,1-2 0,-2 0 16,-3 2-16,0-2 0,3-3 0,-7 3 15,2 2-15,3 0 0,-1-4 0,0-1 16,-2 5-16,1-4 0,-1 0 0,4-3 16,-1 3-16,-3-5 0,0 7 15,2 2-15,5-3 0,-2 1 0,-3 0 16,5 2-16,-2-5 0,1 1 0,-3 0 15,-3 4-15,-2-3 0,2 1 0,0-2 16,-6-3-16,-1 3 0,-1 4 0,3-2 16,1-1-1,-2 1-15,-5-4 0,-2 3 0,4 3 0,9-6 0,-2 1 16,-6 1-16,-5 2 0,0 2 0,8 2 16,1-6-16,-2 4 0,-10-3 0,-1 6 15,2-1-15,-3 2 0,10-2 0,-3-4 16,-5 2-1,-1 0-15,-1 5 0,3-1 0,4-2 0,-4-2 0,0-2 16,-5 0-16,-2 4 16,3 5-16,6-5 0,-1 0 0,1-4 0,-8 0 15,-10 4-15,-4 0 0,2 2 0,0 1 16,4-5 0,1 0-16,-3 0 0,-6 0 0,-3 0 0,-6-2 0,2 4 0,0 0 15,-2 2-15,5 1 16,1-5-16,1 0 0,-1-5 0,-4 1 0,-2 0 0,-5 1 15,-1 3-15,-5-2 0,-3 0 16,-1 2-16,-1 2 0,-4 0 0,-2-2 16,0 3-16,-3-3 0,-1 2 0,-5 0 15,-3-2-15,-1 2 0,4-2 0</inkml:trace>
  <inkml:trace contextRef="#ctx0" brushRef="#br0" timeOffset="11561.06">9860 15229 0,'0'0'0,"2"0"0,-2 0 0,5 0 0,1 0 0,3 4 0,0 3 16,2-3-16,0 3 0,0 2 0,2 2 15,-4 2-15,2 0 0,-2 3 16,-2 4-16,-1 6 0,-4 1 0,-2 1 16,-4 1-16,-3 0 15,-1-1-15,-8-1 0,1-1 0,-7 1 0,-3-3 0,-10 7 16,0-3-16,-3-1 0,-1-1 0,-5-1 16,-16 3-16,1 1 15,-1-5-15,3-2 0,6-2 0,2-2 0,5-1 16,-11-1-16,-4 1 0,-3-1 0,2-7 15,1-1-15,2-1 0,-10-3 0,-8 1 16,5-1-16,4 1 0,0-5 0,2 0 16,-7-7-16,-2 3 0,12-3 15,-3 0-15,4-1 0,-2-6 0,3-1 16,-7-1-16,4-3 0,5-3 0,6-5 16,-2 1-16,7 1 0,-3 1 0,-4-2 15,-2 1-15,4-1 0,7 0 0,9-1 16,6-2-16,1 1 0,4-10 0,-1-1 15,1-6-15,2 1 0,4 0 16,3 2 0,-3 1-16,7 3 0,-4-2 15,8-2-15,3-4 0,4-5 0,0 1 16,6-1-16,-1 2 0,4 5 0,2 5 16,2-1-16,7-6 0,2-3 0,2 1 15,0-1-15,-2 5 0,-2 7 0,0 1 16,4 1-16,3 0 0,1-3 15,5 1-15,5-3 0,6 0 0,5-1 16,1 1-16,-1 7 0,-5 4 0,0 5 16,0 0-16,7 6 0,2-2 0,4 0 15,3 0-15,-5 1 0,-2 3 0,2 3 16,2 4-16,7 0 0,4 3 0,-4-3 16,-4 2-16,-3 5 0,3 2 15,6 2-15,4 5 0,-6-3 0,-2 3 16,-7 2-16,0 2 0,3 0 0,3 0 15,3-2-15,-4 4 0,-9 4 16,-3 8-16,3-8 0,-3 1 0,1 0 16,6 1-16,-7 1 0,-4 2 0,-4 5 15,-7-1-15,2 5 0,1 0 0,1 7 16,1-5-16,-1 4 0,-1-4 16,-3 0-16,-5 0 0,-1-4 0,-10 4 15,1-2-15,-5 4 0,-2 5 0,-2 4 16,-5 2-16,3-4 0,-3 0 0,-4-4 15,0-3-15,0-2 0,0 2 0,0 0 16,-2 3-16,0 4 0,-2-5 0,1 1 16,-1-3-16,0-2 0,-3 0 15,-2-2-15,-4 4 0,0-4 0,-3 2 16,1 0-16,-7 3 0,-7-1 0,1 0 16,-8-2-16,3-2 0,-2-4 0,-3-5 15,3 4-15,2 1 0,2-3 0,3 0 16,1 0-16,-2-2 0,1 0 0,-5 0 15,-5-2-15,3 5 0,-3-6 16,1-1-16,4-3 0,2-3 0,5 1 16,-3-2-16,2-2 0,1 2 0,-5-3 15,-2-3-15,-4-1 0,-3-2 0,2 1 16,1-3 0,4 0-16,4-3 0,-2 1 0,3 2 0,1 0 0,1 0 0,1 0 15,3-2-15</inkml:trace>
  <inkml:trace contextRef="#ctx0" brushRef="#br0" timeOffset="17776.15">20604 15948 0,'3'0'0,"-1"-2"0,-2 2 0,2 0 0,0 2 0,-2-2 16,5 4-16,-3-2 0,2 1 0,-2-1 16,3 0-16,-1 5 0,3-5 0,0 0 15,1 2-15,3 1 0,0 1 16,5-1-16,1-1 0,3 1 0,13 1 15,3-1-15,3-1 0,5 1 0,5-3 16,15 0-16,0-6 0,-2 4 0,15-9 16,-9 0-16,-6 2 0,-7-6 15,-9-2-15,-8-5 0,-3-2 0,-4 4 16,2 0-16,2-1 0,-2-6 0,0 1 16,-2-5-16,-4 1 0,-3-1 0,-4-2 15,-3 7 1,-1-2-16,-1 1 0,-1-1 0,-1-5 0,-4 0 0,-1-9 0,-3 1 15,4 1-15,-5 3 0,3 2 16,-5 2-16,2 2 16,-2 1-16,1 1 0,-1 3 0,-2-3 0,-5-1 0,1-7 15,-3-3-15,1-2 0,-3 5 0,2 0 16,-1 4-16,1 4 0,-2 1 0,3 4 16,-3 0-16,-2 2 0,-3 0 0,-1 0 15,-3 1-15,-1-1 16,-4 2-16,-5 0 0,-1 3 0,-6 0 0,-7 1 15,0 3-15,2 0 0,3 0 0,-1 5 16,-3-1-16,-8 3 0,-2 4 0,-2 0 31,-2 0-31,11 4 0,2-2 0,3 5 16,-5 2-16,-7 2 0,-7 2 16,-3 2-16,1 1 0,7-1 0,3 3 15,-3 0-15,-2 4 0,-5 4 0,3 0 16,2 1-16,2-5 0,9 2 0,-1 5 15,4 4-15,-1 9 0,0 4 16,4 5-16,3-3 0,11-1 0,2-3 16,6-7-16,5 1 0,2 1 0,3 6 15,4 1-15,-1 7 0,8-3 0,-1-3 16,3-5-16,-3-7 0,1-2 0,6 2 16,2 3-16,7-1 0,2 5 0,2-7 15,5 1-15,-1-8 0,8-6 16,-3-2-16,2-2 0,0-3 0,-2 1 15,3-5-15,3-2 0,3-1 0,5-3 16,1-3-16,1 0 0,-1-2 0,-6-2 16,-5 0-16,3 0 0,-5-5 0,5 3 15,2-3-15,-2 0 0,-5-1 0,-2-1 16,-4-2-16,-3 2 0,1 0 16,-8 0-16,1 0 0,-2 1 0,-3-1 15,-4 2-15,3-4 0,-6 5 0,-1-3 16,0 0-16,1 2 0,-3 1 0,-3 3 15,0-1-15,-2 0 0,0 1 0,-4 1 16,2 0-16,-3 0 16,-1 2-16,-1 0 0,3 0 0,-3 2 0,3 0 15,-1-2-15,5 0 0</inkml:trace>
  <inkml:trace contextRef="#ctx0" brushRef="#br0" timeOffset="17967.22">21008 16151 0,'0'-3'0,"0"1"0,0 2 0,-2-4 0,0-1 0,2 1 15,2 0-15,-2 1 0,2 3 0,-2-2 16,0 2-16,0 2 0,2-2 0</inkml:trace>
  <inkml:trace contextRef="#ctx0" brushRef="#br0" timeOffset="18221.5">20948 16093 0,'0'0'0,"-4"0"0,4 0 0,-2 0 15,0 2-15,-1 1 0,3-1 0,-2 2 16,0 1-16,2-1 0</inkml:trace>
  <inkml:trace contextRef="#ctx0" brushRef="#br0" timeOffset="24664.64">21407 6753 0,'0'0'0,"0"0"0,2-2 15,0 0-15,1 0 0,3 0 0,1-1 16,2 1-16,2 0 0,0-2 0,4-1 15,3 3-15,2 0 0,6-3 0,1 5 16,3-2-16,3 0 0,1-2 31,1-3-31,5 0 0,-3 1 0,0 1 16,12-1-16,-3 1 0,1 3 0,1-2 16,1 2-16,4-3 0,-5-4 0,-4 5 15,-6 2-15,-3-3 0,7 5 0,-3 2 16,1 1-16,2-3 0,-4 0 15,-3-7-15,0 0 0,-4-4 0,-2 9 16,-1 0-16,-1 4 0,-1-2 0,1 2 16,-3-2-16,-2 7 0,0-3 0,2 1 15,-2-1-15,-2-4 0,0 0 16,-2 0-16,-1 0 0,-1 0 0,-1 0 16,-4 0-16,0-2 0,0 0 0,-2 2 15,-2-2-15,-1-1 0,-1 3 0,-1 3 16,0-1-16,-4-2 0,-6 4 0,1-4 15,3 0-15,7 0 0,-3-2 0,0 2 16,-2-2-16,0 2 0,0 0 16,0 0-16,2 0 0,0 2 0,-2 0 15,0 0-15,0 5 0,-4-5 0,6 3 16,-2-5-16</inkml:trace>
  <inkml:trace contextRef="#ctx0" brushRef="#br0" timeOffset="41450.92">25731 9558 0,'0'-4'0,"0"-1"0,0 5 0,2-9 0,0-2 0,-4 3 0,0-3 0,0 0 16,-3 2-16,1-2 0,2 0 15,-1-3-15,3 3 0,-2-2 0,0 2 16,2-2-16,2 0 0,0-1 0,1-1 16,-1 0-16,2-1 0,1-1 0,1 1 15,1 1-15,-3 6 0,-2 0 16,3 0-16,-3 7 0,0-2 0,0 4 15,-2-3-15,0 1 0,3 4 0,-3 1 16,0 1-16,-3 7 0,3 2 0,0 3 16,-2 6-16,0 2 0,0 2 0,-3 1 15,3 4-15,0 6 0,-2 18 16,1 3-16,1-1 0,0 18 0,0-7 16,0-4-16,4-2 0,2 13 0,-4-4 15,5-8-15,-3-10 0,0-6 0,2-8 16,-1-1-16,-1-1 0,4 3 0,3 2 15,2 0-15,-2 2 0,0-4 16,0-7-16,-3-5 0,-1-3 16,-1-6-16,1 1 0,-3 0 0,-2-4 0,2-3 15,-4 0-15,2-2 0,-2 0 0,2 0 16,-3 0-16,3-2 16,-4-2-16,2 1 0,-3-1 0,-1-3 0,-1 1 15,-2-1-15,3 3 0,-3-3 0,-2 1 16,0-1-16,-2 0 0,-3 3 0,-4-2 15,-6-1-15,-1 3 0,-17 1 0,-2-3 16,0-1-16,-1-2 0,3 1 0,0-1 16,-4 0-16,-1-2 0,-2 4 15,-4 5-15,-2-2 0,2-7 0,2 0 16,2 2-16,-2 5 0,-6 1 0,-5-1 16,-2-3-16,-9-1 0,2 3 0,5-1 15,-1-1-15,5 3 0,-4-3 0,8 1 31,1 3-31,6 1 0,4-2 0,1 4 16,2-2-16,-3-1 0,1 1 0,4-2 0,4-3 0,0 1 0,1-1 16,-3 1-16,-9-3 15,-4 2-15,-7 3 0,3-3 0,3 3 0,3-3 0,-6-2 16,-1 3-16,1-3 0,6 2 0,11-1 16,9 1-16,4 0 0,5-1 15,-2 1-15,4-4 0,-3 0 0,1-2 16,0-3-16,-3 1 0,-1 0 0,-1-1 15,-2 1-15,0-3 0,3 3 0,-1-3 32,5 1-32,-1-1 0,1 3 0,2-3 15,0 0-15,0 1 0,2-1 16,0 0-16,7 3 0,-2-3 0,4-1 16,0 3-16,4-6 0,0 5 0,-1-3 15,3-2-15,-1 0 0,1-5 0,1-4 16,-1 1-16,3-10 0,-2-6 15,-3-5-15,1-2 0,-6 0 0,4-6 16,-6 1-16,3 3 0,-4-2 0,2-7 16,-3-2-16,5-2 0,2-1 0,-2 8 15,3 1-15,1-2 0,-2 1 0,0-5 16,-2-1-16,7 3 0,-3 3 16,-1 3-16,-1 3 0,0-2 0,0-5 15,2 7-15,1-4 0,-1 8 0,1 9 16,1 5-16,-1 1 0,1 8 0,3 4 15,2 2-15,2 4 0,0-2 0,1 0 16,3 3-16,3-1 0,2 1 0,2-1 16,5 2-16,2-1 0,4 1 15,7-1-15,9 4 0,8-5 0,3 0 16,19-4-16,-1-6 0,-5-1 0,-3 5 16,3 4-16,7 0 0,13-4 0,-16 2 15,3-2-15,-5 6 0,13 1 0,3-3 16,-1 0-16,-1 0 0,3-2 15,1 2-15,2 0 0,-2-2 0,0 3 16,4-1-16,-6 4 0,3-1 0,4-1 16,-3 5-16,6-3 0,-8 5 0,0 0 15,-5 0-15,3-2 0,4 2 16,-13 2-16,-1-2 0,-8 3 0,2-3 16,5-3-16,8 3 0,-8 0 0,-7 0 15,-7 0-15,-2 0 0,-2-2 16,7 0-16,-3 2 0,-4-2 0,-7 2 15,-10 2-15,-6-4 0,-3 4 0,-1-4 0,-1 2 16,-1 0-16,-4 0 0,-5-2 16,-2 2-16,-6 0 0,0 0 0,-1 0 15,-1 0-15,-3 0 0,-11 0 0,5 0 16,1 0-16,1 0 0,0 0 0,6 0 16,-1 0-16,-3 0 0,-3 4 0,8-4 15</inkml:trace>
  <inkml:trace contextRef="#ctx0" brushRef="#br0" timeOffset="42199.28">23914 9386 0,'0'0'0,"0"0"0,0 0 0,0 2 0,0-2 0,-4 3 0,1-3 15,1 0-15,-2 2 0,-1-2 0,3 2 16,-2-2-16,-1 2 0,3 0 0,0 1 16,-3 1-16,3 0 0,0 1 0,0-1 15,2 3-15,2-1 0,0 1 0,-2 0 16,7-1-16,-5 1 0,5-1 15,-3 3-15,5-4 0,0 4 0,2-5 16,0 3-16,0-1 0,0-1 16,2-1-16,-4-2 0,2 3 0,2-5 0,-4 2 15,2-4-15,-2-1 0,0 1 16,-1-2-16,1-1 0,0-3 0,-2 1 16,-3-2-16,3 0 0,-3-2 0,1 2 15,-3-2-15,0 0 0,-2 0 0,-2 0 16,0 5-16,-1-3 0,-1 2 15,-3 1-15,1 1 0,-5 1 0,2 2 16,-4-1-16,2 3 0,-5 0 0,1 3 16,-1-3-16,1 2 0,-1 2 0,3-2 15,2 1-15,2 1 0,1 1 0,1-1 16,0 3-16,5-3 0,0 0 16,2 3-16,4 0 0,1 1 0,4-1 15,2 4-15,0 0 0,0 2 0,-3-2 16</inkml:trace>
  <inkml:trace contextRef="#ctx0" brushRef="#br0" timeOffset="68503">28434 9512 0,'-5'0'0,"3"-5"0,0 1 0,-2 0 0,-1-3 0,3 3 16,2 1-16,-2-1 0,2-1 0,0 5 15,0-2-15,2 0 16,-2 4-16,2 0 0,3 3 0,-1-1 0,0 5 0,1 2 16,-1 2-16,1 5 0,1 2 15,-1 4-15,4 7 0,-3 0 0,3 0 16,-2 0-16,-1-3 16,-1-1-16,1-3 0,-1-4 0,-3 0 0,2-7 0,1 2 15,-3-6-15,0 0 0,-2-2 0,0-7 16,0 0-16,0 4 0,2-2 0,3-4 15,-3 0-15,2-5 16,3 1-16,-3-8 0,7-1 0,0-9 0,5-5 16,10-24-16,3-6 0,6-5 0,18-31 15,18-42 1,37-57-16,-51 108 0,9 0 0,9-4 0,2-3 0,5 3 16,-1 8-16,1 3 0,-7 8 0,-2 5 15,-3 4-15,3 12 0,2 5 0,7 6 16,-1-19-16,1-1 0,6-9 0,-9-1 31,5 16-31,-9 3 0,-2-1 0</inkml:trace>
  <inkml:trace contextRef="#ctx0" brushRef="#br0" timeOffset="79587.11">10149 14382 0,'0'-2'0,"2"0"0,-2 2 0,2-2 0,1-3 0,-1 3 15,0 0-15,0-3 0,-2 5 0,2-2 16,-2 2-16,3-2 0,-1 2 16,-2 0-16,0 2 0,2 0 0,0 3 0,3-1 15,-1 1-15,3-3 0,1 0 16,1-2-16</inkml:trace>
  <inkml:trace contextRef="#ctx0" brushRef="#br0" timeOffset="79746.74">10160 14477 0,'0'0'0,"-2"-4"0,-3-1 0,1 1 0,-3 2 16,3-1-16,4 3 15,-4-2-15,4 2 0,2 0 0,0 2 0,0 1 16,3-1-16,-1 2 0,0 1 0,-1 1 16</inkml:trace>
  <inkml:trace contextRef="#ctx0" brushRef="#br0" timeOffset="79905.33">10010 14609 0,'-2'0'0,"-5"-4"0,7 4 0,-9-4 0,-2-1 0,0 1 16,3 2-16,-6-1 0,3 3 0,0 3 16,0-1-16,0 2 0,2-2 15</inkml:trace>
  <inkml:trace contextRef="#ctx0" brushRef="#br0" timeOffset="80514.5">2619 14545 0,'0'3'0,"-4"-6"0,2 1 0,2 2 0,0-2 0,0 2 16,0 0-16,4 2 0,5 0 0,-5 3 16,5 1-16,0 1 0,-5 0 15</inkml:trace>
  <inkml:trace contextRef="#ctx0" brushRef="#br0" timeOffset="80849.97">6350 14508 0,'0'2'0,"0"-2"0,0 0 0,2 0 0,0-2 16,3 2-16,1 2 0,3 0 0,-7-2 15</inkml:trace>
</inkml:ink>
</file>

<file path=ppt/ink/ink8.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41:00.845"/>
    </inkml:context>
    <inkml:brush xml:id="br0">
      <inkml:brushProperty name="width" value="0.05292" units="cm"/>
      <inkml:brushProperty name="height" value="0.05292" units="cm"/>
    </inkml:brush>
  </inkml:definitions>
  <inkml:trace contextRef="#ctx0" brushRef="#br0">24101 11421 0,'0'2'0,"-2"-2"0,0 0 0,2 0 0,0 0 0,0 0 0,0 3 16,-2 1-16,2 0 0,0 3 0,-2 2 16,-1 4-16,3 0 0,-4 3 15,2-1-15,-3 3 0,-1 6 0,-1 0 16,-2-2-16,3 0 0,-3 0 0,-2-4 16,0 2-16,0-2 0,-5-1 0,1-1 15,-5-1-15,0-2 0,0 1 0,-4-1 16,2-4-16,0 2 0,-2 0 15,-1-3-15,3 1 0,-6-4 0,-1-1 16,-2-2-16,-2 1 0,0-3 0,-2 0 16,0 0-16,1-5 0,4 3 0,1 0 15,0-3-15,3 1 0,2-5 0,2 2 16,-1-1-16,4-3 0,-6 2 16,1-4-16,0-1 0,0 1 0,-1-5 15,-1-1-15,4 1 0,0 0 16,2-4-16,2-2 0,3-2 0,-3-3 0,3-2 15,2 2-15,-1-1 0,6-1 0,-4 2 16,4 0-16,-3 3 0,4-1 0,-2 1 16,5-1-16,-3 1 0,3-3 15,2 1-15,-1-3 0,1 2 0,0 0 16,2 3-16,4-3 0,1 3 0,-3-1 16,2 3-16,1-2 0,-1-3 15,7-2-15,-2-2 0,2-2 0,7-3 16,-3 1-16,-2 2 0,3 4 0,1 7 15,-3-3-15,6 3 0,-1 2 0,1 2 16,0-2-16,0 6 0,0-1 0,2 1 16,0-1-16,2-1 0,0-2 0,1 3 15,-1-3-15,-2 4 0,2-1 16,-4 3-16,-2 1 0,1 2 0,4-2 16,-1 2-16,4 2 0,1-2 0,1 4 15,1 1-15,-1-1 0,1 3 0,0 2 16,-5-1-16,-2 3 0,0 3 15,-4-3-15,-1 4 0,-1-2 0,-1 3 16,-1-1-16,-3 0 0,4 1 0,-2 4 16,0-3-16,3 3 0,-1-2 0,5 2 15,0 2-15,2 0 0,0-3 0,0 3 16,-2-2-16,-2 2 0,1 0 16,-1-2-16,0 4 0,-5-2 0,-2 0 15,-2 3-15,2 1 16,-2 1-16,-3-3 0,3 2 0,-2 1 0,-3 1 0,3-1 15,-1 4-15,-1-7 0,1 2 0,-1-2 16,-1 3-16,1-1 0,-1-1 0,0 1 16,1 3-16,1-1 0,-1 3 15,-1 0-15,1 0 0,-1 2 0,1 2 16,-3 0-16,2 1 0,1 1 0,-3-2 16,-2 1-16,0-3 0,0 2 0,0-2 15,-2 0-15,-1 2 0,3 0 0,-4 1 16,2 1-16,0 1 0,-3-3 15,1 0-15,-1-2 0,1-2 0,-1 0 16,1-5-16,0 5 0,-3-4 0,0 1 16,1-1-16,-1-3 0,-2 2 0,1-1 15,1 1-15,0 0 0,3 1 16,0-1-16,-3 3 0,2-3 0,-1 3 16,-3 2-16,2-3 0,-1 1 0,-1 2 15,0-2-15,0-5 0,5 2 0,-1-4 16,-1 0-16,1 0 0,-1-4 0,3 0 15,-1-1-15,2-1 16,0-3-16,-1 2 0,-1 1 0,2-1 0,0-2 16,-1 0-16,1 3 0,0-3 0,0 0 15,-3 0-15,3 1 0,2-1 0,-2-2 16,0 2-16,0 0 0,-1-2 0,3 2 31,-2-2-31,0 0 0,2 0 16,-2 3-16,0-3 0,-1 2 0,3 0 15,0-2-15,0 0 0,0 0 0,0 0 16,0 2-16,0-4 0,0 2 0,0 0 16,0 0-16,0-2 0,0 2 0,0 0 15,3 0-15,-3-2 0,0 2 16,2 0-16,-2 0 0,0 0 0,0 0 16,2-3-16,-2 3 0,0-2 0,0 2 15,0 0-15,0 0 0,0-2 0,0 0 16,0 2-16,2-5 0,-2 3 0</inkml:trace>
  <inkml:trace contextRef="#ctx0" brushRef="#br0" timeOffset="4753.89">23118 12217 0,'0'-2'0,"0"2"0,0 0 0,0-4 0,0 1 16,0-1-16,0-1 0,0 3 0,4 0 15,1-2-15,1 1 0,3-1 0,7 0 16,-1-1-16,5 3 0,11 0 15,0-3-15,2 5 0,2-2 0,3 2 16,1-2-16,7 2 0,21 2 0,5 0 16,17-2-16,-6 0 0,-10-2 0,-2 4 15,1-4-15,12 0 0,-18 2 16,-2 0-16,-2 0 0,6-2 0,5 0 16,0-5-16,-5 7 0,-2-2 0,5 0 15,2-1-15,0 3 0,-3-2 0,-2 0 16,-1 0-16,3 0 0,5-1 0,-7 6 15,5-1-15,-7-2 0,7 0 16,4-5-16,0 5 0,-2-2 0,-2 2 16,2-2-16,0 2 0,4 0 0,-1-4 15,-6 1-15,3 1 0,0 0 0,7 0 16,-3 2-16,-2-7 0,1 5 0,-1 4 16,0-6-16,-2-1 0,0 5 15,-7 0-15,7 0 0,2 0 16,-4 0-16,-2-4 0,-3 4 0,-4 0 0,4 0 15,3-5-15,-3 5 0,1 0 0,-8 0 16,1 0-16,2 3 0,-2-3 16,2 2-16,-5-4 0,-1-1 0,-3 3 15,0 0-15,4 0 0,-1 0 0,-3-2 16,-5 0-16,-1 0 0,-3 0 0,-2 2 16,5-3-16,-5 3 0,2-2 0,-2-2 15,-2-1-15,-2 1 0,-7 2 16,-4 0-16,-1 2 0,3 0 0,0 2 15,-2-2-15,2 2 0,-3-2 0,3 0 16,-2-2-16,-5 2 0,0-5 0,1 5 16,-3-2-16,-5 0 0,-1 4 15,-3 0-15,-2-2 0,0 3 0,0-3 0,2-3 16,-4 3-16,0 0 0,-3 0 16,1 0-16,-2 0 0,-1 0 0,0 0 15,-4 3-15,-11-6 0,7 3 0,4 0 16,0 0-16,4 0 0,-1 0 0,-1 0 15,-2 3-15,0-3 0,4-3 16,-2 3-16,-2 0 0,0 0 0,0 0 16,0 0-16,0 0 0,0 0 0,0 0 15,0 0-15,0 0 0,0 0 0,0 0 16,-2 0-16,2 0 0,-2 0 0,2 0 16,-2 0-16,2 0 0,0 0 15,0 0-15,0 0 0,0 0 0,0 0 16,-2 0-16,2 0 0,0 0 0,-3 0 15,3 0-15,0 0 0,0 0 0,0 0 16,0-2-16,0 2 0,0 0 16,-2 0-16,2 0 0,0 0 0,0 0 15,0 0-15,0 0 0,0 0 0,-2 0 16,2 0-16,0 0 0,0 0 0,0 0 16,0-2-16,0 2 0,0 0 0,0 0 15,0 0 1,0 2-16,0-2 0,0 0 0,0 0 0,0 0 0,-2 0 0,2 0 15,0 0 1,0 0-16,-3 0 0,6 0 0,-3-2 0,0 2 0,0 0 16,-3 0-16,3 0 0,0 0 0,0 0 15,0 0-15,0 0 0,0 0 0,0 0 16,0 0-16,0 0 0,0 0 16,0 0-16,0 0 0,0 0 0,0 2 15,0-2-15,0 0 0,0 0 0,0 0 16,0 0-16,0 0 0,0-2 0,0 2 15,0 0-15,0 0 0,0 0 0,0 0 16,0 0-16,0 0 0,0 0 16,0 2-16,0-4 0,0 2 15,0 0-15,0 0 0,0 0 0,0 0 0,0 0 16,0 0-16,0 0 0,0 0 0,0 0 16,0 0-16,0 0 0,0 0 15,0 0-15,0 0 0,0 0 0,0 0 16,0 0-16,0 0 0,0 0 0,0 0 15,0 0-15,0 0 0,0 0 0,0 0 16,0 0-16,0 0 0,0 0 0,0 0 31,0 0-31,0 0 0,0 0 0,0 0 16,0 0-16,0 0 0,0 0 0,0 0 16,0 0-16,0 0 0,0 0 15,0 0-15,0 0 0,0 0 0,0 0 16,0 0-16,0 0 0,0 0 0,0 0 15,0 0-15,0 0 0,0 0 0,0 0 16,0 0-16,0 0 0,0 0 0,0 0 16,0 0-16,0 0 0,0 0 15,0 0-15,0 0 0,0 0 0,0 0 16,0 0-16,0 0 0,0 0 0,0 0 16,0 0-16,0 0 0,0 0 0,0 0 15,0 0-15,0 0 0,0 0 0,0 0 16,0 0-16,0 0 15,0 0-15,0 0 0,0 0 0,0 0 0,0 0 0,0 0 16,0 0-16,0 0 0,0 0 16,0 0-16,0 0 0,0 0 0,0 0 15,0 0-15,0 0 0,0 0 0,0 0 16,0 0-16,0 0 0,0 0 0,0 0 16,0 0-16,0 0 0,0 0 15,0 0-15,0 0 0,0 0 0,0 0 16,0 0-16,0 0 0</inkml:trace>
</inkml:ink>
</file>

<file path=ppt/ink/ink9.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44:16.038"/>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FFC000"/>
    </inkml:brush>
  </inkml:definitions>
  <inkml:trace contextRef="#ctx0" brushRef="#br0">10952 6604 0,'0'0'0,"0"0"0,0 0 0,0 0 0,0 0 0,0 0 0,-3 0 0,6 0 16,-3 0-16,2 0 0,0 0 0,2 2 31,1 0-31,1 0 0,5 0 0,3 1 0,-1-3 0,7 2 0,2-2 0,4-2 31,9-5-31,1 0 0,-3 3 0,2 0 0,3 1 0,4-1 0,17 0 16,5-1-16,-2-2 0,8 1 0,-17-1 15,-4 1-15,1 6 0,8 0 0,12-3 32,-4 1-32,-4-4 0,-13 1 0,-3 3 15,0 2-15,9 2 0,9-2 16,18 0-16,-18-2 0,2 4 0,-13-4 16,-7 2-16,1 4 0,-1 1 0,9-1 15,4-2-15,-1-2 0,-3-2 0,-13 2 16,-9 2-16,0 1 0,-4 1 15,6 3-15,-2-1 0,9-4 0,0-2 16,-3-2-16,3-4 0,-4-3 0,-3 2 16,-4 5-16,-2 2 0,2 4 0,-1 1 15,1-5-15,-2 0 0,-5 0 16,0-2-16,-4-1 0,-4 3 0,-5 0 16,-2-2-16,-1 2 0,-3 0 0,-14-2 15,5 2-15,1 0 0,1 2 0,0-2 16,4 0-16,-2 0 0,-4 2 0,-3-2 15,0 3-15,-1-3 0,-6 2 16,-3-2-16,-3 2 0,-2-2 0,-2 0 16,-5 2-16,0-2 0,-2 5 0,-4-3 15,-18 4-15,-4-3 0,0-1 16,-7-2-16,-20-2 0,0 4 0,-24 0 0,2 0 16,-15-6-16,53 2 0,-1-3 15,-15 7-15,3 1 0,-18-6 0,19 1 16,3 4-16,11 3 0,-7 6 0,-2-4 15,-2-1-15,18-6 0,3 5 0,12 6 16,7 2-16,-3 0 0,0-2 0,-1-2 16,-1 2-16,6-7 0,6 1 15,3-1-15,1 1 0,1-3 0,1 2 16,4-4-16,0 2 0,5-4 0,2 2 16,2 0-16,6 0 0,-1 0 0,1 0 15,12 0-15,0 0 16,-5-2-16,-4 2 0,2 0 0,2 0 0,4 0 15,-1 0-15,4 0 0,6 0 0,3 0 16,2 0-16,4-2 0,2 0 0,5-1 16,0-1-16,2 0 0,-4-1 0,-5-1 15,-2 1-15,-2 1 0</inkml:trace>
  <inkml:trace contextRef="#ctx0" brushRef="#br1" timeOffset="3997.22">847 7408 0,'2'-2'0,"-4"2"0,2 0 0,-5-2 0,3 0 0,2 2 0,0 0 0,2-2 16,5 2-16,-5 0 0,7 0 0,-2 2 16,4-2-16,6 0 0,-1 2 15,3-2-15,6 2 0,-1-2 0,11-2 16,3 0-16,-3-5 0,-2 3 0,0-1 16,-2 3-16,2 0 0,5-3 0,8 1 15,2-3-15,5-1 0,-4 1 16,8-2-16,-8 0 0,-12 7 0,1 2 31,1 0-31,-1 2 0,8-2 0,3 0 16,-1-2-16,5 0 0,-11 2 0,-5 0 15,-1 0-15,-1 2 0,7 0 0,4 1 16,3-1-16,-1-2 0,-2-5 0,-1-1 16,-8 1-16,3 5 0,-1 3 0,-1-1 15,8 0-15,0-2 0,3-2 0,-1 0 16,-3 2-16,-10 0 0,0 4 15,-2-2-15,5 5 0,4-1 0,2-1 16,2-7-16,-2-3 0,-4 1 16,-5 2-16,-4 2 0,2 2 0,-4 0 15,6 0-15,2 0 0,5-2 0,-2 0 16,4-4-16,-6-3 0,-3 1 0,-2 4 16,0 2-16,-7 2 0,5 0 0,-4 0 15,8-2-15,0 5 0,1-5 0,8 0 16,-7 0-16,1-5 0,-5 5 0,0 0 15,-9-2-15,0 4 0,3-2 16,-3 2-16,7 1 0,-7-1 16,5 0-16,2-2 0,2-2 0,-7 0 0,3-1 15,0 1-15,-7 0 0,-3 2 0,-1-2 16,-5 2-16,-2 0 0,0 0 16,0 0-16,0 0 0,-4 0 0,0 0 15,-3 0-15,-2 0 0,-8 2 0,-1-2 16,3 0-16,4 0 0,0 0 0,0 0 15,0 0-15,0 0 0,-3 0 16,6 0-16,-1 2 0,0-2 0,5 0 16,-7 5-16,0-1 0,0 3 15,2-1-15,2 1 0,3-5 0</inkml:trace>
  <inkml:trace contextRef="#ctx0" brushRef="#br1" timeOffset="5445.9">8819 7411 0,'-6'2'0,"-1"-2"0,-2 2 0,-4 0 0,0 3 0,0-5 15,4 4-15,-4-4 0,2 4 0,2-1 16,0-1-16,5 0 0,-1-2 0,1 4 15,2-4-15,2 5 0,2-3 0,2 0 16,3 3-16,4-3 0,2 0 0,7 0 16,0-2-16,4 2 0,5-2 0,6 0 15,2-2-15,-1 2 0,1 0 0,1 0 16,4-2-16,2 0 0,15 2 16,3-5-16,-5 5 0,-4-2 0,9 0 15,-7 4-15,-2-2 0,0 0 0,2-2 16,-2-2-16,-5 1 0,-4 3 15,1 0-15,1 3 16,0-3-16,0 4 0,1 0 0,-3 3 16,-2-5-16,2 0 0,-2-2 0,-3-4 15,-3-3-15,1 3 0,3 2 0,0 2 16,-1-2-16,-1-1 0,-3-3 0,-2-1 0,-4 1 16,-1 1-16,3 1 0,2 2 0,0 4 0,-2 0 15,0-2-15,-2 0 0,0 0 16,-5-2-16,-2-3 0,-2 1 15,-5 2-15,1 0 0,-3-1 0,-2 1 0,-2 4 16,-1-2-16,3 3 0,-2-3 16,0 0-16,0 4 0,0-2 0,0 3 15,-3-1-15,1-2 0,-5 0 0,2-2 16,-1 3-16,-1-1 0,-11-2 0,13 0 16,-1 0-16,-1 0 0,-2 0 0,0 0 15,0 0-15,0 0 0,0 0 16,0 0-16,2 0 0,0 0 0,-2 0 15,0 0-15,0 0 0,0 0 0,0 0 16,0 0-16,0 0 0,0 0 0,0 0 16,-2 0-16,2 0 0,0 0 0,-2 0 15,2 0-15,0-2 0,0 2 16,0 0-16,-2 0 0,2 2 0,-3-2 16,3 0-16,0 0 0,0 0 0,-2 0 15,0 0-15,2 0 16,-2 0-16,2 0 0,0 0 0,0 0 15,0 0-15,0-2 16,0 2-16,0 0 0,-2 2 16,2-2-16,0 0 0,0 0 0,0 0 15,-3-2-15,3 2 0,0 0 0,0 0 16,0 0-16,0 0 0,0 0 0,0 0 16,0-3-16,0 3 0,0 0 15,0 0-15,0 0 0,0 0 0,0 0 16,0 0-16,0 3 0,0-1 0,0 2 15,-2-4-15,0 2 0,-7-2 0</inkml:trace>
  <inkml:trace contextRef="#ctx0" brushRef="#br1" timeOffset="8167.46">13062 7435 0,'-3'0'0,"-1"0"0,4 0 0,-11 0 0,-2 0 0,-3 0 16,-1 0-16,-1 0 0,0 0 0,3-2 16,-3 2-16,3-3 0,-1 3 15,5 0-15,-2 0 0,2-2 0,5 4 16,-1-2-16,0 0 0,3 3 0,-1-6 15,5 3-15,3 0 0,-1-2 0,5 0 16,4 0 0,2 0-16,2-3 0,5 5 0,4-4 15,5 2-15,2-1 0,17-1 0,3 0 16,2-3-16,2 0 0,7 3 0,22-5 0,-1 2 0,25-6 16,-13 4-16,-9 1 15,18-6-15,-34 10 0,-8-3 0,0 5 0,2 2 0,17 5 16,-1-5-16,-12-3 15,-8 1-15,-3 0 0,11 4 0,14 0 16,2-2-16,-18 3 0,-2-6 0,-7 3 0,-4 7 16,4-3-16,3 3 0,2-5 0,-1 0 15,-12 1-15,-7 1 0,-5 0 16,-6 7-16,2 0 0,0 0 0,3-2 31,3-7-31,1 1 0,-5-3 0,0-3 16,-4 6-16,-2-1 0,-5 2 0,-2 1 15,3 1-15,-6-1 0,6 1 0,-5-1 16,2-3-16,-5 2 0,3-1 16,-5-1-16,-4-2 0,1 0 0,-1 2 15,-3 0-15,-1-2 0,0 0 0,-3 0 16,-2 2-16,-11-4 0,5 2 0,2 0 16,0-2-16,6 4 0,-2 3 0,0-3 15,-2 0-15,0-4 0,3 0 0,-3 2 16,-3-3-16,3 1 0,3 2 15,-1 0-15,-2 0 0,0 0 0,0 0 16,0 0-16,0 0 0,0 0 0,0 0 16,0 2-16,0 1 0,-2-1 0,2 0 15,-3-4-15,3 0 0,0 2 0,0 0 16,0-3-16,-2 3 0,2-2 16,-2 2-16,2 0 0,-4 0 0,-1-2 15,-1 2-15,-3 0 0,0-2 0,-2 0 16,4 2-16</inkml:trace>
  <inkml:trace contextRef="#ctx0" brushRef="#br1" timeOffset="9887.54">2156 8292 0,'0'-2'0,"0"2"0,0-2 0,0 0 0,0 0 16,0-1-16,0 1 0,0 2 0,0 0 15,3-2-15,-1 0 0,4 2 0,3-2 16,-2-1-16,4 3 0,2 0 0,2 0 16,1-2-16,4 0 0,-5 2 15,7 0-15,0 0 0,5 0 16,-1 0-16,5 0 0,2 2 0,-2 0 0,9-2 16,-1 5-16,19-5 0,-8 6 0,3-1 15,-6-1-15,-3 1 0,18-1 0,-3-2 16,3 3-16,-5-3 0,-6 0 0,2 0 15,-5 1-15,1-1 0,4-2 16,8 2-16,-1-2 0,-1 2 0,-8 3 16,0-5-16,2 2 0,-2 0 0,4-2 15,4 2-15,-2 0 0,-6 1 0,-2-1 16,-5 0-16,7 0 0,6 0 16,0 1-16,3-1 0,-5-2 0,-4 4 15,4-4-15,-7 2 0,9-2 0,5 0 16,0-2-16,-7 0 0,-4 0 0,-1 2 15,1 0-15,4 0 0,-2 0 0,2 0 16,-2 0-16,-2 0 0,-2 0 0,-1 2 16,9 0-16,3 0 0,-3-2 15,-2 0-15,-2 3 16,-2-1-16,2-2 0,6 0 0,1 0 0,-1-2 0,1-1 31,-5 1-31,-2 0 0,7 2 0,3-4 16,4 4-16,-1-5 0,-9 3 0,0 2 15,-8 0-15,8-4 0,3 4 0,4-3 16,-5 1-16,-4 2 0,-2 0 16,0-2-16,5 2 0,-1 0 0,2 0 15,1 2-15,-7-2 0,-2 0 0,-3 0 16,5-2-16,7 4 0,-3-2 0,-2 0 16,-4 0-16,-5 0 0,-2 0 0,2-4 15,3 2-15,2-1 0,-3 1 16,3 0-16,-14 0 0,1 0 0,-1-1 15,-4 1-15,7 2 0,4 0 0,0-2 16,0-2-16,0 6 0,-4-7 0,-2 5 16,-5-2-16,0 2 0,2 0 15,3-2-15,-3 2 0,4-2 0,1-1 16,0 1-16,-5 0 0,-2 2 0,-4 0 16,2 0-16,-3 0 0,1-2 0,0 2 15,2 0-15,-3 0 0,3-2 0,-2-1 16,2 3-16,2-2 0,-9 2 0,2-2 15,-4 2-15,-2-2 0,0 2 0,-4 0 16,-1-2-16,-4 4 0,0-2 16,0 0-16,-4 2 0,2-2 0,-5 0 15,-2 2-15,-2 0 0,-2 7 0,0-2 16,2 2-16</inkml:trace>
  <inkml:trace contextRef="#ctx0" brushRef="#br1" timeOffset="18821.41">11911 9095 0,'2'0'0,"0"-2"0,-2 2 0,0-2 0,4-1 0,-1 1 15,-1 0-15,2 0 0,1 0 16,-3 2-16,2 0 0,1-3 0,1 1 16,1 2-16,0-2 0,1 0 0,3 2 15,-2-2-15,0-1 0,0 3 0,0-2 16,0-2-16,-1 4 0,-1-5 15,2 3-15,-5 0 0,1 0 0,-1 0 16,-2 2-16,0-3 0,1 3 0,-3-2 16,2 0-16,-2 2 0,-2 0 0,2 0 15,-5 0-15,-1 0 0,-3 2 0,0 0 16,-2 1-16,-2-1 0,-3 0 16,-1 2-16,-5 1 0,-3-3 0,-1 0 15,-3 3-15,-10-1 0,-6-2 0,4 3 16,-6-3-16,-1 0 0,-16 0 0,-7 0 15,-15 1-15,9-3 0,11 0 0,11 2 16,2-2-16,2 0 0,0 2 0,-10 0 16,3-2-16,3 5 0,5-3 15,5 2-15,1 1 16,0-1-16,0 1 0,-9-3 0,-2 0 16,7 2-16,1-1 0,10-1 0,2 0 0,-1 0 0,-1 0 15,-5 1-15,2-1 0,1 0 0,3 2 16,5-1-16,3-1 0,-1-2 0,0 2 15,-1 0-15,-4 3 0,-3-1 16,2 0-16,-1 1 0,3-3 0,5 0 16,1 5-16,3-5 0,2 2 0,4-1 15,3 1-15,-3 1 0,3 1 0,-3-1 16,3-1-16,-1-2 0,3 0 0,-5 3 16,1-1-16,-5-2 0,0 3 15,0-3-15,0 0 0,0 0 0,2 1 16,0-1-16,2 0 0,1-2 0,3 2 15,1 0-15,4-2 0,-2 3 0,-2-3 16,2 0-16,0 2 0,0-2 16,0 2-16,0-2 0,0 0 0,-2 0 15,-3 0-15,3 2 0,0-2 0,0 2 16,2-2 0,-3 0-16,5 0 0,-2 0 0,3 0 0,3 0 0,-1 0 0,1 0 15,1-2-15,-1 0 0,3 2 16,0-4-16,-5 1 0,3 1 0,0 0 15,-3 2-15,2-4 16,1 1-16,0 1 0,-1 0 0,1 0 0,-1 0 0,1-1 16,0 1-16,-1 2 0,1-2 15,2 0-15,-1 2 0,3 0 0,-4 0 16,2-2 0,0 2-16,2 0 0,0 0 15,0 0-15,0 0 0,0 0 0,0 0 16,2 0-16,-2 0 0,0 0 0,2 0 15,-2 0-15,0 0 0,0 0 16,4 0-16,-4 0 0,5 0 0,-1 0 16,1-3-16,1 3 0,1 0 0,4-2 15,0 0-15,2 0 0,3 0 0,-1-1 16,0-1-16,3 2 0,0 0 16,-1-3-16,1 1 0,0 1 0,-3 1 0,0-2 15,-1 2-15,-3-1 0,2 1 16,0 2-16,0-2 0,-4 0 0,2 2 15,-4 0-15,0-2 0,1 2 0,-1 0 16,0-3-16,1 3 0,-1 0 16,0 0-16,1 0 0,-1 0 0,2 0 15,-3 0-15,1 0 0,0-2 0,-1 2 16,-1 0-16,-1 0 0,1 0 0,-5 0 16,4 0-16,-2-2 0,-2 2 0,2 0 15,1 0-15,-3 0 0,0 0 0,0 0 16,2 0-16,0 0 0,-2 0 15,4 0-15,-1 0 0,1 0 0,0 0 16,3 0-16,2 0 0,-3 0 0,3-2 16,2 2-16,0-2 0,0 2 0,-2 0 15,4-3-15,-2 3 0,0 0 16,3 0-16,-1-2 0,0 0 0,0 2 16,3-4-16,-1 1 0,3 1 0,2-2 15,0-1-15,2 5 0,4-4 0,1 2 16,3 0-16,10-1 0,-2 3 15,-1 0-15,3 0 0,-3-2 0,1 2 16,-1 0-16,1-2 0,-3-2 0,5-1 16,-3 1-16,1 1 0,-1 3 0,-4-2 15,-2 2-15,-2-2 0,-1 2 0,3-2 16,2 2-16,3 0 0,3 0 0,8 0 16,-6 0-16,-1-2 0,-5 2 15,-2 0-15,-2 2 0,2-2 0,3 2 16,8-2-16,0 0 0,4 2 0,-8 3 15,0-5-15,-12 0 16,1 0-16,-5 0 0,-2 0 0,0 0 0,-2-3 16,2 1-16,3 2 0,-1 0 0,5-2 15,-3 4-15,5-2 0,0 0 0,0 0 16,-1 0-16,-1 0 0,0 0 0,-5 0 16,0 2-16,-4 1 0,4-3 0,-4 2 15,0 0-15,-4 0 0,-1 1 16,-2-1-16,3-2 0,-1 0 0,-2 2 0,3-2 15,-1 0-15,5 0 0,0 0 16,2 0-16,0 0 0,-2 0 0,0 0 16,-3 0-16,1 0 0,0 0 0,-3-2 15,-2 2-15,-2 0 0,0 0 0,-2 0 16,-2 0-16,-1 0 0,-1 0 16,-1 0-16,1 0 0,1 0 0,-1 0 15,-3 0-15,2 0 0,-4 0 0,5 0 16,-5 0-16,4 2 0,0-2 0,1 0 15,-3 0-15,2 0 0,-1 0 0,-1 0 16,-2 2-16,2-2 0,0 0 16,-2 0-16,2 0 0,-2 0 0,3 0 15,-3 0-15,0 0 0,0 0 0,0 0 16,0 0-16,0 0 0,-3 0 16,3 0-16,-2 0 0,2 0 0,0 0 0,0 0 15,-2 0-15,2 0 0,0 0 0,-2 0 16,2 0-16,0 0 15,0 0-15,0 0 0,0 0 0,-2 0 0,2 0 16,0 0-16,-3 0 0,3 0 0,0 0 16,0 0-16,0 0 0,0 0 0,-2 0 15,2 0-15,-2 0 16,2 0-16,0 0 0,0 0 0,0 0 0,0 0 16,0 0-16,0 0 0,0 0 0,0 0 15,-2 0-15,2 0 0,0 0 0,0 0 16,0 0-16,-2 0 0,2 0 0,0 0 15,0 0-15,0 0 0,0 0 0,0 0 16,0-2-16,0 2 0,0 0 16,0 0-16,-3 0 0,3 0 0,0 0 31,0-2-31,0 2 0,0 0 0,-2 0 16,2 0-16,0 0 0,-2 0 0,2 2 15,-4-2-15,1 2 0,-1-2 0,0 2 16,-3 1-16,0 1 0,-4 0 15,2 3-15</inkml:trace>
  <inkml:trace contextRef="#ctx0" brushRef="#br1" timeOffset="20327.58">11807 6645 0,'0'-2'0,"0"-2"0,0 4 0,4-2 16,-1-3-16,-1 1 0,4-1 0,-1-1 15,1-1-15,1 3 0,0-3 0,-3 3 16,1-3-16,-1 3 0,0-1 0,-1 1 16,1 4-16,-4-2 0,0 4 0,0-2 15,0 7-15,-4-3 0,1 3 0,-1-1 16,0 3-16,-1 0 0,1 2 0,-1-2 16,3-1-16,-2 1 0,1-2 15,1 0-15,0-3 0,0 3 0,2-5 16,-2 0-16,2 2 0,0-1 0,0-1 15,2-2-15,-2 0 16,2-5-16,0 1 0,0-3 0,1-1 0,-1-1 16,0-5-16,0 3 0,-2-4 0,3 2 15,-1 2-15,-2-2 0,0 1 0,0 4 16,0 3-16,2-1 0,-2 1 0,0 5 16,-2 2-16,2 3 0,0 4 0,0 2 15,-2 2-15,2 0 0,-3 5 16,1-1-16,-2 1 0,1 2 0,-1 0 15,2 6-15,-3-8 0</inkml:trace>
  <inkml:trace contextRef="#ctx0" brushRef="#br1" timeOffset="21055.63">11161 9141 0,'0'3'0,"2"-1"0,-2-2 0,2 0 0,-2 4 0,3-2 0,-3-2 15,0 0-15,2 0 0,0 0 0,0 0 16,0 0-16,1-2 0,-3 0 0,2 0 16,-2 0-16,0-1 0,0-1 0,2 2 15,-2-3-15,2 1 0,-2 0 16,0-1-16,2 1 0,-2 1 0,0 1 16,0-2-16,0-1 0,0 3 0,3-2 15,-3 2-15,0-1 16,0 1-16,2 0 0,-4 2 0,2 0 15,0-2-15,0 2 0,-3 0 0,3 2 0,-2-2 16,0 4-16,0-1 0,-3 1 0,1 3 16,0-3-16,-3 3 15,3-3-15,-1 1 0,1-1 16,-1 0-16,3-1 0,-2 1 0,4-4 0,-5 2 0,5 0 16,0-2-16,0-2 0,3 0 0,-1-2 15,0-1-15,2-1 0,1 1 0,-1-2 16,1 1-16,-1-3 0,3 2 0,-5 3 31,0 0-31,0-3 0,0 5 0,1 0 0,-3 2 0,-3 0 0,1 0 0,0 4 16,-2 0-16,-3 3 0,-2-3 0,5 5 31,-5 2-31,5-2 0,-3 2 16,3 2-16,-1 1 0,3-1 0,0 0 15,-1 0-15,1 3 0,0-1 0,0-4 16</inkml:trace>
  <inkml:trace contextRef="#ctx0" brushRef="#br1" timeOffset="25610.7">13615 8251 0,'-4'-5'0,"-1"1"0,5 4 0,-6-5 16,1 1-16,1 0 0,-1 1 0,3-1 16,0 4-16,0-2 0,0 2 0,2-2 15,0 2-15,0 0 0,2 0 16,0 0-16,5 2 0,4 0 0,0-2 15,4 0-15,5 0 0,2 0 0,4 4 16,14-4-16,4 3 0,0-1 0,5 0 16,17-2-16,2 0 0,1 2 0,19 0 15,-4-2-15,-5 0 0,-6 0 16,-7 5-16,-2-5 0,0 2 0,9 0 16,1-2-16,-5 2 0,-5 1 0,-2-1 15,1-2-15,6 0 0,-3 0 0,-7 0 16,-6 0-16,3 0 15,-6 2-15,3-2 0,2 0 0,0 0 0,-4-2 16,-9 2-16,-9 4 0,-2-4 0,-5 2 16,3 1-16,0-1 0,-3 0 0,3 0 15,-3 3-15,3-1 0,-3 0 0,-1 1 16,-3-3-16,-5 0 0,-3 0 16,-1 1-16,-7-1 0,3 2 0,-2-4 15,-1 3-15,1-3 0,-5 0 0,1 0 16,-12-3-16,6 3 0,1-2 0,2 2 15,-2 0-15,-2 0 16,8 0-16,-4 0 0,-4 0 16,-1-2-16,5 2 0,-2 0 0</inkml:trace>
  <inkml:trace contextRef="#ctx0" brushRef="#br1" timeOffset="26133.91">1158 9108 0,'-3'0'0,"-8"0"0,11 0 0,-8 0 0,-4 2 0,1 1 16</inkml:trace>
  <inkml:trace contextRef="#ctx0" brushRef="#br1" timeOffset="26481.39">937 9126 0,'0'-2'0,"-4"2"0,4 0 0,-11 0 16,2 0-16,-4 0 0,2 0 0,0 0 15,-3 0-15,3-2 0,5 2 0,-5 0 16,2 0-16,2 0 0,3 0 16,2 0-16,-1 0 0,-1 0 0,4 0 15,0 0-15,4 0 0,1 0 0,4 0 16,2 0-16,4 0 0,9-3 0,1 3 16,8 0-16,15-2 0,1 0 0,-1 0 15,-2-3-15,3 3 0,19-5 0,3 3 16,21-7-16,-12 4 0,-21 1 0,-10 1 15,-14-1-15,0 1 0,1 1 16,-1 0-16,0-1 0,5 1 0,2 2 16,-7-3-16,-2 3 0,-6 0 0,-5-3 15,0 5-15,-7-2 0,-4 2 16,0 0-16,0 0 0,-2 0 0,-2 0 16,2 0-16,-1 0 0,-5 0 0,-3 0 15,-7 2-15,3-2 0,4 0 0,-3 0 16,-1 2-16,2-2 0,11 0 0,-9 0 15,0 0-15,-7 0 0,14 0 16,-7 0-16,0 3 0,0-1 0,-9 2 16,7 5-16,-10 0 0,8 2 0</inkml:trace>
  <inkml:trace contextRef="#ctx0" brushRef="#br1" timeOffset="32186.85">6604 9981 0,'0'0'0,"-7"0"0,7 0 0,0 3 0,-9-3 0,7 0 0,-5-3 0,3 3 0,-3 0 31,3-2-31,2 0 0,-3 2 16,1 0-16,2-2 0,2 2 0,0 0 15,0-2-15,0 2 0,0 0 0,0 0 16,4 0-16,3 2 0,-1 0 0,3-2 16,2 2-16,2 0 0,3-2 0,1 5 15,5-3-15,3 0 0,-1 0 16,16-2-16,2 3 0,-5-3 0,3-3 15,-1 3-15,1 0 0,6-4 0,-1 4 16,1-4-16,-4 1 0,4-1 0,14 0 16,-8-1-16,-5 1 0,-5-1 15,-3 3-15,-3 0 0,1 2 0,3 0 16,2 0-16,6 0 0,-4 0 0,-4-2 16,0 0-16,-7-1 0,-2 3 0,2 0 15,-2 0-15,4 0 0,0 0 0,5 3 16,-3-6-16,-4 3 0,-2 0 0,-2-2 15,-3 0-15,-1 0 0,-3 0 16,2 2-16,-2 0 0,4-3 0,1 1 16,2 2-16,1 0 0,1 0 0,2 0 15,-4-2-15,-5 0 0,3 2 0,-3 0 16,-4 0-16,0 0 0,-3 0 0,3 2 16,-4 0-16,-3-2 0,-2 0 15,4 2-15,1 1 0,-3-3 16,2 0-16,3 2 0,0-2 0,-1 0 0,1 0 15,0 2-15,-1-2 0,-1 0 16,-3 0-16,0 0 0,2 0 16,-1 0-16,-3 0 0,0 0 0,2-2 0,-4 2 15,2 0-15,-2-2 0,2 2 0,-5 0 16,1 0-16,0 0 0,-3 0 16,3 0-16,-5 0 0,4 0 0,-3 0 0,-1 0 15,2 0-15,-4-3 0,-6 3 16,3 3-16,-1-3 0,8 0 0,-1-3 15,-1 3-15,2 0 0,-4 0 0,0 0 16,2 0-16,-2 0 0,0 0 0,0 0 16,0 0-16,0 0 0,0 0 0,-2 0 15,2 0-15,0 0 0,0 0 16,0 0-16,0 0 0,-2 0 0,2 3 16,-2-3-16,2 0 0,0-3 0,0 3 15,0 0-15,0 0 0,0 0 0,-2 0 16,-1 0-16,3 0 0,0 0 15,0 0-15,0 0 0,-2 0 0,2 0 16,0 3-16,-2-6 0,2 6 0,0-3 16,0 0-16,0 0 0,0 0 0,0 0 15,0 0-15,-2 0 0,2 0 16,0 0-16,0 0 0,0 0 0,0 0 16,0 0-16,0-3 0,0 3 0,0 0 15,0 0-15,-2 0 0,2 0 0,-7 3 16,3-3-16</inkml:trace>
  <inkml:trace contextRef="#ctx0" brushRef="#br1" timeOffset="42789.61">6575 11642 0,'0'-5'0,"0"3"0,0 2 0,0-2 0,0 0 0,0-1 0,0 3 16,0-2-16,0 2 0,0 0 0,0 0 15,0 0-15,2 0 0,3 0 16,-1 0-16,0 0 0,3 2 0,0-2 15,1 3-15,1-3 0,2 2 0,-2-2 16,2 2-16,-2-2 0,4 0 0,-2 2 16,7-4-16,-5 2 0,0-2 15,5 0-15,0-1 0,10 1 0,1-2 16,-5 2-16,3-1 0,-1 1 0,3 0 16,-3 0-16,1 0 0,3 2 0,-1 0 15,11 2-15,-1 0 0,3-2 0,0 2 16,2 0-16,7-6 0,-9 2 15,-2-3-15,-5 1 0,-2 0 0,0 4 16,0-3-16,-2 1 0,4 2 0,5-4 16,0-1-16,-3 1 0,-4 0 0,0 1 15,-6-1-15,-1 4 0,1-2 16,-3 4-16,2 0 0,1 3 0,4-1 31,-3-2-31,8 3 0,-1-1 0,2-2 16,-6-2-16,0 0 0,-2 0 0,-3-2 15,-1 0-15,-3 2 0,2 0 0,2 0 16,1 0-16,6-2 0,-5-1 16,6 1-16,-1-2 0,2-1 0,-6 3 15,1-2-15,-5 1 0,-3-1 0,0 4 16,2 0-16,-2 0 0,0 2 16,5 0-16,-3-2 0,0 5 0,3-3 15,-1-2-15,0 0 0,1 0 0,-3 0 16,3 0-16,-3 0 0,0 0 0,-4 0 15,6 0-15,-1 0 0,-1 0 0,5 0 16,2 0-16,2 0 0,-3 0 16,4-2-16,-4 0 0,1-1 0,-2 1 15,0 2-15,-5 0 0,-4 2 0,2 1 16,0 1-16,0 1 0,2-1 0,-2 0 16,5 3-16,-1-3 0,1-1 15,-1-1-15,0 0 0,-1 0 0,-1-2 16,-2-2-16,-4 0 0,-1 2 0,-1-2 15,-1 2-15,-2-3 0,1 3 0,1-2 16,-2 2-16,5 0 0,0-2 0,1 2 16,-1 2-16,0 0 0,1-2 15,1 0-15,0 0 0,0 3 0,-2-1 16,-1-2-16,1 2 0,2 0 0,0-2 16,-3 0-16,-1 2 0,-1-2 0,-2 0 15,1 3-15,-1-1 0,0-2 16,-2 2-16,5 0 0,-1 0 0,0 1 15,1-1-15,-1 2 0,-2-4 0,1 2 16,-3 1-16,2-3 0,2 2 0,1 0 16,6-2-16,4 2 0,-1 0 0,-3 1 15,0-1-15,-5 2 0,-1-2 16,1-2-16,-3 0 0,-1 3 0,2-1 16,-4-2-16,3 4 0,1-4 0,-2 5 15,-2-3-15,5 0 0,-5-2 0,2 2 16,-4 1-16,2-1 0,-5-2 15,3 2-15,-4-2 0,-1 2 0,0-2 16,3 0-16,-5 0 0,0 0 0,3 0 16,-3 0-16,0 0 0,3 0 0,-5 0 15,2 0-15,0 0 0,-9 0 0,5 0 16,0-2-16,6 4 0,-1-2 16,-3 0-16,2 0 0,2 0 0,-4 0 0,0 0 15,0 0-15,2 0 0,-2 0 16,0 0-16,0 0 0,0 0 15,0 0-15,0 0 0,-2 0 0,2 0 0,0 0 16,0-2-16,0 2 0,0 0 0,-2 0 16,2 2-16,0-2 0,-2 0 15,2 0-15,-2 0 0,2-2 16,0 2-16,0 2 0,0-2 16,-3 0-16,3 0 0,-2 0 0,2 0 0,0 0 0,0 0 15,0 0-15,0 0 0,0 0 0,0 0 16,0 0-16,0-2 0,0 2 15,0 0-15,-2 0 0,2-2 0,0 2 16,0 0-16,0 0 0,-2 0 0,2 0 16,0 0-16,0 0 0,0 0 0,0 2 15,0-2-15,0 0 0,0 0 16,0 0-16,0 0 0,0 0 0,0 0 16,0 0-16,0-2 0,-2 2 0,2 2 15,0-2-15,0 0 0,0 0 0,0 0 16,0 0-16,0 0 0,0 0 0,0 0 15,0 0-15,0 2 0,-3-2 16,3 0-16,0 0 0,0 0 0,0 0 16,0 0-16,0 0 0,0 0 0,0 0 15,0 0-15,0 0 0,0 0 0,0 0 16,0 0-16,0 0 0,0 0 16,0 0-16,0 0 0,0 0 0,0 0 15,0 0-15,0 0 0,0 0 0,0 0 16,0 0-16,0 0 0,0 0 0,0 0 15,0 0-15,0 0 0,0 0 16,0 0-16,0 0 0,0 0 0,0 0 16,0 0-16,0 0 0,0 0 0,0 0 15,0 0-15,0 0 0,0 0 0,0 0 16,0 0-16,0 0 0,0 0 0,0 0 16,0 0-16,0 0 0,0 0 15,0 0-15,0 0 0,0 0 0,0 0 16,0 0-1,0 0-15,0 0 0,0 0 0,0 0 0,0 0 0,0 0 16,0 0-16,0 0 0,0 0 0,0 0 0,0 0 16,0 0-16,0 0 0,0 0 15,0 0-15,0 0 0,0 0 0,0 0 16,0 0-16,0 0 0,0 0 0,0 0 16,0 0-16,0 0 0,0 0 0,0 0 15,0 0-15,0 0 0,0 0 0,0 0 16,0 0-16,0 0 0,0 0 15,0 0-15,0 0 0,0 0 0,0 0 16,0 0-16,0 0 0,0 0 0,0 0 16,0 0-16,0 0 0,0 0 0,0 0 15,0 0-15,0 0 0,0 0 0,0 0 16,0 0-16,0 0 0,0 0 16,0 0-16,0 0 0,0 0 0,0 0 15,0 0-15,0 0 0,0 0 0,0 0 16,0 0-16,0 0 0,0 0 0,0 0 31,0 0-31,0 0 0,0 0 0,0 0 16,0 0-16,0 0 0,0 0 0,0 0 0,0 0 0,0 0 0,0 0 15,0 0-15,0 0 0,0 0 0,0 0 16,0 0-16,0 0 0,0 0 16,0 0-16,0 0 0,0 0 0,0 0 15,0 0-15,0 0 0,0 0 0,0 0 16,0 0-16,0 0 0,0 0 0,0 0 15,0 0-15,0 0 0,0 0 16,0 0-16,0 0 0,0 0 0,0 0 16,0 0-16,0 0 0,0 0 0,0 0 15,0 0-15,0 0 0,0 0 0,0 0 16,0 0-16,0 0 0,0 0 0,0 0 16,0 0-16,0 0 0,0 0 15,0 0-15,0 0 0,0 0 0,0 0 16,0 0-16,0 0 0,0 0 0,0 0 15,0 0-15,0 0 0,0 0 0,0 0 32,0 0-32,0 0 0,0 0 15,0 0-15,0 0 0,0 0 0,0 0 16,0 0-16,0 0 0,0 0 0,0 0 16,0 0-16,0 0 0,0 0 0,0 0 15,0 0-15,0 0 0,0 0 0,0 0 16,0 0-16,0 0 0,0 0 15,0 0-15,0 0 0,0 0 0,0 0 16,0 0-16,0 0 0,0 0 0,0 0 16,0 0-16,0 0 0,0 0 15,0 0-15,0 0 0,0 0 0,0 0 16,0 0-16,0 0 0,0 0 0,0 0 16,0 0-16,0 0 0,0 0 0,-8-4 15,1 2-15,-2-3 0,0 3 0</inkml:trace>
  <inkml:trace contextRef="#ctx0" brushRef="#br1" timeOffset="44305.28">10072 10775 0,'-2'0'0,"-3"0"0,5 0 0,0-2 0,-4 2 0,2-2 15,-1 2-15,1 0 0,2 0 0,2-2 16,1 2-16,-1-3 0,2 3 0,1 0 16,-1 0-16,3-2 0,-3 2 0,3 0 15,-1-2-15,1 2 0,-3 0 0,5-2 16,-2 0-16,2-5 0,-3 2 16,3 1-16,0-3 0,0 1 0,-1-1 15,3-2-15,0 5 0,1-3 0,1 3 16,-2 2-16,6 0 0,1 4 15,0 0-15,-1 2 0,1 5 0,2-2 0,-3 2 16,3-1-16,-4 1 0,4-2 16,-3 2-16,1-3 0,-3-1 15,1-3-15,1 0 0,-1-2 0,-1-2 0,3-5 16,-1 3-16,1-5 0,2-4 0,0 2 16,0-5-16,6 1 0,1 0 0,-3 4 15,-2 4-15,0 3 0,-2-1 0,0 7 16,-3 1-16,1 1 0,-3 5 15,1 2 1,1 0-16,-1 2 0,1 0 0,-1-2 0,-1 2 0,1-1 16,6-4-16,0-1 0,7 0 0,-1-3 0,3-2 15,4-6-15,-2-1 0,3-1 0,-5-3 16,-1-4-16,-3 2 16,-3-3-16,-4 3 0,0 3 0,0-3 0,0 6 15,-1 3-15,1 2 0,0 4 0,-2 3 16,2 4-16,2 0 0,-3 0 0,6 2 15,-1 1-15,0-3 0,5 2 0,0-2 16,-1-2-16,-1-1 0,1 1 16,-1-4-1,1-3-15,3-2 0,2-5 0,3-3 0,1-8 0,-2-1 0,1-1 16,-5 0-16,-5 3 0,-4 6 0,-2-2 16,-2 2-16,-3 5 0,0-1 15,3 5-15,-3 0 0,1 5 0,-1 1 16,-1 1-16,1 4 0,3 2 0,1 0 15,4 1-15,-1-1 0,0 0 0,2-2 16,0 0-16,3-2 0,-8-2 0,3-5 16,-2 0-16,0 0 0,0-6 0,2 4 15,0-7-15,2 1 0,1-1 16,-1-2-16,2 0 0,-1-2 0,-1 5 16,-4-1-16,2 3 0,-5-1 0,-1 3 15,-1 0-15,-2 2 0,3 2 16,2-2-16,-1 5 0,3-3 0,4 2 31,1 1-31,3 1 0,5-1 0,-2-1 16,2-2-16,-2 0 0,-4-2 0,-3 0 15,-2-2-15,-7 0 0,1-2 0,-7 1 16,2 1-16,-3 2 0,-1-2 0,0 2 16,-1 0-16,-1 0 0,-1 2 15,3 3-15,-3-1 0,0 0 0,1 3 16,1-3-16,1 1 0</inkml:trace>
  <inkml:trace contextRef="#ctx0" brushRef="#br1" timeOffset="46622.4">12471 11719 0,'-3'2'0,"1"-4"0,2 2 0,0 0 0,-2-2 0,2-1 15,0 1-15,0 0 0,0-2 0,2 1 16,0 1-16,1 0 0,1-2 16,3 4-16,2-5 0,4 3 0,2 0 15,5 2-15,4 0 0,20 2 0,3 0 16,6 0-16,2 1 0,26 1 0,5-2 16,31 3-16,-9-1 0,20-2 15,-49-4-15,3 4 0,-3-4 0,1-2 16,-1 1-16,-2-3 0,3 1 0,-5-1 15,-3-3-15,1 5 0,-4 4 0,1 0 16,1 0-16,-1-3 0,-4 3 0,-2 3 16,2 1-16,5 3 0,-3-1 15,-4-6-15,-4 2 0,-5 5 0,-2 2 16,-5-3-16,1 1 0,-5-3 0,-4 3 16,-7-3-16,-9-4 0,-2 5 0,-2-5 15,-5 2-15,-6-2 0,0 0 16,0 2-16,-3-2 0,-1 0 0,1-2 15,-3 2-15,-1-2 0,-13 2 0,4 0 16,5-2-16,6 2 0,1 0 0,-5 0 16,-5 0-16,3 0 0,0-3 15,2 3-15,4 3 0,1-3 0,-5 0 16,4 0-16,-2 0 0,-2 0 0,0 2 16,0-2-16,0 0 0,0 0 0,0 0 15,0 0-15,-2-2 0,2 2 16,0 0-16,-2 0 0,2 0 0,0 0 15,0 0-15,-2 0 0,2 0 0,0 0 16,0 0-16,-2 2 0,2-2 0,-3 0 16,3 0-16,0 0 0,0 0 0,-2 0 15,2 0-15,0 0 0,0 0 16,0 0-16,0 0 0,0 0 0,0 0 16,-2-2-16,2 2 0,0 0 0,0 0 15,-2 0-15,2 0 0,2 0 0,-2 0 16,0 0-16,0 0 0,0-3 15,0 3-15,2 0 0,-2-2 0,0 2 16,0-2-16,-2 2 0,2 0 0,0 0 16,0 0-16,0 0 0,0 0 0,0 0 15,0 0-15,0 0 0,0 0 0,0 0 16,0-2-16,0 2 0,0 0 16,0-2-16,0 2 0,0 0 0,0 0 15,0-3-15,0 3 0,0-2 0,0 0 16,0 2-16,0-2 0,0 0 0,0 2 15,0-5-15,-2 5 0,0-4 0,2 4 16,0-5-16,-5 3 0,1 2 16,-3 0-16,1-2 0,-6 0 0,1 2 15,0-5-15</inkml:trace>
  <inkml:trace contextRef="#ctx0" brushRef="#br1" timeOffset="48417.78">7461 12592 0,'0'0'0,"0"-2"0,0 2 0,2-2 0,-2 2 0,5-3 0,6 1 0,-2 2 15,6 0-15,3-2 0,4 0 0,4 2 16,14 0-16,2-2 0,-2-1 0,4 3 15,0 0-15,4-4 0,21 2 16,-1-3-16,20 3 0,-8-2 0,-10 1 16,-2-3-16,3-1 0,13 3 0,-11-1 15,-3 1-15,-4 2 16,7-3-16,-2 3 0,1 0 0,-6 0 0,-4 4 0,-2-2 16,4 2-16,-5 3 0,3-3 15,-3 2-15,-1-2 0,-7-2 0,4 0 16,2 5-16,5-5 0,6 0 0,-4-2 31,-7-1-31,-2 3 0,5 0 0,2 3 16,4-1-16,-2-2 0,-2 0 15,-7 2-15,0 0 0,6-4 0,6 2 16,-1-2-16,-4 2 0,-5-2 0,-6-1 16,6 3-16,2 0 0,5-2 0,-2-4 15,-2 1-15,-5 3 0,0-2 0,0-1 16,2 1-16,3-3 0,-1 1 15,1 1-15,-7 3 0,4 2 0,3-2 16,1 0-16,-1-3 0,2 1 0,-3 1 16,-1 1-16,-1-2 0,5-1 0,-3-1 15,5-1-15,-9 3 0,0 2 0,-4 2 16,0-3-16,-1 3 0,8-2 0,1-4 16,-6-1-16,-6 0 0,-3 7 15,4 0-15,1 5 0,-1-5 0,3-5 16,-3 1-16,1 2 0,-5 0 0,-4 6 15,-3 0-15,5 5 0,2-2 0,2-3 16,-1-4-16,-4-2 0,-3 0 16,-5 0-16,-4 2 0,-1 0 0,-3 0 15,1 0-15,3 2 0,-5-2 0,2-2 16,1-1-16,-5-1 0,0 0 0,-4-3 16,-1-2-16,-1-2 0,-5 2 15,-2 3-15,2 1 0</inkml:trace>
  <inkml:trace contextRef="#ctx0" brushRef="#br1" timeOffset="64653.63">13780 12111 0,'3'-2'0,"-3"0"0,0 0 0,2-1 0,0-1 16,0 4-16,3-2 0,-5 0 0,4 2 15,-4-3-15,0 1 0,2 2 0,-2 0 16,0 2-16,-2 1 0,2 1 16,-4 3-16,-1-1 0,1 3 0,-1 0 15,1 2-15,0 2 0,-1-2 0,1 2 16,-1 1-16,5-1 0,0 0 0,0 3 15,0-3-15,5 0 0,-1 2 0,3-1 16,4 1-16,2-2 16,0 1-16,3-6 0,-1 1 0,1-4 0,1-1 0,-1 0 15,1-4-15,1 0 0,-3-4 16,-1-3-16,1-1 0,-2-1 0,0 0 16,-2 2-16</inkml:trace>
  <inkml:trace contextRef="#ctx0" brushRef="#br1" timeOffset="64849.51">13738 11915 0,'0'0'0,"0"0"0,0 0 0,-2-4 15,2 4-15,-2-3 0,2 3 0,0-2 0,0 2 0,2 0 0,0 0 31,-2 2-31,5-2 0,-5 3 0,4-3 0,1 4 0,-1-2 0,3 0 16,-3 3-16,3-3 0,2 0 0</inkml:trace>
  <inkml:trace contextRef="#ctx0" brushRef="#br1" timeOffset="65274.94">14305 12453 0,'0'2'0,"0"0"0,0-4 16,5 0-16,-3-2 0,4 1 15,3-1-15,2-3 0,0 3 0,2 0 16,1-3-16,-1 5 0,0-3 0,3 1 16,-3 2-16,-2 0 0,2-1 0,-2 1 15,0 2-15,2-4 0,-6-1 16,2-1-16,-5 1 0,3-4 0,-5 3 16,0-3-16</inkml:trace>
  <inkml:trace contextRef="#ctx0" brushRef="#br1" timeOffset="65401.7">14305 12283 0,'0'0'0,"-2"0"0,2 0 0,0-2 0,0 0 16,2 2-16,3-5 0,1 3 0,3 0 15,0-5-15,2 5 0,0 0 0,2-2 16,-2-1-16,2 5 0,1-4 16,1 2-16,5-1 0,0 1 0,-5 2 15</inkml:trace>
  <inkml:trace contextRef="#ctx0" brushRef="#br1" timeOffset="65796.19">14870 12052 0,'0'-2'0,"0"-1"0,0 3 0,-5 0 0,1 0 15,-1 0-15,-1 0 0,-1 5 0,1-1 16,-6 3-16,4 2 0,-3 2 0,0 0 16,0 0-16,0 2 0,2-2 0,2-2 15,-2 2-15,3-2 0,1 2 16,3-5-16,0 1 0,-3 2 0,3-3 16,2 1-16,2-3 0,1 1 0,-1-1 15,2-2-15,1 1 0,-1-3 0,3 0 16,2 0-16,-3-3 0,1-1 15,-1 0-15,1-5 0,0 2 0,-1-2 16,-4 0-16,1 3 0,1-3 0,-4 0 16,0 5-16,0-1 0,-2-1 0,0 1 15,-3 5-15,5-4 0,-4 4 0,-1-2 16,3 2-16,-2 0 16,4 2-16,0-2 0,0 4 0,0-1 0,4 1 15,3 3-15,-3-1 0,1 1 0</inkml:trace>
  <inkml:trace contextRef="#ctx0" brushRef="#br1" timeOffset="65938.61">14956 12206 0,'0'0'0,"-3"0"0,3-2 0,0 2 15,-2 0-15,0 0 0,2 0 0,0-2 16,-2 2-16,0 0 0,2 0 0,0 0 16,0 0-16,0 0 0,0 0 15,0 2-15,0-2 0,0 0 0,2 2 16,0-2-16,0 0 0</inkml:trace>
  <inkml:trace contextRef="#ctx0" brushRef="#br1" timeOffset="66494.3">15194 12083 0,'0'-5'0,"0"1"0,2-1 0,0-1 0,0-1 0,3 3 0,1-1 16,1 1-16,4 0 0,-2-1 15,2 3-15,2 2 0,-2 0 0,5 0 16,-5 2-16,2 0 0,0 3 0,-2-3 15,0 2-15,0 1 0,-2-1 0,0-2 16,0 3-16,-5-1 0,3 1 16,-5-1-16,0 0 0,-2 1 15,0-3-15,-2 2 16,0 1-16,-1-1 0,1 1 0,-4-1 0,3 3 0,1-3 16,0 1-16,2 1 0,0 1 15,2-1-15,3 3 0,1-2 16,1 2-16,2 2 0,4 2 15,-2 0-15,2 0 0,0 1 0,-2-1 0,-2 2 16,-2-2-16,-1 3 16,-1-3-16,-1 0 0,-4-2 0,0 3 15,-4-3-15,-3 2 0,1-2 0,-5 0 16,-3-2-16,1 2 0,-2-2 0,-1-3 16,1 3-16,-1-5 0,3-1 0,0 1 15,0-2-15,2-2 0,2 2 16,0-2-16,2 0 0,1 3 0,4-1 15,-3 0-15,3-2 0,-2 0 0,1 0 16,-1 0-16,4 0 0,-2 0 0,-1 2 16,3-2-16,-2 0 0,2 0 15,0-4-15</inkml:trace>
  <inkml:trace contextRef="#ctx0" brushRef="#br1" timeOffset="68126.06">7885 9064 0,'0'-2'0,"0"-2"0,0 4 0,-3-5 15,3 1-15,0-1 0,0 1 0,0 2 16,0-3-16,0-1 0,0 3 16,0-1-16,0 2 0,-2-3 0,-2 3 15,2-2-15,-3 4 0,3-5 0,-5 5 16,-1 0-16,3 0 15,-4 0-15,3 0 0,-3 3 0,-2-1 0,2 4 16,-2-1-16,4-1 0,-8 3 0,6 0 16,-6-1-16,1 3 0,-3 4 15,1-2-15,3 5 0,0-3 0,0 2 16,4 3-16,2-3 0,-2 5 0,5-2 0,0 0 16,4-1-16,0-1 0,4 1 0,-2-1 15,5-3-15,2 0 0,2-2 16,0-4-16,2 4 15,2-5-15,1 1 0,-3-3 0,2-1 0,3 1 0,0-4 16,-1 0-16,-1 0 0,-1 0 0,5-4 16,0-3-16,-5 5 0,5-3 0</inkml:trace>
  <inkml:trace contextRef="#ctx0" brushRef="#br1" timeOffset="68269.23">8085 9276 0,'-2'2'0,"2"-2"0,0 0 0,0-2 0,2 2 16,3-5-16,-1 3 0,5 0 0,-3-2 16,6 1-16,-4-1 0,6 0 0,-6-1 15,6 1-15,-3-1 0,2 3 0,0-4 16,0-1-16,1 3 0,3-3 0</inkml:trace>
  <inkml:trace contextRef="#ctx0" brushRef="#br1" timeOffset="68444.25">8048 9179 0,'0'0'0,"0"0"0,0-2 0,0-3 0,4 5 0,1-4 16,1-1-16,5 1 0,2 0 0,3-1 16,-3 3-16,3-2 0,1 1 0,1 1 15,6-2-15,0 2 0,-4-3 16</inkml:trace>
  <inkml:trace contextRef="#ctx0" brushRef="#br1" timeOffset="72250.14">2099 14620 0,'0'0'0,"-2"0"0,2-4 16,-2 4-16,2 0 0,-5 0 0,3 4 0,2 3 15,0 6-15,0 3 0,0 6 0,2 2 16,3 2-16,-3 16 0,0-2 15,0 4-15,5 0 0,-7 3 0,4 14 0,-4-1 16,5-5-16,-10-4 0,3-7 16,0-5-16,-7-3 0,0-8 15,3 1-15,-5-3 0,8-6 0,-5-4 0,5-3 16,-3-2-16,4-4 0,-3 1 0,5-1 16,-4-5-16,8-11 0,-4 5 0,0 4 15,0 0-15,2-2 0,1-5 16,5-4-16,-3 0 0,4-2 0,4-2 15,2-3-15,5-2 0,-4 2 0,6-1 16,-3 3-16,6 3 0,-6 0 0,-3 4 16,4 0-16,-5 5 0,-2-1 0,3 5 15,-1 0-15,1 5 0,-5 3 16,0 3-16,0 0 0,-9 5 0,7-3 16,-5 5-16,3-1 0,-5 1 0,2 4 15,3 0-15,-5 0 0,3 0 16,1 3-16,-1-3 0,1-3 0,3 1 15,-4-2-15,3 0 0,-3-7 0,4 2 16,-1-2-16,-1-2 0,4-1 0,0-3 16,5 1-16,1-3 0,-1 1 0,3-2 15,-3-2-15</inkml:trace>
  <inkml:trace contextRef="#ctx0" brushRef="#br1" timeOffset="72407.38">2873 15595 0,'0'-2'0,"2"0"0,-2 2 0,0-3 0,2-1 0,5 2 15,-5 2-15,7-2 0,2 2 16,2 0-16,0-3 0,3 1 0,2 0 16,-1-2-16,7-3 0,-2 0 0,1 1 15,-4-3-15,-1 2 0,0-2 0,-5 1 16,2 1-16,-4-4 0,3 0 16,-3 2-16,2-2 0</inkml:trace>
  <inkml:trace contextRef="#ctx0" brushRef="#br1" timeOffset="72549.62">2928 15408 0,'2'-3'0,"-2"1"0,2-2 0,7-1 0,-2 1 0,4-3 15,2 1-15,5-1 0,-1-4 0,3 4 16,7-4-16,1 3 0,-3-1 0,-3 0 16,-2 2-16,2 1 0,2 1 15,-4 1-15,2 2 0,-7 2 0</inkml:trace>
  <inkml:trace contextRef="#ctx0" brushRef="#br1" timeOffset="72770.78">3578 15180 0,'5'-2'0,"-5"2"0,0 0 0,4 2 0,-1-2 16,-1 7-1,0 0-15,2 2 0,-1 2 0,-1 4 0,-2 0 0,4 3 16,1 4-16,-5 2 0,4 12 0,-2-1 15,5 0-15,-5 0 0,0 1 0,3-5 16,-3-3-16,0-3 0,0-6 0,-2 1 16,0-4-16,0-3 0,-2-4 15,0 2 1,2-7-16,0 1 0,0-1 0,2 0 0</inkml:trace>
  <inkml:trace contextRef="#ctx0" brushRef="#br1" timeOffset="72929.02">3581 14938 0,'-3'0'0,"1"-2"0,-2 0 0,4 2 16,-2-5-16,-1 5 0,3 0 0,0-2 0,-2 2 16,2-2-16,0 2 0,0 0 0,0 2 0,0 0 0,0 0 15,2 3-15,1 1 0,-1 1 0,2 0 16</inkml:trace>
  <inkml:trace contextRef="#ctx0" brushRef="#br1" timeOffset="73276.47">4410 15022 0,'0'-2'0,"-7"-1"0,7 3 0,-4-6 0,-5 1 16,-2 1-16,2-1 0,-4 1 0,0 2 15,-3 2-15,-4 0 0,0 6 0,-4 1 16,-7 11-16,-2-1 0,-2 5 16,0 3-16,-1 1 0,3 1 0,7 1 15,-3 8-15,12-3 0,3-3 0,6 1 16,10-4-16,7 1 0,4-1 0,9-1 15,4-1-15,16-3 0,0-2 16,18-5-16,-5-4 0,0 0 0,-7 0 16,-6-2-16,9 0 0,-9-7 0,2 0 15,-4-4-15,-7 2 0,-9-2 0,-2 2 16,-2 0-16,-9 2 0,0 2 16,2-4-16,-2 0 0</inkml:trace>
  <inkml:trace contextRef="#ctx0" brushRef="#br1" timeOffset="80504.67">3953 12433 0,'0'-2'0,"-2"-2"0,-2-3 16,4 0-16,0-1 0,-3 1 0,3 0 15,-2-2-15,2 3 0,0-3 0,0 2 16,-2-1-16,-5 1 0,3 0 15,-3 1-15,1 1 0,-5 1 0,-9 2 16,-2 0-16,-11 4 0,-5 2 0,-1 3 16,-3 2-16,2 2 0,-4 0 0,4 2 15,-17 7-15,0 0 0,2 4 0,-7 0 16,11-6-16,7-3 0,11-6 0,6-2 16,5-3-16,9-4 15,2 4-15,0-4 0,2 0 0,5 3 16,-7-1-16,9 0 0,-5 0 0,5 3 15,0-3-15,2 2 0,2 5 0,0-2 0,0 6 16,5-2 0,-3 7-16,3 1 0,4 6 0,-4 3 0,1 10 15,12 8-15,-7 3 0,1-5 0,1-5 16,-4-3-16,5-3 0,-8 0 0,8 0 16,-5 2-16,4 5 15,-4 0-15,0-1 0,0-1 0,-4-5 0,2-5 0,0-3 0,-7-3 16,2 0-16,3-2 0,-7-3 0,4 1 15,1 0-15,-3-1 0,0-4 16,-2 3-16,9-7 16,-9 2-16,6-2 0,1-1 15,-2-1-15,1-3 0,5 1 0,2-1 16,-2-2-16,0-2 0,5 0 0,1-2 16,-1 0-16,6-2 0,0 1 0,-2-3 15,9-1-15,-5 3 0,0-3 0,9-2 0,2 0 0,-8 3 16,6 1-16,-7 1 15,-1 0-15,-1-1 0,-4 3 16,2 2-16,-5 0 0,1 0 0,4 2 0,2 0 16,1 1-16,3-1 15,3 0-15,4-2 0,1 0 0,-8 0 0</inkml:trace>
  <inkml:trace contextRef="#ctx0" brushRef="#br1" timeOffset="81225.33">4848 13236 0,'0'2'0,"-2"-4"0,2 2 16,0-2-16,-4-1 0,4 3 16,0-2-16,0 0 0,4 0 0,-4 0 15,5-1-15,1 1 0,-1 0 0,4 0 16,-3 0-16,3-3 0,0 3 0,2-2 16,0-1-16,2 1 0,3-1 0,-3 1 15,4-1-15,1 1 0,2-3 16,-5 5-16,3 0 0,-5 2 0,0 0 15,-2 0-15,3 2 0,-6 0 0,3 3 16,-4-3-16,2 2 0,0 5 0,0 2 16,-3 0-16,1 3 0,-3-1 15,3 2-15,-7-2 0,2 5 0,-4 0 0,2-1 16,-5 3-16,5 0 0,-4 4 16,2 1-16,-5 1 0,3 3 0,2 2 15,-5-1-15,3 3 0,-1 1 16,1 1-16,-5 7 0,4 0 0,3-3 0,-4 3 15,3 0-15,6 0 0,3 0 16,-4 4-16,5-4 0,4-7 0,-4-6 16,4-5-16,-5 1 0,1-1 0,2-4 15,-3-1-15,1 1 0,-5 0 16,3-2-16,-1-1 0,-4-1 0,0-1 0,0-1 16,-7 1-16,5-4 0,-2 0 15,-5 0-15,0-4 0,0 1 0,-4-1 16,2 0-16,-2-1 0,2-3 0,-2-1 15,2 0-15,0-2 0,-3 0 0,-1 0 16,-5 0-16,-2 0 0,-4 2 16,1-2-16,-8 0 0,5-4 0,-3-3 15,4 3-15,3-3 0,2 0 0,9 3 16,-1 2-16,-1 2 0,8-2 16,-4 2-16,5 0 0,4 0 15,-1 0-15,12 0 0,-7 2 0,-2-2 0,-2 0 0,2 0 16,2 0-16,-2 0 15,0 0-15,3 0 0,-1 2 0,4-2 0,-6 0 16,5 0-16,1-2 0</inkml:trace>
  <inkml:trace contextRef="#ctx0" brushRef="#br2" timeOffset="-163860.84">11322 6683 0,'0'-2'0,"-7"-5"0,7 7 0,-8-6 0,-1-3 0,0 2 16,0 0-16,2 3 0,3 2 0,0 0 15,-1-1-15,3 1 0,2 0 16,0 0-16,4 0 0,5-1 0,0 3 15,7 0-15,-1 0 0,7 3 0,2-1 16,7 0-16,11 0 0,4 0 0,1-2 16,3 0-16,1 0 15,13 3-15,2-1 0,0 2 0,18-4 0,-7 5 0,-8-8 16,-8 1-16,-6 4 0,3 3 16,1-5-16,-1 0 0,-1-5 0,-2 3 15,-4 2-15,-3-2 16,3 4-16,-3 5 0,5-1 0,-2-3 0,0 1 0,-3-11 15,-1 1-15,-1 6 0,0 0 16,3 0-16,-5 2 0,0 0 0,-4-2 16,-7 2-16,4 7 0,-4 2 0,0 3 15,-4-10-15,-3-2 0,3 0 0,-2 3 16,-1-3-16,-4 0 0,0 0 0,-6 1 16,-1-3-16,-2-3 0,-2 1 15,-2 0-15,0 0 0,-2 2 0,-1-2 16,-1 2-16,-5-3 0,2 3 0,-2-4 15,-2 4-15,-3-4 0,1 4 0,-5-5 16,-4 5-16,-1-2 0,-1-2 16,-9 4-16,-3-3 0,-4 3 0,-6-2 15,-3 0-15,-28-2 0,0-1 0,-1 3 16,-4 0-16,-30 2 0,-38-5 0,-67-4 16,120 9-16,-4-2 15,-5 2-15,0 5 0,-3-1 0,1-2 0,0 3 0,2-3 16,2-4-16,7 2 0,2-3 15,7 6-15,8-3 0,9-3 0,7 3 16,2 3-16,5 1 0,1 1 0,3-5 16,7 0-16,6 0 15,7 0-15,6 2 0,5 0 0,4-2 0,5 0 0,1 0 16,1 0-16,2 2 0,5-2 16,3 2-16,10-2 0,-5 0 0,12-2 15,3 0-15,12 2 0,6-4 0,7-1 16,31 1-16,2-5 0,37-4 0,-1-1 15,39 3-15,55-2 0,-117 11 0,2-2 16,-1 1-16,-1 3 0,2 0 16,-6 14-16,4-17 0,-6 1 0,-1-4 15,-3-10-15,-1 16 0,2 2 0,-8-4 16,-5 2-16,-2 0 0,-13-7 16,8 5-16,-15-7 0,-4 5 0,-7 2 15,0 2-15,5 0 0,-7 0 0,-3 0 16,-10 0-16,-5-2 0,-6-1 0,-7 1 15,-4 0-15,-5 2 0,2 0 0,-13 0 16,9 0-16,0 0 0,-8 0 0,-6 2 16,1-2-16,-11 2 0,-7 1 15,-7-1-15,-6-2 0,-6 4 0,-28 3 16,4-3-16,-6 3 0,-37 2 0,-46 0 31,-75-1-31,141-3 0,2-5 0,5 4 16,6-4-16,7-2 0,11 0 15,6 6-15,3 1 0,8-1 0,5-2 16,9-8-16,11 3 0,4 1 0,7 0 16,4 0-16,7 2 0,-3 0 0,7 0 15,5 4-15,4 1 0,4-5 0,-6 2 16,0-2-16</inkml:trace>
  <inkml:trace contextRef="#ctx0" brushRef="#br2" timeOffset="-163000.98">1047 7384 0,'0'-2'0,"-6"0"0,-3-1 0,2-3 0,-4 1 0,0 1 16,0 0-16,0-1 0,2 1 15,-2 2-15,7 2 0,-1 2 0,-1 0 16,4 0-16,4 3 0,0-1 0,7 0 16,6 1-16,3-1 0,6-2 0,0-2 15,10 3-15,-4-3 0,17 0 0,8 0 16,0 0-16,27-3 0,4-1 16,19 2-16,-19 2 0,-6 2 0,-1 2 15,7 1-15,-15-1 0,-10 1 0,-1 4 16,4 2-16,-5 2 0,10 0 0,-8-4 31,-3-3-31,-10 3 0,-1-2 0,-1-1 16,2 1-16,10 2 0,-8-5 15,-1 1-15,-3-1 0,-8-2 0,1-2 16,-3-4-16,-1 2 0,5-3 0,2 3 16,-3-2-16,-3-1 0,-3 1 0,-7-1 15,-2 1-15,1 2 0,-6 0 16,-8 2-16,0-3 0,-4 1 0,0 2 15,2-2-15,-5 2 0,-2-2 0,-13 2 16,7 2-16,4-2 0,0 2 0,2-2 16,-4 5-16,2-1 0,-7 3 0,0 6 15,-1-2-15,5-2 0</inkml:trace>
  <inkml:trace contextRef="#ctx0" brushRef="#br2" timeOffset="201849.28">6632 8323 0,'0'0'0,"16"0"0,8 3 15,7-3-15,19 0 0,6 2 0,-1-2 16,2 2-16,22 0 0,1-2 16,15 2-16,-14 1 0,-6-1 0,-6 0 0,-8 0 15,-6-2-15,-4 0 0,2 0 0,2 0 16,-2 0-16,-4 0 0,-5 0 15,-7 2-15,-2-2 0,1 0 0,-1 0 16,2 0-16,1-2 0,-3 2 0,-6 0 16,0-2-16,-3 2 0,0-2 0,-4 2 15,-2 0-15,-4-5 0,-1 5 16,1-2-16,-3 0 0,-2 0 0,0 0 16,0-1-16,0 3 0,-2-2 0,0 2 15,-1-2-15,3 2 0,-2 0 0,0-2 16,2 0-16,-4 2 0,4 0 0,-5-5 15,1 5-15,0-4 0,1 2 16,-3-1-16,1 1 0,-1 0 0,4 0 16,-7-1-16,2 1 0,1 2 0,-3-2 15,0 0-15,0 2 0,-2-2 0,3-1 16,-6 3-16,1-4 0,-2 2 0,-5 2 16,2-2-16,-4-1 0,-2 1 0,-5 0 15,-4 2-15,-2-2 0,-2 2 16,-7-2-16,2 4 15,-20 0-15,2 2 0,-8-1 0,-2 1 0,-5 0 0,-20 3 16,4 0-16,-23 2 16,6-5-16,9 3 0,-5-5 0,31-2 15,-8 0-15,-10 0 0,1 0 0,6-2 0,-2 2 16,-2 0-16,2-3 0,-13 3 0,11 0 16,-5 0-16,1 0 0,-8 3 15,1-1-15,4 0 0,3 2 0,-7-1 0,-1 1 16,1-2-16,2 3 0,3-1 15,-1-4-15,-2 4 0,4-4 0,7 3 16,2-3-16,-6 2 0,11-2 0,2 0 16,4 2-16,2 0 0,1-2 0,-1 0 15,7 2-15,7 1 0,4-1 0,13-2 16,5 0-16,0-2 0,2 2 16,9 0-16,4-3 0,7 3 0,-7 0 15,20-2-15,-13 2 0,2 0 0,2 0 16,7 0-16,-1-2 0,1 0 0,5 0 15,3-1 1,7-1-16,3 0 0,8-1 0,3 1 0,6-1 0,22-1 0,-4 1 16,6 1-16,31-5 0,3 2 15,28 1-15,-24 1 16,-7 3-16,18-4 0,-29 6 0,-4-3 0,8 1 0,-1-2 16,-1 2-16,3-3 15,-3 3-15,0-2 0,1-1 0,1-1 0,1 1 0,-5 1 16,3-1-16,-1-1 0,-8 1 0,1 3 15,-1 0-15,-3-3 16,1 3-16,-3 0 0,4 2 0,-3 0 0,-1-4 31,0 4-31,-2 2 0,-5 0 0,1 5 16,0-10-16,-7 6 0,-3-3 0,1 4 16,0 1-16,2-5 0,0-3 15,-3-1-15,-1-1 0,-12 3 0,1 7 16,-5-3-16,2-2 0,-2 0 0,-4-5 15,-2 3-15,-8-4 0,-3-3 0,-5 4 16,-4 3-16,-3 4 0,-4 3 0,-4-3 16,1 0-16,1 3 0,0-3 0,-7 2 15,3-2-15,-5 1 0,2-1 16,-4 0-16,-12 0 0,14 1 0,-2-3 16,-2 2-16,-5-2 0,2 2 0,-6-2 15,-2 4-15,-5-1 0,-9-1 0,-2 0 16,-6 2-16,-5-1 0,-22-1 0,-2 0 15,-5 0-15,-32 5 0,-3 2 16,-29 2-16,27 0 0,20-5 0</inkml:trace>
</inkml:ink>
</file>

<file path=ppt/ink/ink10.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45:56.5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FFC000"/>
    </inkml:brush>
  </inkml:definitions>
  <inkml:trace contextRef="#ctx0" brushRef="#br0">2743 3960 0,'0'-2'0,"0"0"0,0 2 0,0-3 0,0 1 16,0-2-16,2 1 0,5 3 0,-5-2 16,2 0-16,3-9 0,-3 0 0,5 0 15,0-2-15,-5-5 0,7 1 0,0-14 16,-6 2-16,1-6 0,1 4 15,-3-2-15,-1 4 0,-10-2 0,3 3 16,-5-3-16,-7 2 0,-8-4 0,-2 6 16,-10 12-16,-6 8 15,-4 7-15,-5 7 0,-15 13 0,-2 4 0,8 7 16,8 4-16,-4-4 0,8 4 0,-9 7 16,-1 22-16,23 2 0,4 7 0,9-18 15,9 7-15,-3-18 0,16-6 0,5 4 16,-1-3-16,7 8 0,-2 1 15,13-8-15,13-12 0,7-10 16,13-7-16,-4 2 0,-2 3 0,-3-12 16,-2-2-16,2-4 0,-8-2 0,6-5 0,-4-4 15,8-1-15,-2-8 0,-2 3 16,-2-10-16,-6-20 0,-8-6 0,5 2 16,3 9-16,-10 0 0,-2 9 0,-4 8 15,-11 5-15,-5 5 0,-1-1 0,-8 5 16,-6-3-16,0 5 0,-11 3 0,2-3 15,-4 2-15,-2 2 0,1 7 16,1 5-16,0-3 0,2 7 0,0-3 16,4 7-16,-8 3 0,6-3 0,-9-2 15,5-9-15,0 3 0,-1-1 0</inkml:trace>
  <inkml:trace contextRef="#ctx0" brushRef="#br0" timeOffset="221.51">2300 4092 0,'0'0'0,"0"-4"0,6 4 0,-1 4 0,4-4 0,2 5 0,0 1 0,-5 1 16,12 4-16,-5 0 0,0 4 0,9 10 15,3 1-15,-3-2 0,2-2 16,-2 3-16,0-1 0,2-2 0,-6 2 16,6 0-16,-2-4 0,7 2 0,-9 0 15,0-4-15,-1 0 0,-5-5 0,3 2 16,1-1-16,-3-3 0,-1 0 15,-1-3-15,-2-1 0,4 2 0,-6-7 16,2 2-16,0 1 0,2-1 0</inkml:trace>
  <inkml:trace contextRef="#ctx0" brushRef="#br0" timeOffset="1924.68">3400 4368 0,'-7'-2'0,"5"-1"0,0-1 0,-5 2 0,3 0 0,4-3 0,-2 5 0,2-2 15,2 0-15,2-3 0,5 3 0,4-4 16,1 3-16,5-3 15,1-1-15,15-2 0,1-2 0,-5 7 0,0-1 16,4 1-16,-9 0 0,1-3 0,1-2 16,-3 3-16,-1-1 0,-4 0 0,-7 3 15,0 0-15,-2 1 0,-9-1 0,1 0 16,-6 1-16,1-1 0,-9-3 0,0 3 16,2-3-16,-2 5 0,7-2 15</inkml:trace>
  <inkml:trace contextRef="#ctx0" brushRef="#br0" timeOffset="2307.83">3512 4194 0,'-2'-3'0,"2"3"0,0 0 0,-4-2 0,4 0 0,-5 2 0,5 0 16,5-4-16,-5 1 0,6 1 0,3 0 16,4-2-16,1 4 0,3-3 15,-1 1-15,6 0 0,9 0 0,-3-3 16,3-1 0,-4 1-16,-1 1 0,-2-3 0,-4 1 0,2-1 0,-4 3 15,-1-3 1,-3-2-16,-1 5 0,-4-3 15</inkml:trace>
  <inkml:trace contextRef="#ctx0" brushRef="#br0" timeOffset="2881.47">3415 4037 0,'0'-2'0,"0"2"0,0 0 0,3 0 16,1-5-16,-2 5 16,0-4-16,7 4 15,-2-4-15,2-1 0,2 3 0,0-2 0,0 4 0,0-5 0,4 1 16,5 2-16,-5-1 0,10 1 0,-1 0 31,-2 0-31,0 0 0,2-1 16,1-1-16,-1 0 0,-4 1 0,2-3 15,0 1-15,-7-1 0,5 6 0,-5-2 16,-1 2-16,-1 2 0,-2-7 0,-2 5 16,-5-2-16,3 2 0,-3 0 0,-2-4 15,3 1-15,-5 1 0,-5 2 16,3-2-16,-2 2 0,2 0 0</inkml:trace>
  <inkml:trace contextRef="#ctx0" brushRef="#br0" timeOffset="4390.22">4412 3936 0,'0'0'0,"0"-5"0,0-1 0,0-3 16,2-2-16,3 2 0,1 0 0,3-2 0,-2 7 0,4-3 15,2 1-15,-2 6 0,2 0 0,3 0 16,-3 4-16,2 3 0,-2-5 0,1 7 16,1-1-16,-2 8 0,1-5 15,-3 2-15,0-2 0,-5 2 0,1-2 16,-5 0-16,0 0 0,-2 0 0,0 5 16,-4-1-16,2 3 15,-7 2-15,4 2 0,-3 0 0,1 0 16,0 0-16,1-2 0,1 4 15,-4-9-15,5 5 0,-3-4 0,3-3 0,4 0 16,-7-2-16,5-2 0,0 0 0,0 2 16,-5-2-16,5 2 15,-7-2-15</inkml:trace>
  <inkml:trace contextRef="#ctx0" brushRef="#br0" timeOffset="4504.97">4494 4692 0,'0'0'0,"-5"0"0,5 0 0,0 2 0,0 0 0,0 1 16,5-1-16,-5-2 0,0 4 0,0-2 16,0 3-16,-5 1 0,1 3 0,-1-4 15,-4 3-15</inkml:trace>
  <inkml:trace contextRef="#ctx0" brushRef="#br0" timeOffset="5295.89">2216 5283 0,'-2'0'0,"2"0"0,0 0 0,0 2 0,0 0 0,0 3 16,2 3-16,-2 6 0,0 3 0,0 5 15,0 5-15,0 13 0,-2-3 16,-1 5-16,-1-2 0,0 4 0,4 0 16,-9 13-16,7-4 0,-3-4 0,1-8 15,2-5-15,-1-8 0,3-1 0,0-7 16,0-5-16,0-2 0,0-2 0,0-2 16,0 0-16,0-5 0,0 1 0,0-14 15,3 5-15,-3-1 0,-3 10 0,3-5 16,0-5-16,-6-1 0,1-8 15,-1 3-15,1-6 0,1-8 0,-5-5 16,9-6-16,-2-6 0,4-15 16,-2 4-16,9 2 0,-2 5 0,6 2 15,2 0-15,1 0 0,12-13 0,3 8 16,0 5-16,-4 9 0,1 4 0,3 9 16,-7 6-16,7 3 0,-4 6 0,-3 5 15,-2 2-15,2 5 0,-6-1 0,-1 5 16,-6 4-16,3-6 0,-10 10 0,3 1 15,-7 0-15,-2 1 0,-7 6 16,-2-1-16,-5 2 0,-4 3 0,-2-5 16,0 1-16,-9-3 0,-2-5 0,0 1 15,2-5-15,3-2 0,4-2 16,1 0-16,1-3 0,5-1 0,-1-3 16,7 0-16,0-2 15,7 5-15,-3-5 0,3 0 0,4 2 0,2 2 0,0 1 16,7-1-16,2 5 15,0 4-15,9 0 0,-3 5 0,8 2 0,3 0 0,1 4 16,6 0-16,3 0 16,1 1-16,-1-1 0,-3 0 0,14 5 0,-1-5 15,-6-4-15,-11-5 0,0-6 0,-7 0 16,-2-2-16,-6-3 0,1 1 0,-1-1 16,-5 3-1,2-1-15,0 3 0,7 0 0</inkml:trace>
  <inkml:trace contextRef="#ctx0" brushRef="#br0" timeOffset="5502.83">3285 6010 0,'0'0'0,"5"0"0,1-2 0,5 0 0,0 0 0,3 0 16,1-1-16,3-1 0,-5 4 0,2-2 15,3 0-15,-5 2 0,0-3 16,1 1-16,1 0 0,0 0 0,-4-3 15,-4-1-15,4 1 0,-2-1 0,-5-1 16,3 1-16,-7 1 0,0-2 0,-7 3 16,1-3-1,-5 1-15,-3 1 0,-3-3 0</inkml:trace>
  <inkml:trace contextRef="#ctx0" brushRef="#br0" timeOffset="5614.88">3237 5880 0,'0'-4'0,"0"2"0,0 2 0,0-5 0,4 1 0,5 0 0,2-1 0,2 3 0,0-3 15,7 1-15,-4 0 0,4-3 0,4 0 16,-2 1-16,-4 1 0,1-3 0,3 1 31,-6 3-31,4-3 0,-3 0 16,3 3-16</inkml:trace>
  <inkml:trace contextRef="#ctx0" brushRef="#br0" timeOffset="5989.71">4293 5521 0,'2'-4'0,"0"-1"0,-2 5 0,7-11 0,-5 0 0,5 0 0,2 0 15,-1-2-15,3 2 0,0-2 0,0 2 16,3 4-16,-3-2 0,2 3 15,0 1-15,3 3 0,3 0 0,3 4 16,-4 0-16,0 0 0,-3 5 0,-2 2 16,-4-3-16,0 1 0,-2 4 15,-3 4-15,-2 3 0,0-7 0,-4 2 0,0 3 16,-5-1-16,1 3 16,-3-3-16,-4 3 0,-7 8 0,9-6 0,-5 4 15,5-2-15,-2 3 0,4-3 16,7 0-16,0-2 0,-2 0 0,8-3 15,-2-1-15,0-1 0,3-2 0,-1 3 16,-2-3-16,3-2 0,-1 2 0,-2-4 16,-2-2-16,0-1 0</inkml:trace>
  <inkml:trace contextRef="#ctx0" brushRef="#br0" timeOffset="6154.89">4346 6231 0,'-2'2'0,"-1"0"0,3-2 0,0 0 16,0 5-16,0-3 0,0 2 16,0-1-16,-2 1 0,2 0 0,0 1 0,0-3 15,0 0-15,2 0 0,-2 1 16,0-1-16,3 0 0,-6 0 0,3 5 16,0-3-16</inkml:trace>
  <inkml:trace contextRef="#ctx0" brushRef="#br0" timeOffset="11734.16">8522 2928 0,'4'-4'0,"1"-1"0,1 3 0,-1-7 0,-3 7 15,0-5-15,2 5 0,-4 0 16,3 2-16,-3 0 0,2 0 0,-4 2 16,2 7-16,-3 2 0,1 0 0,0 4 15,-2 8-15,-1-1 0,5 2 0,-4 11 16,4 3-16,4 1 0,-4 1 0,5-3 16,-1 10-16,3 10 0,1 3 0,-1-1 15,2 12-15,0-7 0,-3-9 16,3-7-16,-2 1 0,-7 4 0,0-5 15,2 10-15,0-3 0,3-2 0,-3-3 16,-2-1-16,-2 2 16,-1 4-16,6 2 0,-3 2 0,2-1 0,0-5 15,-2-5-15,2 1 0,-2 1 16,0 1-16,0-2 0,0 1 0,0 1 0,2-5 0,-2 1 16,0-1-16,0 0 0,3 3 15,-1-1-15,2-1 16,-4-1-16,2-2 0,-4 2 0,2 1 15,-4-1-15,2-2 0,-1 0 0,1-2 0,0 2 16,2-4-16,0-1 16,2-1-16,0-3 0,3 1 0,-1-3 0,1 2 15,3-4-15,-1 0 0,2-1 0,-2-3 0,-3-3 16,3 3-16,-5-3 0,4-2 16,-6 0-16,3-2 0,-3 0 15,2 0-15,-4-1 0,2 1 0,-3-4 16,1 1-16,0-1 0,0-3 15,-3 0-15,5 0 0,-4 1 0,2-1 16,0 0-16,2 0 0,-3-2 0,3-2 0,-2 2 0,4-4 16,-2 4-16,3-2 0,-3-1 15,0-1-15,0 2 0,2 0 0,0-3 16,2 1-16,-4 0 0,5-1 0,-3 1 16,2-1-16,1-1 15,4-1-15,-3 1 0,3-3 0,2 2 0,2-4 0,5 0 16,0 0-1,6-2-15,-2 0 0,4-3 0,3 3 0,-3-2 16,3 2-16,0-3 16,-3 1-16,3-3 0,2 1 0,2-1 15,2 0-15,3 3 0,1 0 0,5 1 16,5-1-16,-5 4 0,-2 0 0,-5-2 0,10-3 0,1 3 0,7-2 31,7-5-31,2 4 0,-2 1 0,-5 2 0,3 0 0,3-1 0,6 1 16,4 0-16,-7 2 0,-7-4 0,1 4 15,2-5-15,6 5 0,5 5 0,-7-5 16,-4 0-16,-3 0 0,7 0 16,9-3-16,-4 3 0,1 0 0,-1-4 15,2 2-15,8 2 0,1 0 0,-3 4 16,-8-4-16,2 0 0,4-4 16,-2 4-16,0-2 15,0-1-15,-3 8 0,6-5 0,3 4 0,-6-6 0,0 0 0,2 2 16,3-5-1,1 1-15,-4 2 0,1-3 16,-6 3-16,10-2 0,2-3 16,-3 1-16,-6-1 0,5 0 0,1 3 15,-6-1-15,2 3 0,-6 0 0,2-2 16,2 4-16,6-5 0,-8 3 0,-7 0 16,0 0-16,5-1 0,8 1 15,-2 0-15,-4 0 0,-7 0 0,9-1 16,5-1-16,-5 0 0,-5-1 0,-1-1 15,-6 3-15,12 1 0,3-2 0,-8-1 16,-6 5-16,0-2 0,4 0 0,10-3 16,-6 5-16,-6-4 0,-4 4 15,0 0-15,4 0 0,7-2 0,0 0 16,-9-1-16,-3 3 0,1 0 0,4 0 16,7-2-16,-3 0 0,-6-2 0,-4 4 15,-1 0-15,5-3 0,5 1 0,-1 2 16,-6-4-16,-5 4 0,5-5 15,0 5-15,10-4 0,-3 0 0,-5 1 16,-7-1-16,0 2 0,1 0 0,10-3 16,3 1-16,-12-1 0,-4 1 0,-2-3 15,0 3-15,2-1 0,9 3 0,-7 0 16,-4 0-16,-6 0 0,-3 2 16,-2-7-16,4 5 0,2 0 0,3-1 15,-2 1-15,-3 2 0,-6-2 0,-9 0 16,-1 2-16,-1-5 0,0 1 0,2 2 15,0-3-15,2 3 0,-5 0 16,-1-2-16,-5-1 0,-2 1 0,-5-1 16,-4 3-16,-2-2 0,-5-3 0,1 3 15,-3-1-15,-4-1 0,-1-1 0,-3 3 16,-3-3-16,-2 0 0,-4 1 0,4-1 16,-9 1-16,-2-3 15,-3 2-15,6-2 0,-8 3 0,1-3 0,-1 0 16,3 0-16,0 3 0,2-1 0,2 3 15,2-1-15,5 1 0,0 4 0,4-2 16,0 2-16,5 2 0,1-2 0,1 4 16,4-4-16,1 5 0,5 1 15,3 1-15,3 2 0,3-1 0,3 4 16,4-1-16,3 0 0,2 0 0,12 6 16,-1-1-16,0 1 0,-5 1 15,-2 0-15,-4 1 0,-5-1 16,-4 0-16,-5 2 0,1-3 0,-7 3 15,-3 2-15,-4-2 0,-4 0 0,0-3 0,-5 1 16,1 0-16,-5-3 0,-2 1 0,-7-3 16,0 2-16,-4-2 0,4-2 0</inkml:trace>
  <inkml:trace contextRef="#ctx0" brushRef="#br0" timeOffset="12667.09">8588 2977 0,'0'-5'0,"2"5"0,-2-2 0,2 0 0,-2 0 0,0 2 0,3-3 16,-3-1-16,0 4 0,0 0 0,0-2 0,0 2 16,2-2-16,-4 2 0,2-3 0,0 3 15,-3-4-15,-1 4 0,2-5 0,-3 3 16,-1 2-16,3-4 0,-3 2 0,4-3 16,-1 5-16,-1-6 0,4 1 31,-4 3-31,1-5 0,3 3 0,-2-3 15,0 3-15,2 2 0,0-5 0,0 3 16,0-3-16,0 3 0,0-3 0,0 3 16,0 4-16,0-7 0,-2 5 15,2 0-15,-2 2 0,2 0 0,-3 0 16,1 2-16,-4 7 0,-3-5 0,-2 5 16,2 4-16,-4 7 0,-1-5 0,-1 7 15,-5 7-15,0 0 0,3-3 0,-1-1 16,3-3-16,-1 0 0,3 0 15,2-5-15,0 1 0,2-7 0,5 2 16,-1-6-16,-1-1 0,3-1 16,1-1-16,2-2 0,0-2 0,0 0 15,2 0-15,1-2 0,-1-2 0,5-3 0,-1-4 16,5 0-16,2-2 0,1-7 0,3 5 16,-4-5-16,7 0 0,-2 0 15,0 0-15,-1 0 0,5-4 16,-4 2-16,-3 5 0,-4 3 0,0 3 0,-2 0 15,-4 9-15,-1-5 0,0 5 16,1 0-16,-1 4 0,1 3 0,3 1 16,-5 3-16,6 0 0,-3 2 0,1 0 15,4 2-15,-5 3 0,5-3 16,3 2-16,1 3 0,1-5 0,3-2 0,1 0 16,0-2-16,4 2 0,1-2 15,3 0-15,-1-3 0,-1-1 0,1-1 16</inkml:trace>
  <inkml:trace contextRef="#ctx0" brushRef="#br0" timeOffset="14723.26">8548 5212 0,'-2'2'0,"2"-2"0,0 0 0,0-2 16,0 2-16,2 0 0,0 0 0,1 0 15,-1-2-15,4 2 0,-1 0 16,1 0-16,1 0 0,0 0 0,2-2 0,-1 0 16,1 2-16,4-3 0,1-1 0,-1 4 15,5-2-15,4 0 0,0-3 16,4 5-16,1-4 0,-3 4 0,4-5 15,-1 3-15,-1 0 0,1 4 16,-1 0-16,-4 3 0,0-1 0</inkml:trace>
  <inkml:trace contextRef="#ctx0" brushRef="#br0" timeOffset="15125.94">9216 5195 0,'3'-3'0,"1"3"0,-4 0 0,7 0 16,-1-2-16,7 2 0,-2 0 0,7 0 15,-3-2-15,1 0 0,4 2 0,2 0 16,0 0-16,11-5 0,2 3 15,3 0-15,1 0 0,3 0 0,13-3 16,1 3-16,-6 0 0,1 2 0,-3 2 16,8-4-16,-8 0 0,-2 2 0,-4 0 15,2 2-15,0-2 0,-6-5 0,-3 1 16,-8 2-16,-1 2 0,-2-2 0,1 4 16,-3 0-16,0 2 0,2 1 15,0-1-15,3 1 0,1-5 0,3 2 16,5 0-16,-1 0 0,-2-2 0,7 0 15,4-2-15,4 2 16,3 0-16,2-2 0,-2 0 0,-3 2 16,-4 2-16,2 0 0,1 0 0,-1-4 0,3 2 0,-1-2 15,1 4-15,1 2 0,-1 1 16,-1-5-16,-1 0 0,-3-5 0,0 3 16,0 0-16,-2 2 15,-5 0-15,-1 2 0,-3 0 0,-5 3 0,1-5 16,2 0-16,0-7 0,4 5 0,0 0 15,7-3-15,0 3 0,2-2 0,-4-1 16,-1 1-16,3 2 0,2 0 0,5-3 0,-1 3 16,5 0-16,-2-3 0,-5 8 15,3-6-15,-1-1 0,5 0 0,-4-3 16,-1 7-16,3-2 0</inkml:trace>
  <inkml:trace contextRef="#ctx0" brushRef="#br0" timeOffset="15557.05">13013 5131 0,'9'0'0,"2"0"0,9 0 0,2 0 0,2 0 0,3-2 15,10-1-15,-2 3 0,5 0 0,-3 0 16,5 0-16,2 0 0,14-4 0,1 2 16,-1-3-16,-3 5 0,11-9 0,-9 9 15,-2-2-15,-2 0 0,2 2 0,-6 0 16,-1-2-16,-1 0 0,1 2 16,5 0-16,0-9 0,-2 7 0,-3 4 15,-6 2-15,0 1 0,-2-5 0,-1 2 16,1 0-16,0 0 0,-1 3 15,-1-3-15,-3 2 0,1-4 0,-6-6 0,-1 3 32,0 1-32,-1-2 0,1 2 0,-2 2 15,1 0-15,5 0 0,3 2 0,3-2 16,5 0-16,-4-7 0,2 1 16,0-1-16,-5 0 0,1 3 0,4 2 15,4 2-15,0 2 0,-2-6 0,-2 4 16,2-5-16,-2 5 0,0 5 0,-2-5 15,-1 2-15,-1 2 0,-3 1 16,-2-1-16,-2-4 0,0 0 0,-2-4 16,-1 4-16,-6-5 0,0 5 0,-6-2 15,-1 0-15,1 0 0,-1-1 0,1 1 16,-1 2-16,3 0 0,-1 2 0,5 1 16,3-3-16,-1 2 0,5-2 15,-1 2-15,3-2 0,0-2 0,2-5 0,0-2 16,-2 3-16,-2-8 0</inkml:trace>
  <inkml:trace contextRef="#ctx0" brushRef="#br0" timeOffset="15684.94">16766 5045 0,'0'0'0,"2"2"0,2-2 0,3 2 0,2 0 16,2-2-16,0 3 0,2-1 0,3-2 15,-1 2-15,3 0 0,1 0 16,1 1-16,9-1 0,-5-2 0,0 0 15</inkml:trace>
  <inkml:trace contextRef="#ctx0" brushRef="#br0" timeOffset="15807.2">17313 5084 0,'0'0'0,"2"-2"0,-2 2 0,0 0 0,2-2 0,2 2 0,3-4 15,0 4-15,1 0 0,3 0 0,3-5 16,-3 5-16</inkml:trace>
  <inkml:trace contextRef="#ctx0" brushRef="#br0" timeOffset="30521.08">8592 3629 0,'0'-2'0,"-2"0"0,2 0 0,-2-3 0,-2 1 0,-1 2 0,-2 2 16,3-7-16,0 5 0,-1 2 0,1 0 15,-1 0-15,3 0 0,0 0 16,0 0-16,0-2 0,2 2 0,-3 0 15,3 0-15,0 0 0,0-3 0,3 3 16,-1 0-16,0 0 0,2 0 16,3 0-16,2-4 0,-3 0 0,3 1 15,0-1-15,2-1 0,0-1 0,2-1 16,-2 1-16,3-1 0,-1 0 0,2 3 16,-4-5-16,3 5 0,-1-1 0,0 3 15,2 2-15,-1 0 0,-1 0 0,0 0 16,-6 2-16,-1 3 0,3-5 15,-4 0-15,-1 0 16,0 2-16,1 0 0,-3 0 0,2 1 0,1 1 0,-3-2 16,2 3-1,1-1-15,-1 0 0,3 3 0,-3 0 16,1-1-16,-1-1 0,1 1 0,1 1 0,-1-3 0,-1 3 16,0 2-16,3-5 0,0 3 0,-3 2 31,3-5-31,-1 0 0,-1 5 0,1-2 15,1-1-15,-3 3 0,3 0 0,0 2 16,-1 0-16,1-2 0,-1 6 0,-1-8 16,-1 2-16,3 2 0,-5-2 0,2-5 15,-4 3-15,3-1 0,-1 1 16,0-5-16,-2 0 0,0 5 0,2-7 16,-2 0-16,0 0 0,2 2 0,-2 0 15,0-2-15,0 0 0,0 0 16,0 0-16,0 0 0,-2 0 0,2 3 15,0-3-15,0-3 0,0 3 0,0 0 16,0 0-16,2 0 0,-2 0 0,3 0 16,-1-2-16,2 0 0,1 2 0,-1 0 15,3-4-15,-1 1 0,3 1 0,-2 0 16,4 2-16,-2 0 0,2-4 16,0 1-16,4 3 0,-4-2 0,5 2 15,-3-2-15,2 0 0,-2 2 0,3 0 16,-3 0-16,-2 0 0,0-5 15,-2 5-15,0 0 0,-5 0 0,3 0 16,-1 0-16,1 0 0,-3 0 0,1 0 16,-1 5-16,-2-5 0,3 0 0,-3 0 15,3 0-15,-5 2 0,2 0 0,0 0 16,-2 1-16,4 1 0,-4-2 0,0 3 16,0-1-16,0 0 0,0 3 0,0-5 15,0 5-15,0 2 0,3-3 16,-1 5-16,-2-4 0,4 2 0,-2 2 15,3-2-15,-3 4 0,0-7 0,0 3 16,1 2-16,1-2 0,-2 2 16,3 0-16,-1-4 0,0 4 0,-1-2 15,-1-1-15,2 1 0,-2 0 0,3 0 16,-1 0-16,-2-5 0,1 0 0,-1 3 16,0-2-16,3-1 0,-3 0 0,2 3 15,-4-7-15,5 4 16,-5-4-16,4 3 0,-4-1 0,4-2 0,-1 0 0,1 0 15,-4 0-15,4 0 0,-4 0 16,5 0-16,-1-2 0,1-1 0,-1 3 16,3-2-16,-1 0 0,3 2 0,-2-4 15,1 1-15,1 3 0,0-2 16,2 2-16,-2-2 0,-2 2 0,1 0 16,-1 0-16,2 0 0,-5 0 0,3-4 15,-3 4-15,1 0 0,-3 0 0,0 0 16,3 0-16,-3 0 0,0 0 0,0 4 15,3-4-15,-3 0 0,0 0 0,0 2 16,0 0-16,3-2 0,-5 3 0,2 1 16,0-4-16,-2 2 0,2 0 15,-2-2-15,0 3 0,-2-1 16,2 0-16,-2 0 0,2 3 0,0 1 0,-2-4 16,2 3-16,2-1 0,-2 1 15,4-1-15,-4 3 0,5-3 0,-3 3 16,2-3-16,1 1 0,-3 1 0,5-4 15,-3 3-15,0-1 0,1 3 0,1-5 16,1 0-16,0 5 0,-1-7 0,-1 4 16,4-2-16,-3 1 0,3-1 0,-2 2 15,1-4-15,3 2 0,-2 1 0,0 1 16,-2-4-16,2 0 0,-1 4 16,3-4-16,-2 3 0,-2 1 15,2-2-15,-5 3 16,3-3-16,-3 2 0,0 1 0,1-3 0,-3 2 0,0-1 15,0-1-15,1 0 16,-3 2-16,2-4 0,0 3 0,-2-1 0,2 0 0,-4 2 16,2-4-16,0 5 0,0-3 0,-2 0 15,2 3-15,0-3 16,-2 0-16,2 5 0,0-5 0,0 4 16,-3 1-16,3-3 0,0 1 0,0 1 0,0-1 15,0-1-15,0 1 0,3-3 0,-3 2 16,2 1-16,0-1 0,0 1 0,3 1 15,-3-6-15,0 2 0,3 1 0,1 1 32,-1-2-32,1 0 0,1 3 0,2-3 0,-3 2 0,5-1 0,-2 1 15,2 0-15,-2-1 0,2 1 0,0 0 16,0 1-16,0-1 0,0 1 0,0-3 16,-4 0-16,4 0 0,-7 3 0,3-1 15,-1 1-15,-3-1 0,1-2 0,0 3 31,-4-1-31,3 3 0,-1-3 0,-2 0 0,0-1 0,0 1 0,0-2 32,0 3-32,0-3 0,0-2 0,-2 4 15,2-4-15,0 0 0,0 0 0,0 0 16,2 0-16,0 0 0,-2 2 16,0 1-16,0-1 0</inkml:trace>
  <inkml:trace contextRef="#ctx0" brushRef="#br0" timeOffset="32450.33">10012 4562 0,'-2'0'0,"0"0"0,0 0 0,2 0 0,-3 0 16,3 0-16,-2 0 0,2 0 0,0 0 15,0 0-15,0 0 0,0 0 0,0 0 16,5 0-16,-3 0 0,2 0 16,1 0-16,-1 0 0,5 0 0,-2 0 15,1 0-15,3 0 0,-2 0 0,2 0 16,-2 0-16,2 2 0,-2 0 0,0-2 16,-3 2-16,3 1 0,-4 1 0,1-4 15,-1 4-15,-1-1 0,0 1 0,-1 1 16,1-1-16,-4 0 0,2 1 15,-2 1 1,0-1-16,0 1 0,-2-1 0,0 1 16,-3 1-16,1-3 0,0 3 0,-1 0 15,-1-3-15,-1 3 0,3-3 0,1 3 16,-1-1-16,2 1 0,-3-3 0,3 3 0,0 0 0,2-3 16,0 0-16,4 5 0,-4-7 0,7 5 15,-3-3-15,1 1 16,1-1-16,3 3 0,-2-1 0,-1-3 15,1 3-15,2-1 0,-3 1 0,3-1 16,-2 1-16,-1-1 0,1 1 0,0-1 0,-1 1 16,1 1-16,-3 0 0,1-1 0,-1 1 15,1 2-15,-1 0 0,-2-1 0,-2 1 32,0 0-32,0 0 0,0 0 0,0-1 15,0-1-15,-2 0 0,0-3 0,0 0 16,2 1-16,0-1 0,-3 1 15,1-3-15,2 2 0,0-1 0,0-1 16,0 0-16,2 0 0,1 3 0,-1 1 16,2-6-16,-2 7 0,1-3 0,1 1 15,0 1-15,3 1 0,-3-1 16,3-3-16,2 1 0,-5 3 0,1-3 16,1 0-16,-1 1 0,-1-3 0,1 0 15,-1 3-15,-4-3 0,4-2 0,-4 0 16,3 2-16,-1 0 0,-2-2 0,0 0 15,0 0-15,0 0 0,-2 0 0,-1 5 16,3-3-16,-2 0 0,0 0 0,2 1 16,-2-3-16,0 4 0,2-2 15,-3-2-15,1 0 0,2 2 16,0-2-16,-2 0 0,2 3 0,0-3 0,-2 0 16,2 0-16,0 0 0,-2 0 0,2 0 15,0 0-15,0 0 0,0 0 16,0 0-16,0 0 0,2 4 15,-2-4-15,0 0 0,0 0 0,0 0 0,0 0 16,0 0-16,0 0 0,0 0 0,2 0 16,-2 0-16,0 0 0,0-4 0,0 4 15,0 0-15,0 0 0,0 4 16,0-4-16,0 0 0,0 0 0,0 0 16,0 0-16,0 0 0,0 0 0,0 0 15,0 0-15,0 0 0,0 0 16,0 0-16,0 0 0,0 0 0,0 0 15,0 0-15,0 0 0,0 0 0,0-4 16,0 4-16,0 0 0,0 0 0,0-3 16,0 3-16,0 0 0,0 0 0,0-2 15,0 2-15,0 0 0,0 0 0,0 0 16,0 0-16,0 0 0,0 0 0,0 0 16,0 0-16,0 0 0,0 0 15,0 0-15,0 0 16,0 0-16,0 0 0,0 0 0,0 0 15,0 0-15,0 0 0,2 0 0,-2 0 16</inkml:trace>
  <inkml:trace contextRef="#ctx0" brushRef="#br0" timeOffset="33787.49">7779 5241 0,'0'2'0,"-5"-2"0,5 0 0,0 0 0,-2 2 0,0-2 15,0 3-15,2-1 0,-5 2 0,3 3 16,2-1-16,-7 5 0,5 3 0,0-1 15,-5 2-15,5 3 0,0-3 16,-2 10-16,1-1 0,1 0 0,0-2 16,0 0-16,2-2 0,0-2 0,0-1 15,2-1-15,0 1 0,-2-3 0,0-1 16,2 0-16,-2 0 0,0-2 0,0-2 16,0-2-16,-2-1 0,2-1 0,0-3 15,-2 2-15,2-4 0,-2 3 16,2-1-16,0-7 15,-7 1-15,7 4 0,-2-7 0,0 1 16,2-3-16,0-2 0,0-4 0,-5-1 16,5-4-16,0-6 0,5-1 15,-5-6-15,4 0 0,5-13 0,-2 2 0,-1 6 16,3 3-16,-2 6 0,4 3 0,0 4 0,2 0 16,-2 6-16,7 1 15,-7 2-15,4 2 0,1 2 0,-1 4 0,0 3 0,3-2 16,-3 2-16,-1 4 0,-3 2 0,0-2 15,0 3-15,-5-1 0,1 1 16,-5 6-16,0-2 0,-4 2 0,-2 0 16,-1-3-16,1 3 0,-5 0 0,-2 3 15,2-1-15,-6 0 0,4 3 0,-2-1 16,-3-2-16,3 0 0,2 3 0,-4-5 16,1-2-16,-1 2 0,6-2 0,-2-1 15,4-3-15,-1 1 0,5 1 16,-3-3-16,6 1 0,2 2 0,2-1 15,1 3-15,1 0 0,5 2 0,5 4 16,1 1-16,1 1 0,2-3 16,4 1-16,0 0 0,3 3 0,6-3 31,0-1-31,9 1 0,0 1 0,-7-3 16,-6 2-16,-3-4 0,1 0 0,-1-2 15,-2 0-15,5 0 0</inkml:trace>
  <inkml:trace contextRef="#ctx0" brushRef="#br0" timeOffset="35238.43">10341 5157 0,'0'-2'0,"-2"2"0,2-2 0,-3 2 16,3 0-16,-2-2 0,0 2 0,-5-5 15,3 5-15,0-2 0,1 2 0,-1-2 16,0 0-16,1-1 0,1 3 16,-2-2-16,1 0 0,1 2 0,0-2 15,0 0-15,-3 2 0,3 0 0,-2 0 16,2 0-16,-1-3 0,-1 3 0,0 0 15,1 0-15,-1 0 0,2 3 16,0-3-16,2 0 0,-5 0 0,5 0 16,0 0-16,-2 0 0,2 0 0,-2 0 15,2 0-15,0 0 0,0 2 0,2-2 16,-2 2-16,2-2 0,-2 4 0,2-4 16,1 7-16,1 0 0,-2-7 15,3 4-15,-1 3 0,0-3 0,1 0 16,-1 3-16,3-3 0,-3 1 0,3-1 15,-3 3-15,3-3 0,-3 1 0,-1-1 16,1-2-16,-2 3 0,0-1 0,-2 1 16,3-1-16,-3 0 0,0 1 15,-3 1-15,3-1 0,-2 1 0,0 1 16,0 0-16,0 1 0,2-3 0,-5 4 16,5-3-16,-2 1 0,0 2 0,0-5 15,2 5-15,-3-5 0,3 3 0,0-3 16,0 3-16,3-3 0,-3 3 0,4-3 15,-2 3-15,3 0 0,1-1 16,1 1-16,-1 0 0,3-1 0,-2 1 16,2-1-16,-1 1 0,3 2 0,-2-3 15,2 3-15,-2 0 0,2-2 0,-4 1 16,-1 1-16,-1-2 0,-1 0 16,-2 1-16,3-1 0,-3 0 0,-2-1 0,0 1 15,-2-1-15,2 1 16,-2 0-16,-1-1 0,3-1 0,-2 1 0,0-1 15,2 1-15,0-1 0,-2-1 0,2 1 16,0-1-16,0 0 0,2 1 16,0-1-16,0 1 0,3-1 15,-3 3-15,2-3 0,1 0 0,1 1 0,-1-1 16,-1 1-16,1-1 0,1 0 16,-1 1-16,-1-1 0,1 1 0,-1-1 15,0 1-15,1-1 0,-3-2 0,0 3 16,0-3-16,1 4 0,-3-1 0,2-3 0,-4 5 15,2-3-15,0 0 0,-3 1 16,1 1-16,2-1 0,0 1 0,-2 3 16,2-2-16,0 0 0,2 4 0,-2-5 15,7 1-15,-3 4 0,1-5 0,-1 1 16,0 2-16,1 0 0,-1-3 16,-2 3-16,3-2 0,-1-3 0,1 5 15,-3-2 1,2-3-16,-4 5 0,3-5 0,-1 3 0,-2-3 0,0 1 0,0-1 15,0 3 1,0-5-16,0 2 0,0 1 0,0-3 0,2 2 0,2 1 16,1-1-16,1-2 0,1 3 0</inkml:trace>
  <inkml:trace contextRef="#ctx0" brushRef="#br0" timeOffset="36737.31">10123 5245 0,'0'-2'0,"2"-2"0,-2-1 0,2 1 0,0 0 16,0-1-16,1 5 0,-3-4 0,0 1 15,-3 3-15,1 0 0,0 0 16,-2 3-16,-3 1 0,0 1 0,-2 3 16,-2 1-16,3 2 0,-6 2 0,3 3 15,-2-1-15,-4 10 0,3-3 0,3 2 16,5-2-16,-1 2 0,5-4 0,2-2 16,4-1-16,3-1 0,2-1 0,6-2 15,1-2-15,-1 5 0,0-3 16,-1 0-1,1 1-15,-4-1 0,0 2 0,-2-2 0,-2 3 0,-1-1 0,-1-2 16,-3 5-16,-2 0 0,-2 2 0,-5-1 16,-2 1-16,0 0 0,-6 0 15,2-5-15,-1 3 0,-1-5 0,2 1 16,2-3-16,-2-3 16,4-3-16,4-1 0,-1-4 0,1 2 0,5-4 0,0 0 15,2-2-15,3-5 0,-1 4 0,3-1 16,2-1-16,0 0 0,2-1 0,0 1 15,0 0-15,0 3 0,-3 0 16,3 1-16,-2-1 0,-2 4 0,2 4 16,-5-1-16,3 3 0,-3 1 0,1 2 15,-1 2-15,0 2 0,1 0 16,-3 5-16,0-5 0,0 2 0,-2 1 16,0-1-16,0 1 0,0 1 0,0-3 15,3 5-15,-1-3 0,2 2 0,-2 1 16,5-3-16,0 4 0,-3-5 0,7 1 15,-2-1-15,2-2 0,2-2 16,3 0-16,-1-2 16,5-2-16,-2-5 0,1 0 15</inkml:trace>
  <inkml:trace contextRef="#ctx0" brushRef="#br0" timeOffset="37940.19">10649 5993 0,'0'0'0,"0"-2"0,3-1 0,-3 3 0,2-2 15,0 0-15,-2 2 0,2-2 0,-2 2 16,3 0-16,-3 0 0</inkml:trace>
  <inkml:trace contextRef="#ctx0" brushRef="#br0" timeOffset="40061.87">10643 5988 0,'2'0'0,"-4"-2"0,2-2 0,-2 2 0,-1-1 0,1 1 16,2 0-16,0 0 0,0 0 0,0 2 16,-2-3-16,2 1 0,0 2 0,0 0 15,-2-2-15,2 2 0,0-2 16,0 2-16,0-2 0,2 2 0,-2 0 15,0 0-15,2 0 0,-2 0 0,2-3 16,3 1-16,-3 2 0,5-2 0,-1 0 16,1 2-16,4-5 0,0 3 15,2 0-15,3-3 0,-1 3 0,3-2 16,-1-1-16,5-1 0,0-1 0,-2 3 16,-2-3-16,0 3 0,-3-1 0,-2 1 15,0-3-15,-4 3 0,2 2 16,-4 0-16,0-1 0,-3 1 0,3 2 15,-3 0-15,0 0 0,1 0 0,1 2 16,-1 1-16,-1-1 0,1 0 0,1 0 16,1 0-16,-1-2 0,1 0 15,0 3-15,-1-3 0,3 0 0,0 0 16,0 0-16,0-3 0,-1 1 0,3-2 16,0-1-16,0-1 0,0 1 0,3-1 15,-3-1-15,0 0 0,-2-1 0,2 1 16,-5 0-16,1 3 0,2 0 0,-3-1 15,-1 3-15,1 0 0,-1 4 16,-1 0-16,3 5 0,-1-3 0,1 3 16,-3-1-16,3 1 0,2 0 0,-3-1 15,1-1-15,2 4 0,0-5 0,0 0 16,-1 1-16,3-3 0,-2-2 0,2 0 16,-4 0-16,-1-4 0,5-1 0,-6 3 15,4-2-15,-3-1 0,-1 1 16,-1-1-16,1 1 0,-1 2 0,-2-1 15,3 3-15,-3-2 16,0 0-16,2 2 0,-1 0 0,1 0 0,0 2 0,1 0 16,-1-2-16,1 0 15,-1 3-15,3-1 0,-3-2 0,0 0 0,3 0 16,-3 0-16,1 0 16,-1 0-16,3 0 0,-3 0 0,-1 0 0,-1 0 0,2 2 15,-2 0-15,1-2 0,-3 0 0,4 2 16,-2 1-16,3-3 0,-1 0 0,-2-5 15</inkml:trace>
  <inkml:trace contextRef="#ctx0" brushRef="#br0" timeOffset="41232.26">11576 5741 0,'0'0'0,"-3"3"0,3-3 0,-2 0 0,2 2 0,-2-2 0,0 0 0,2 0 16,0 0-16,-3 0 0</inkml:trace>
  <inkml:trace contextRef="#ctx0" brushRef="#br0" timeOffset="41486.39">11587 5717 0,'0'0'0,"-3"0"0,3 2 0,-4 1 0,0-3 16,1 2-16,-3 0 0,1 0 0,-1 3 15,1 1-15,-1 1 0,-3-1 16,0 3-16,0-4 0,3 1 0,-3-1 16,2-1-1,1 1-15,1-3 0,1 0 0,-1-2 0,3 2 0,0-2 0,2 0 16,2-2-16,0 2 15,5-2-15,-3 0 0,3-5 0,0 3 0,-1-3 0,1 0 16,-1-2-16,3 3 0,-2-1 16</inkml:trace>
  <inkml:trace contextRef="#ctx0" brushRef="#br0" timeOffset="45915.99">11505 5746 0,'2'2'0,"-2"0"0,0-2 0,-2 5 0,2-3 0,-2 2 0,2-4 15,-2 5-15,2-5 0,0 2 0,0-2 16,-3 2-16,3-2 0,0 0 0,0 0 15,0 0-15,0 0 0,3 0 16,-3-2-16,0 2 0,2-2 0,0 2 16,0-2-16,-2-1 0,2 3 0,1-2 0,-3-2 15,4 1-15,-2 1 0,0-2 16,1-1-16,1 1 0,0-3 0,-1 3 16,1-5-16,-2 3 0,3-3 0,-3-2 15,2 0-15,-2-3 0,1 1 0,-1 0 16,0 0-16,-2 0 0,0-1 0,0-1 15,0 2-15,0 2 0,-4 2 16,4 0-16,-5 0 0,5 3 0,-4-3 16,-1 2-16,3-2 0,-2 3 0,-1-3 15,1 0-15,2 2 0,-3-1 0,3-1 16,0 0-16,-2 2 16,4 1-16,-3-1 0,1 3 0,2-5 0,0 2 15,0 3-15,0-3 0,0 1 0,2 1 16,-2-1-16,3 1 0,-3-1 0,2 1 15,0-1-15,-2-1 0,2 0 0,-2 3 16,2 0-16,-2-1 0,0 1 16,0-3-16,0 1 0,0 1 0,0 1 15,0-1-15,0 1 0,0-1 0,0 3 16,0 0-16,0-2 0,0 1 0,0 1 16,-2 0-16,0-2 0,2 4 0,0-5 15,0 1-15,0-1 0,-2 1 16,2-3-16,-2 3 0,2-3 0,-3 1 15,3-1-15,-2-2 0,2 5 0,-4-3 16,4-2-16,-5 3 0,1-1 0,2-4 16,-3 5-16,1-1 0,0-2 15,1 0-15,-1 3 0,-1-5 0,3 6 16,0 1-16,-2-1 0,1 1 0,1 6 16,0-6-16,2 2 0,0-1 0,0 1 15,0 0-15,0 0 0,0 0 0,0-1 16,0 1-16,0 0 0,0 2 0,2-4 15,0-1-15,-2 1 0,3-1 16,-1 3-16,0-2 0,-2-1 0,2-1 16,0 1-16,1-1 15,-1 1-15,2-1 0,-4 1 0,5-1 0,-3-1 16,0 0-16,0 3 0,-2-3 0,3 3 0,-1-3 16,-2 5-16,0-4 0,0 1 15,0 3-15,0-5 0,-2 5 0,-1 0 16,3-2-16,-2 4 0,0-3 0,2 1 15,-2 2-15,0-2 0,-1 2 0,1 0 16,0 0-16,2-5 0,0 3 16,-2 0-16,-1 2 0,3-2 0,0 0 15,0-3-15,0 5 0,0-4 0,0 4 16,0-5-16,0 3 0,0 0 0,0 0 16,3 0-16,-3 2 15,0-7-15,0 5 0,2 0 0,-2-3 0,0 1 16,0-1-16,0 1 0,0 0 0,0-3 15,0 0-15,-2 3 0,2-5 0,0 5 16,-3-3-16,3 0 0,0 1 0,0 1 16,-2-1-16,2-3 0,-2 7 15,2-7-15,0 0 0,0 3 0,0-1 0,0-2 16,0 0-16,0 0 16,0 1-16,0-1 0,-2-2 0,2 0 0,-2-2 15,2 4-15,-3-2 0,1 0 16,0-5-16,2 5 0,-2 2 15,0-2-15,-1 3 0,1-1 0,-2 2 0,2-2 16,-3 0-16,3 1 0,0 1 0,0-4 0,-1 2 31,1 0-31,2 1 0,-2-1 16,2-2-16,0 0 0,0 0 0,0 2 16,0-2-16,0 2 0,0-2 0,0 2 15,0 0-15,0 3 0,0-5 16,0 2-16,-2 0 0,2 2 0,0-4 15,0 0-15,-2 3 0,2-3 0,-3 0 16,3 2-16,0 0 0,0-2 0,3-2 16,-1 2-16,-2-7 0,0 7 0,-2-2 15,2-1-15,0 1 0,0 0 0,0 0 16,-3 4-16,6-4 0,-3 4 16,0 0-16,-3 3 0,3-6 0,0 1 15,0 3-15,0-1 0,0 2 0,-2-6 16,2 2-16,0 0 0,0-2 15,2 2-15,-2 0 0,0-3 0,0 3 16,3 0-16,-1-2 0,0 2 0,-2 0 16,0 0-16,2 2 0,-2-2 0,0 7 15,0-7-15,-2 0 0,2 2 0,0 0 16,0 3-16,0-8 0,-2 3 16,2 2-16,0-2 0,-2-2 0,2 0 15,-3 0-15,3 2 0,0-7 0,0 5 16,0 2-16,0 0 0,0 0 15,0 0-15,0 4 0,3-6 0,-3 6 16,0 3-16,0-5 0,0 2 0,0 1 16,0-1-16,-3 1 0,3-1 0,0 3 15,0-5-15,0 4 0,0-3 0,0-1 16,0 0-16,0 0 0,0 2 0,-2-4 16,2 7-16,0-9 0,0 6 15,-2 3-15,2-5 0,0 2 0,2 3 16,-4-1-16,2-1 0,0 1 0,0-1 15,0 1-15,0-1 0,-2-1 0,0 1 16,2 1-16,0-4 0,-3 1 0,1 1 16,2-2-16,-2-2 0,2 0 0,-2 2 15,2-2-15,0 5 0,0-5 16,0 2-16,0 0 0,0 2 0,0-1 16,0 3-16,0-2 0,0 3 0,0-5 15,0 7-15,0-7 0,0 7 0,0-5 16,0 3-16,0 2 0,0-5 0,0 3 15,0-3-15,0 3 16,0 2-16,0-7 0,0 7 0,0-5 0,0 3 16,2-3-16,0 2 0,-2-1 15,0 1-15,2-1 0,-2 4 0,3-3 0,-3 1 16,0 2-16,0-1 0,0 1 16,2 2-16,-2 0 0,0 0 0,0-2 0,2 2 15,-2 0-15,0 0 0,0 0 16,0 0-16,0 0 0,0 0 0,0 0 15,0 0-15,0 2 0,0-2 0,0 0 16,0 0-16,0 0 0,0 0 0,0 0 16,0 0-16,0 0 0,0 0 0,0 0 15,0 0-15,0 0 0,0 0 16,0 0-16,0 0 0,0 0 0,0 0 16,0 0-16,-2 0 0,4 0 0,-2 0 15,0 0-15,0 0 0,0-2 0,0 2 16,0 0-16,0 0 0,0-4 0,0 4 15,0 0 1,2-3-16,-2 1 0,0 0 0,0 2 0,2-4 0,-2 1 16,0 1-16,0 0 15,0 2-15,0-7 0,0 5 0,0 0 0,0 2 0,0 0 16,0-2-16,0-3 0,0 5 0,0 0 16,0-2-16,0 2 0,0 0 15,0 0-15,0 0 0,0 0 16,0 0-16,0 0 0,3 0 0,-3 0 0,2-2 15,0 2-15,-2 0 0,4 0 0,-1-2 16,-1 2-16,2 0 0,-2 0 16,3 0-16,-1 0 0,1 2 0,1 0 15,1 0-15,-3 5 0,3-5 0,0 3 16,1 1-16,1 3 0,-2-5 0,2 5 31,-3-7-31,3 3 0,0 1 0,2-1 0,-2-1 0,-1 1 0,4 1 0,-1-6 16,0 2-16,2-2 0,0 0 0,-2 3 31,0-3-31,0 2 0,0 0 16,0-2-16,0 5 0,0-3 0,-2 2 15,0 3-15,0 2 0,-1-7 0,-1 4 16,2 1-16,-2 4 0,-3-2 16,3-3-16,-1 3 0,-1 0 0,1-5 15,-1 3-15,1 0 0,3-1 0,0-3 16,2 1-16,-2-4 0,4 0 0,-2 0 15,4 0-15,1-2 0,-1 0 0,1 2 16,-1 0-16,1 2 0,-1 0 0,0 2 16,1 1-16,-1 1 0,-1 3 0,-3 2 15,0 5-15,0-3 0,-5-2 16,3 4-16,-2 1 0,1 1 0,1-1 16,-2 1-16,2-3 0,-3-1 15,1-2-15,2 0 0,0-7 0,-1 3 0,1-3 16,0-1-16,4 1 0,-4-4 0,2 0 15,0 0-15,2 2 0,-4 0 16,4 1-16,-2 3 0,0-4 0,3 3 16,-3 4-16,2-3 0,-2 3 15,-2 0-15,0 0 0,-1 0 0,1 4 0,-2-7 16,-1 3-16,3 0 0,-2 2 16,2-9-16,0 7 0,2-7 0,0 1 15,2-3-15,-2-3 0,4 3 0,-4-2 16,3-4-16,-6 1 0,3 1 0,-2 2 15,0-3-15,-2 3 0,1-3 0,-1 5 16,-3 0-16,1 0 0,2 0 16,-3 5-16,0-5 0,1 2 0,-1 0 15,1 1-15,-1 3 0,0-4 0,1 3 16,-1-1-16,1-2 0,1 3 0,1-1 16,4-4-16,-2 0 0,4 0 0,-2 0 15,4-4-15,-4 4 0,3-5 16,-3 5-16,-3-2 0,3 2 0,-2 0 15,0 0-15,0 0 0,-2 2 16,-1-2-16,3 5 0,-5-1 0,5 1 0,-2 3 16,2-5-16,-5 5 0,5-3 0,-3 1 15,1-3-15,2 1 0,-2 3 16,-1-7-16,1 2 0,-3 0 0,1-2 16,-1 2-16,-4-2 15,4 0-15,-8-2 0,4 2 0,2 2 0,-2-2 16,0 5-16,-2-3 0,4 0 0,-2 5 15,-2-3-15,2 5 0,0 2 0,0-4 16,0 6-16,0-2 0,0 0 0,2-2 16,0 2-16,1-2 0,-3-3 0,4 3 15,-2-5-15,0 1 0,1-1 0,-1 3 16,0-5-16,0 2 0,0 1 0,-2-1 16,0 5-16,0-5 0,0 5 15,0 0-15,0 4 0,-2-2 0,2 3 16,-2-1-16,4 0 0,-2-2 0,2 2 15,-2-4-15,3 2 0,-1-2 0,-2-2 16,2 1-16,0 1 0,0-4 16,1 3-16,-3-1 0,0 2 0,2-2 15,0-1-15,0 3 0,1 0 0,-1 2 16,-2-5-16,2 3 0,0 2 0,-2-2 16,0 2-16,2-2 0,1 2 15,-1-2-15,0 2 0,0 2 0,3-2 0,-3-2 16,2 2-16,-2 0 15,1 0-15,-1 2 0,0-2 0,0 0 0,-2-2 16,2 6-16,-2-6 0,0 2 0,0 5 16,-2-5-16,2 4 0,0-2 15,0 3-15,-2-1 0,2 1 0,2-3 16,-2 2-16,2 1 16,3-1-16,-5-2 0,4 5 0,-2-7 0,3 5 0,-3-1 15,2 3-15,1-3 0,-3-2 0,0 5 16,0-3-16,-2 1 0,0-1 0,0 3 15,-2-3-15,0 3 0,2 0 0,-2-5 16,0 4-16,-1-1 16,1-1-16,2 1 0,-2 4 0,2-5 15,0 5-15,0-7 0,0 3 0,2-1 16,-2-2-16,5 3 16,-5-3-16,2 2 0,0 1 0,-2 1 0,2-3 0,-2 3 15,0 1-15,0-3 0,-2 1 0,2-3 16,0 0-16,0 0 0,0 1 15,0-3-15,0 0 0,0 0 0,-2-2 0,2-1 32,2 1-32,-2 0 0,0 2 0,0-2 15,0 2-15,2 0 0,-2-2 0,2 2 16,-2 0-16,0 0 0,3 0 0,-1-2 16,-2 2-16,0-2 0,2 2 15,0-3-15,1 1 0,-3 0 0,0-2 16,0-1-16,0 1 0,2-1 0,-2-1 15,2 1-15,-2 1 0,0-3 0,0 3 16,0-2-16,0 1 0,0 3 16,2-5-16,-2 5 0,2-2 0,-2 2 15,0-1-15,0-1 0,3 2 0,-3-5 16,2 5-16,-2-2 0,2-3 0,0 1 16,-2-1-16,0 0 0,2 1 0,1 1 15,-1-1-15,-2 1 0,0 1 0,2 0 16,-2 1-16,0 1 0,2-2 15,-2 2-15,0 2 0,2-2 0,1-1 16,-3-1-16,2 2 0,0-5 0,-2 3 16,2-3-16,0 1 0,1-3 15,-3 0-15,0-6 0,0-1 0,0 5 16,0 5-16,0-5 0,2 2 0,-2 0 16,0 0-16,0 0 0,2-2 0,-2 3 15,0-1-15,2 0 0,0 0 0</inkml:trace>
  <inkml:trace contextRef="#ctx0" brushRef="#br0" timeOffset="47798.89">11723 6449 0,'0'0'0,"0"-4"0,0 4 0,0-2 16,5-1-16,-3 1 0,0 0 0,0 2 15,0 0-15,1 0 0,-3 2 0,0 5 16,0-1-16,0 5 0,-7 3 0,3 1 16,-1 1-16,-4 1 0,3 1 15,-7 8-15,2-1 0,2-6 0,-4 1 16,-1-2-16,3-3 0,-2 3 0,4-5 15,0-2-15,3 0 0,-3 0 0,2-2 16,1-2-16,-1 1 0,0-1 0,1-2 16,-1-1-16,1-2 0,-3 3 15,4-5-15,-3 2 0,1-4 16,0 2-16,-1-5 0,-1-1 0,0-1 0,-2-4 16,0 2-16,-2-4 0,-3 0 0,1-3 15,-3-1-15,0 1 0,1 1 0,-3 1 16,0 3-16,0 3 0,5-1 15,-1 2-15,1 3 0,2 2 0,0 2 16,2 2-16,-3 2 0,3 1 16,2 1-16,-2 3 0,-2 0 0,2 4 0,2-2 15,-2 0-15,5 2 0,-3-2 0,4-2 16,-1-2-16,-1 2 0,1-5 16,-1 0-16,3 1 0,-3-1 0,3-2 15,-1 1-15,1-1 0,-3-2 0,1 0 16,1 0-16,-1-5 0,-3 1 0,0 0 15,0-3-15,-2 0 0,-4-1 0,1 1 16,-3 0-16,-1 1 0,0 1 0,1 1 16,-3 0-16,7 1 0,-3 1 15,1 0-15,-1 2 0,1 2 0,0-2 16,-1 5-16,3-1 0,0 0 0,-3 3 16,1 2-1,-3-3-15,3 1 0,-5 0 0,0-3 0,-2 0 0,0 1 16,-2 1-16,-1-1 0,1-1 0,0-2 15,4 1-15,0-3 0,0 0 16,5-3-16,-3 3 0,3-2 0,-1 0 16,1 0-16,2 0 0,2 2 15,2 0-15,-2 0 0,4 0 0,-1 0 0,3-3 16,1 1-16,-3 2 0,3-2 0,-1 0 16,1 2-16,-1 0 0,3 0 0,0 0 15,-2 0-15,1 0 0,-1 2 0</inkml:trace>
  <inkml:trace contextRef="#ctx0" brushRef="#br0" timeOffset="49112.34">10863 7119 0,'0'0'0,"0"0"0,3 0 0,-1 0 0,0 5 0,2-1 16,-1 1-16,1 1 0,-2 3 15,3 2-15,-5 2 0,4 3 0,-4 1 16,2 3-16,-4 0 0,2 0 0,-4 9 15,-3-5-15,3-2 0,-1-2 0,1-3 16,-3 1-16,5 2 0,0-2 0,0-3 16,-1-2-16,3-2 0,0 0 15,0-2-15,5-4 16,-1 3-16,5-3 0,-2-1 0,1 1 0,1-3 0,0 2 16,0-2-16,0 3 15,2-5-15,-2 0 0,2 0 0,2 0 0,-2 0 16,0 0-16,0 0 0,-2 0 0,-1-2 15,-3 2-15,2 0 0,-1-3 0,-1 1 16,-1 2-16,0 0 0,3-2 0,0 0 16,1 2-16,-1 0 0</inkml:trace>
  <inkml:trace contextRef="#ctx0" brushRef="#br0" timeOffset="49778.46">11112 7406 0,'0'0'0,"0"0"0,0 0 0,3 2 0,-1-4 0,0 2 0,3-2 0,-1 2 31,3 0-31,-1-2 0,5 0 0,0-3 16,5 1-16,1-1 0,-1-1 0,1 1 16,-1-1-16,4-3 0,-5-2 15,1 0-15,-3-5 0,0 8 0,0-4 16,-4 4-16,-5-1 0,1 2 0,-1-2 15,-2 5-15,-2 0 0,-4-1 0,0 3 16,-3 0-16,-2 2 0,-2 0 0,2 2 16,-2 2-16,0 3 0,-2 0 0,2 1 15,-2 3-15,2 0 0,-2 3 16,4-1-16,0 0 0,2-2 0,3 2 16,2 1-16,-1 1 0,6-4 0,-1 2 15,5-4-15,1 2 0,3-2 16,3 0-16,1-3 0,3-1 0,-1-1 15,1-4-15,11-2 0,-3 2 0,1-2 16,-1-3-16,-2 1 0,-4-5 0,-2-2 16,-3-2-16,1 2 0,-8-2 0,3 2 15,-2-5-15,0 5 0,0 0 0,-3 5 16,1-1-16,-2 5 0,-3 4 16,0 0-16,-2-2 0,-4 5 0,-1-1 15,-4 3-15,0-1 0,-2 1 0,3-1 16,-1 3-16,0 0 0,2 2 15,3-2-15,0 0 0,-1 2 0,5-2 16,0-3-16,2 3 0,3-2 0,-1-1 16,3 1-16,-1-5 0,3 0 0,0 3 15,-2-7-15,4-1 0,-3-1 0,4-1 16,-4-1-16,3 1 0,-2-3 0,-2-3 16,2 2-16,-1-4 0,-1 2 0,-3 0 15,1 2-15,-1 0 0,-2 2 0,3 3 16,-5-1-16,0 1 0,2 4 0,-2 0 15,0 2-15,2 0 0,-2 5 16,3 0-16,-1 1 0,2 1 0,-2 0 16,3 0-16,1-2 0,1 1 0,4-1 15,-2 0-15,2-3 0,-2 3 16,2-5-16,0 0 0,0-2 0,-5-2 16,1 0-16,-3-1 0</inkml:trace>
  <inkml:trace contextRef="#ctx0" brushRef="#br0" timeOffset="50000.69">11891 7124 0,'0'0'0,"0"0"0,0 4 0,2 3 0,0 0 0,3 4 16,-3 4-16,0 0 0,-2 7 0,4 7 15,-1-5-15,-3 9 0,0-2 16,0 0-16,0-2 0,-3-5 0,3-2 15,0-4-15,-2-3 0,0-2 0,2-1 16,-2-4-16,0 1 0,-3-4 0,1-1 16,-7-4-16,2-2 15,-2 0-15,2-1 0</inkml:trace>
  <inkml:trace contextRef="#ctx0" brushRef="#br0" timeOffset="50254.53">11792 7382 0,'-3'-5'0,"3"3"0,0 2 0,3-4 0,3-1 16,3 1-16,4 0 0,3-1 0,1 1 15,1-1-15,-3 1 0,7-3 0,-2 3 16,0 2-16,0-3 0,-2 3 16,-3 0-16,0-2 0,-1 1 0,-1 1 15,-4 0-15,2 0 0,-2 2 0,-1 0 16,-1 4-16,-3 1 0,3-1 0,-3 5 16,-4 2-16,0 4 0,0 3 15,0-3 1,3 1-16,-3 4 0,0-3 0,0 3 0,0-5 0,2 1 0,-2-1 15,4-1-15,-4-3 0,3 0 0,-1-5 16,-2 1-16,0-3 0,2-2 16,-2 1-16,2-1 0,-2-2 0,5 0 15,1 2-15</inkml:trace>
  <inkml:trace contextRef="#ctx0" brushRef="#br0" timeOffset="50381.51">12085 7201 0,'2'0'0,"2"0"0,-4 0 16,5-2-16,1 2 0,-3-2 0,1 4 15,-2 0-15,1 0 0,-1 3 0,4 4 16,1-1-16,2-1 0</inkml:trace>
  <inkml:trace contextRef="#ctx0" brushRef="#br0" timeOffset="50968.71">12224 7545 0,'0'-2'0,"0"2"0,0 0 0,0 0 0,0-2 0,0 2 16,4-3-16,-2-1 0,3 2 15,-1-5-15,3 1 0,2-1 0,-3-2 16,1-4-16,4 2 0,-5-5 0,3 1 16,0 0-16,-4-1 0,1 3 0,1 2 15,-3 0-15,-2 4 0,3 3 0,-1-1 16,-2 8-16,3 1 0,-1 3 15,-2 4-15,1-2 0,3 2 0,-4 0 16,3 2-16,-3-2 0,2 0 0,1 0 16,-1-2-16,1-3 0,-3 3 0,2-2 15,1-3-15,-3-2 0,2 1 0,1-3 16,1-3-16,1 1 0,-3-2 0,3-1 16,0 1-16,1-3 0,1 1 0,-2-5 15,-1 0-15,1-3 0,0 3 16,-3 3-16,1-3 0,-1 2 0,0 4 15,1-1-15,-1 1 0,-2 5 16,3 2-16,-1 1 0,1 3 16,-1 3-16,3 0 0,-3-2 0,0 1 0,3 1 15,-3 0-15,1-2 0,2-1 0,-1-1 16,1-1-16,-1 0 0,3-1 0,0-1 16,0-2-16,2 0 0,-2-5 0,2 3 15,4-2-15,-2-7 0,3 0 0,-5 0 16,2 2-16,-4-2 0,0 2 15,-3 0-15,-4 3 0,1-1 0,-6 0 16,1 5-16,-2 0 0,-3 2 0,-4 2 16,0-2-16,0 2 0,2 3 15,-2-1-15,3 3 0,3 2 0,-2 0 16,5-1-16,0 1 0,4 2 0,0-2 16,5 0-16,2-3 0,2 3 0,0-2 15,4-3-15,3 1 0,4 1 0,0-3 16,2-1-16,-4-2 0,0 0 0,-2 0 15,-3-5-15,3 1 0,-5 0 16,5-3-16</inkml:trace>
  <inkml:trace contextRef="#ctx0" brushRef="#br0" timeOffset="51511.87">13538 7232 0,'0'0'0,"0"0"0,0 0 0,0 0 0,0 4 0,0 5 15,0 0-15,0 4 0,-2 0 16,-1 5-16,1 0 0,-2-1 0,4 3 16,-2 0-16,2 0 0,-3-5 0,6 3 15,-1-5-15,0-2 0,2 0 0,1 0 16,1-4-16,3 0 0,2-3 15,0-2-15,-2 0 0,2-2 0,2 0 16,5-2-16,2-2 0,-5 2 0,3-3 16,0 1-16,-1-3 0,-1 3 0,-1-1 15,-2-1-15,-2 3 0,0-1 0,-2 2 16,0-3-16,0 1 0,-3 0 16,1-3-16</inkml:trace>
  <inkml:trace contextRef="#ctx0" brushRef="#br0" timeOffset="51956.61">13966 7034 0,'-5'2'0,"5"-2"0,0 0 0,0 0 16,0 0-16,0 2 0,0 0 0,0 3 16,0-1-16,-2 0 0,-2 1 0,-1 4 15,1-3-15,-5 3 0,-2-2 16,-5 1-16,3 1 0,-4 0 15,-3-2-15,-7 2 0,3-5 0,-5 5 0,3-3 16,-1-1-16,-1-1 0,-1 3 0,3-3 16,1 3-16,1-1 0,0-1 0,2 4 15,0-1-15,-2 4 0,-1-1 16,-1 6-16,-1-1 0,1 1 0,4 1 16,6-5-16,1 3 0,6-1 0,3-4 31,1 2-31,1-4 0,2 0 0,-1-3 0,1 1 0,2-2 0,-2 1 15,0 1-15,-7-3 0</inkml:trace>
  <inkml:trace contextRef="#ctx0" brushRef="#br0" timeOffset="54368.89">9318 5664 0,'-5'0'0,"8"-4"0,-1-5 0,4 2 15,-1 1-15,4-5 0,-5 4 0,3 1 16,-3-1-16,0 0 0,1 1 16,-5 1-16,0 1 0,0 2 0,-5 0 15,1-1-15,-5 6 0,-2-1 16,0 0-16,-2 2 0,-3 3 0,1 0 15,4 4-15,-2-5 0,4 5 0,0-2 0,5 2 16,2 0-16,2 0 0,4 0 16,5 0-16,2 0 0,0 2 0,2-2 15,2 3-15,1-1 0,-1 2 0,3 3 16,-3 0-16,1-1 0,-7 1 0,2 0 16,-5 1-16,-1-3 0,-5-1 0,-2 1 15,-5-1-15,-2-4 0,-2 2 16,-4 1-16,-1-3 0,-4 0 0,3 0 15,-3-3-15,2 1 0,1 0 16,-1-2-16,5-3 0,2-2 0,2 1 16,2-6-16,5 1 0,4-2 0,-2-1 15,5 3-15,-3-2 0</inkml:trace>
  <inkml:trace contextRef="#ctx0" brushRef="#br0" timeOffset="54638.32">9673 5675 0,'0'0'0,"-5"-4"0,5 4 0,-6-2 16,1-3-16,-1 3 0,-3-2 0,0 4 16,-2-3-16,0 3 0,0 3 0,0-1 15,0 0-15,4 2 0,1 3 16,3 0-16,3-1 0,3 3 0,1 0 16,5 2-16,2-2 0,2 2 0,0 2 15,1 0-15,1-2 0,-2 5 0,3-3 16,-3-2-16,2 9 0,1-3 0,-7-1 15,-1 4-15,-5-5 0,1 3 0,-8-3 16,1 3-16,-5-3 0,1 1 0,-4-1 16,0-2-16,0 3 0,-2-1 15,4 3-15,-2-3 0,2-1 0,0-1 16,3 0-16</inkml:trace>
  <inkml:trace contextRef="#ctx0" brushRef="#br0" timeOffset="56961.18">8559 3603 0,'-2'0'0,"0"2"0,2-2 0,0-2 0,-5 2 0,3 0 0,0 0 15,-2 0-15,1 0 0,1-2 0,-4 2 16,1 0-16,1 0 0,-1 0 16,-1 0-16,-3 2 15,0 0-15,-2 5 0,2-5 0,-2 2 16,2 1-16,1-1 0,1 3 0,0-5 0,1 2 0,-1-2 15,7 3-15,-2-3 0,4 0 0,5-2 16,2 0-16,4 2 0,0-2 16,2 5-16,1-5 0,4 0 15,0 0-15,-3 0 0,1-5 0,-3 5 0,-1 0 32,-1-2-32,-7 2 0,3 0 0,-2 0 15,-5 0-15,0 0 0,-4 2 0,-5 3 16,-1-5-16,-1 2 0,-9 0 15,0 0-15,-4 3 0,0-5 0,0 2 16,3 3-16,1-5 0,2 6 0,3-6 16,4 2-16,1 1 0,3-3 0,5 2 15,5 2-15,3-4 0,3 0 0,7 0 16,4-4-16,2 4 0,7-2 0,-4-1 16,-1 1-16,3 2 0,6-6 15,-4 1-15,-7 3 0,-2-3 0,-9 1 16,1 2-16,-10 2 0,1-5 0,-5 5 15,-5 0-15,-1 0 0,-6 5 0,-3-5 16,0 4-16,-10 3 0,-1-5 0,-3 5 16,3-1-16</inkml:trace>
  <inkml:trace contextRef="#ctx0" brushRef="#br0" timeOffset="57421.1">7843 3799 0,'0'-4'0,"0"-1"0,0-1 0,0-3 0,0-2 0,-3 0 0,1-3 16,2 3-16,0-4 0,-2 0 0,-2-1 16,-3 3-16,-4-9 0,-2 2 15,-3 0-15,-6 5 16,-2 1-16,0 1 0,-5 4 0,-2 5 0,-4-3 0,0 7 15,-1 7-15,3-3 0,-4 10 0,2 6 16,-1 2-16,8 4 0,3 5 0,8 4 16,6 7-16,11 2 15,11 11-15,6-11 0,8-4 0,3-13 0,1-8 16,2-3-16,-5-3 0,3-2 0,4-4 16,2-5-16,7-2 15,5-7-15,-8 1 0,-1-10 0,-7 3 0,-5 0 16,-2-3-16,-2-4 0,-4-2 0,-5-2 15,-6-2-15,-3-1 0,-4-8 0,-4-5 16,-3 3-16,1 2 0,-3 6 0,0-2 16,-2 9-16,-2 4 0,2 1 15,0 3-15,-7 6 0,7 1 0,-2 0 16,4 3-16,0 4 0,0 0 0,-2 4 16,0 3-16,-4 4 0,-1 0 0,1 4 15,-3-1-15</inkml:trace>
  <inkml:trace contextRef="#ctx0" brushRef="#br0" timeOffset="57548.33">7558 3870 0,'0'0'0,"2"0"0,-2 0 0,7 4 0,0 5 0,4 2 0,2 0 15,5 2-15,10 5 0,-1-1 0,1-3 16,3 1-16,0-2 0,-4 3 0,1-1 16,-1-4-16,1 2 0,-1-2 0,6 9 15,0-9-15,-4 9 0,-3 0 16,-2-5-16</inkml:trace>
  <inkml:trace contextRef="#ctx0" brushRef="#br0" timeOffset="60687.21">8654 5351 0,'0'0'0,"0"0"0,0-2 0,-2 0 0,0 0 0,2 2 16,-3-3-16,1 1 0,2 2 0,-2-2 15,-2 2-15,-3 0 0,3 0 0,-5 2 16,2-2-16,3 5 0,-9-3 0,2 2 16,-1-2-16,-5 1 0,1-1 0,-1 0 15,1 0-15,1 0 0,-3-2 0,5 0 16,0 0-16,2 0 0,2-2 16,0 2-16,5 0 0,-3-2 0,7 2 15,-2 0-15,4-2 0,3 0 0,1-1 16,3 1-16,2 0 0,2 0 0,3 0 15,-1-1-15,1 1 0,1 2 0,-1-2 16,-1 0-16,0 2 16,-4-2-16,3-1 0,-5 3 0,4-2 0,-7 2 15,-1-2-15,1 2 0,-1 0 0,-1 0 16,-2 0-16,-2 0 0,0 0 16,-2 0-16,-2 0 0,-1 0 0,-1 0 15,-3 0-15,0 2 0,3 0 0,-3-2 16,-2 0-16,2 3 0,2-1 0,-2-2 15,5 2-15,-3 0 0,5-2 0,-4 0 16,3 0-16,3 0 0,0 0 0,5 0 16,-1 0-16,5 0 0,0 0 15,4-2-15,-2 0 0,2 2 0,3-2 16,-10-1-16,5 1 0,-2 0 0,2 2 16,-4-2-16,-1 0 0,-1 2 0,-1-3 15,-1 3-15,-3 3 0,0 1 0,0 0 16,0 1-16,2 1 0,0-1 0</inkml:trace>
  <inkml:trace contextRef="#ctx0" brushRef="#br0" timeOffset="66286.03">13820 7640 0,'0'0'0,"2"0"0,-2-2 0,2-1 16</inkml:trace>
  <inkml:trace contextRef="#ctx0" brushRef="#br1" timeOffset="78177.32">11714 5490 0,'-2'5'0,"-2"-5"0,-1 0 0,3 0 0,0 2 16,0-2-16,4 2 0,-2-2 0,2 2 15,0 0-15,3 3 0,-3-1 0,0 3 16,3-1-16,-3 1 0,2 2 0,-2 0 16,1 2-16,1-3 0,0 4 15,-1-1-15,1 2 0,-2 0 0,1 5 16,-1 4-16,0 0 0,0 0 0,0 2 15,3 0-15,-3 1 0,2 3 16,-4-4-16,5 3 0,-5-3 0,0 0 16,0 5-16,-2-5 0,-1 3 0,-1-1 15,0 3-15,-1 0 0,-1-3 0,1-2 16,-4 1-16,3-3 0,-3-3 0,-2 3 16,2-4-16,-6 2 0,4-5 0,-3 3 15,-1-3-15,-1 1 0,-1-1 16,-3-1-16,-2-1 0,0 0 0,-5 2 15,-1-1-15,1-1 0,-1 2 0,3 1 16,-1-1-16,2 3 0,2-3 0,2-1 16,0-1-16,0 0 0,5-4 0,-3-3 15,5 3-15,-5-4 0,-2 1 16,-2 1-16,-4-1 0,2 1 0,-1-2 16,-1-1-16,4 0 0,0-1 0,2-1 15,0-4-15,2 2 0,1-3 0,-1 1 16,-2-2-16,3-1 0,-5 1 0,2-1 15,-5-1-15,1-3 0,2 2 0,-4 1 16,1-5-16,1 2 0,2-6 0,-2 1 16,4-1-16,0-3 0,3 1 15,1-5-15,1 2 16,-1 0-16,3-2 0,-2 2 0,-1 0 16,-1 0-16,1 3 0,1-1 0,-1-2 0,3 3 15,-2-1-15,-1-2 0,1 2 0,-1 1 0,3 1 16,0 1-16,-3-5 0,1-2 15,0 2-15,-1-4 16,3 2-16,-3 0 0,5 2 0,-2 0 0,4-2 16,-2 0-16,7 2 0,-5-2 0,2-2 15,3 0-15,0 2 0,-1-3 0,-1 1 0,3 2 16,1-2-16,0 4 0,0-4 16,0 4-16,-1 0 0,3 0 0,0 0 15,-2 3-15,0-3 0,2 2 0,-2-4 16,-3 2-16,3-4 0,0-2 0,2-1 31,0-2-31,0 1 0,0 1 0,0 1 0,0 2 0,2 4 0,0 2 16,-2 3-1,3 1-15,-3 1 0,0 0 0,0-5 16,2 1-16,0-5 0,0 0 0,0 0 0,1 2 0,-1-5 0,0-3 16,2 4-1,-1-5-15,1 5 0,-2 2 16,3-5-16,-1 3 0,5 0 0,-2 2 15,4 0-15,2-1 0,-2 1 16,-2 3-16,-1-1 0,3-2 0,-2 2 16,0-2-16,0 0 0,2-2 0,0-1 15,0 5-15,2-4 0,3 0 0,-5 2 16,4-2-16,-2 2 0,3 2 16,-3 2-16,5 0 0,-3 1 0,1-1 15,-1 1-15,0-1 0,1-4 0,-1 4 16,-2 1-16,-2 3 0,1-3 0,-1 3 15,0-1-15,-3 2 0,3-3 0,0 5 16,3-2-16,1 2 0,1 0 16,-1 0-16,3 2 0,1 0 0,1 3 15,5-3-15,-6 2 0,6 3 0,-1 0 16,-2-1-16,2 5 0,-6-2 0,2 4 16,-5-2-16,1 2 0,-5 1 15,2-3-15,2 4 0,-2 0 0,3 1 16,-1 1-16,1 3 0,6 4 0,0 3 15,4 2-15,1-1 0,-3 1 0,0-1 16,1 3-16,-6 2 0,1-4 16,-4 2-16,-1 0 0,-2 4 0,3-4 15,1 2-15,-6-2 0,0 2 0,-2 0 16,-2-7-16,4 7 0,2 0 0,-2 3 16,2-1-16,3 2 0,-3 1 0,5 1 15,-1-1-15,-1 4 0,1-5 16,-1-2-16,-3 1 0,0-6 0,-2-1 15,-2-2-15,2 1 0,-2 1 0,0-5 16,-3 5-16,1-1 0,0 3 0,-1-2 16,1 4-16,-3 0 0,3 2 15,0-4-15,-1 4 0,-1 3 0,1-7 16,-1 2-16,3-3 0,-1-1 0,0 2 16,-3 0-16,3-3 0,-5-1 0,2 1 15,1 1-15,-3 0 0,2-1 0,-2 3 16,1 0-16,-1 2 0,0-2 15,-2 2-15,5 0 0,-5 2 0,4 1 16,-2-1-16,3 0 0,-1 0 16,-2 1-16,0-8 0,-2 3 0,3-4 0,-3 1 15,2-1-15,-2 1 0,0 1 0,0 0 16,-2-1-16,2 1 0,-3-1 0,3-1 16,-2 2-16,0-1 0,-2 1 15,1 2-15,3-3 0,-2 1 0,0 2 16,0-3-16,0 3 0,-3 0 0,3-2 15,0 2-15,2-3 0,-3 3 0,3 0 16,-2 0-16,0 0 16,2-3-16,-4 3 0,1-2 0,-1-1 0,-3-1 15,1 1-15,1-1 0,-3-1 0,1 1 16,-2 1-16,0-1 0,3 1 0,-3-1 16,2-1-16,-2 1 0,3-3 0,-3 2 15,0-1-15,-2 1 0,2 0 0,-4 3 16,2-2-16,-2 3 0,2-1 15,-5-3-15,1 3 0,-3-5 0,1 1 16,-1-1-16,3 0 0,-1 0 0,1-2 16,2 0-16,-1-4 0,1 2 0,0-5 15,2 1-15,-2 1 0,-1-4 16,-1 3-16,0 1 0,-1-1 0,-4 1 16,0-1-16,-2 1 0,-2-1 0,-2-1 15,-3 1-15,2-3 0,-1 0 0,1-2 16,1-2-16,2 0 15,-3-5-15,3 0 0,-5-1 0,1-3 0,-1 0 0,-4 0 16,0-3-16,-7-1 0,3-3 16,-1 3-16,5-1 0,7 5 0,1-2 15,3-2-15,2-1 0,3 1 0,-1-3 16,-2 1-16,1-1 0,-1-4 16,-2 2-16,-5-6 0,3-3 0,2-4 15,0 4-15,4-6 0,1-3 16,1 1-16,5-1 0,0 5 0,2 0 0,0 0 15,1 0-15,3-2 0,-1 2 0,1-5 16,1-1-16,-5-5 0,2-7 0,-1-7 16,1 3-16,0 0 0,-4 0 15,2 0-15,-2 2 0,5 2 0,1 5 16,1 9-16,4 6 0,0 4 0,0 1 16,0 2-16,0-5 0,2-2 0,0-2 15,5-2-15,2-5 0,0 0 16,2 1-1,4-3-15,5 2 0,0 3 0,0-1 0,4 1 0,2-1 0,5 3 16,0-3-16,7 3 0,-5 2 0,0 2 16,-5 5-16,-1 1 0,-1 10 0,-6-5 15,2 5 1,0-7-16,0 2 0,5 2 0,4 3 0,8-5 0,1 2 16,4 1-16,-4-1 15,-1 3-15,-5 6 0,-6 4 0,-1 5 16,-3-4-16,2 8 0,1-4 0,-1 7 0,3 2 0,-3 0 15,3 2-15,0 4 0,-3 5 32,-2 2-32,-2 2 0,1 0 0,-6 12 15,-4 6-15,-2 8 0,0 5 0,5 7 16,-3 0-16,0-3 0,1-6 0,-6-2 16,1-7-16,-2 5 0,-3-1 0,3 1 15,-3-3-15,-2 0 0,-2-6 16,-2-3-16,0-1 0,2 1 0,0-2 15</inkml:trace>
  <inkml:trace contextRef="#ctx0" brushRef="#br1" timeOffset="80031.69">11763 2972 0,'0'0'0,"-2"0"0,2 0 0,-2-2 0,2 2 15,-3-2-15,-1 0 0,0 2 0,-1-3 16,1-3-16,-3 4 0,3-1 0,-1-1 16,1 2-16,-1-3 0,3 5 15,0 0-15,0-4 0,2 4 0,-2 0 16,-1-2-16,3-1 0,0 3 16,0 0-16,3 0 0,-1 0 0,0 0 15,0 0-15,3 3 0,-1-1 0,3 2 16,-1 1-16,3 1 0,0 5 0,2-4 15,0 2-15,4 2 0,3 2 0,2 0 16,11 7-16,2 2 0,0-6 0,4 3 16,1-5-16,-1 3 0,12 5 0,-5 3 15,-2-6-15,2 3 0,0-4 16,18 6-16,-3 3 0,-4-3 0,-10 3 16,-10 1-16,-2 1 0,-2-3 0,2 5 15,2-7-15,5 5 0,4-5 0,0-4 16,0-4-16,-6-5 0,-8 2 0,-8-2 15,1 0-15,-6-2 0,1 0 16,-3-5-16,1 3 0,-5-5 0,-2 0 16,-1 0-16,1 0 15,-2 3-15,-1-5 0,-1 0 0,-3 2 16,0-2-16,-8-2 0,1 2 0,10 0 16,-3 2-16,-2 2 0,0 1 0,0-3 0</inkml:trace>
  <inkml:trace contextRef="#ctx0" brushRef="#br1" timeOffset="80670.91">8969 3418 0,'0'4'0,"0"-2"0,0-2 0,3 5 0,1 1 15,5 5-15,2 0 0,-2 2 16,6-2-16,3 0 0,6 7 0,7 0 15,-2-1-15,4 1 0,0-5 0,0 1 16,0-1-16,-2 0 0,6 5 0,-6-5 16,-7-2-16,-4 0 0,-4-4 0,-5-1 15,0 1-15,-5-3 0,3 1 16,-2 1-16,-3-4 0,-8-4 0,-1 2 16,10 2-16,-1-2 0,-4 3 0,4-1 15,-1-2-15</inkml:trace>
  <inkml:trace contextRef="#ctx0" brushRef="#br1" timeOffset="81370.36">9199 2957 0,'-3'0'0,"-1"-2"0,0-1 0,-3-6 0,3 7 0,-1-7 16,1 5-16,2-5 0,-1 3 16,6-1-16,-1-2 0,2 5 0,3-7 15,-1 4-15,5-2 0,3 3 0,1-3 16,3 0-16,-5 5 0,5 1 0,-3-3 16,3 4-16,4 2 0,-2 0 0,-7 2 31,2 4-31,-6-3 0,2 5 0,-2-3 0,-2 2 0,-3-3 0,3 5 15,-1-7 1,-4 7-16,3-7 0,-3 2 0,0 3 16,0-5-16,1 0 0,-3 1 0,2-3 0,-2 4 0,2-4 0,-2 0 15,0 0-15,0 0 0,0 0 16,0-4-16,0 4 0,2-3 0,-2 1 16,0 2-16,2-2 0,-2 2 0,0-2 31,0 2-31,0 0 0,0 0 0,0-5 15,0 5-15,0 0 0,-2 0 0,2 0 16,-2-2-16,2 2 0,0 0 0,0 0 16,0 0-16,0 0 0,0 0 0,0 0 15,0 0-15,-2 0 0,2 0 16,0 0-16,0 0 0,0 0 0,-2 0 16,2 0-16,0 0 0,0 0 0,0 0 15,0 0-15,0 0 0,0 0 16,0 0-16,0 0 0,0 0 0,2 0 15,-2 0-15,0 0 0,2 0 0,-2 0 16,0 0-16,0 2 0,2 3 0,0-5 16,1 2-16,-3-2 0,4 2 0,0 0 15,-1 1-15,1 1 0,0-4 0,1 0 16,-1 0-16,1 0 0,1 0 16,1-7-16,0 1 0,1-10 0,-1 1 15,2-5-15,2-4 0,0-16 0,0-6 16,0-5-16,4-24 0,-4-2 0,0-33 15,-4 8-15,-5-26 0,-4 58 0,-2 4 16,1 2-16,6 6 0,1 6 16,5-1-16,4 6 0,0 10 0,3 4 15,1 9-15,-1 6 0,-5 2 0,2 3 16</inkml:trace>
  <inkml:trace contextRef="#ctx0" brushRef="#br1" timeOffset="81990.19">12305 2824 0,'0'0'0,"3"0"0,-3 0 0,2 3 0,2 1 15,1 0-15,1 7 0,3 1 0,2 1 16,0 0-16,2 5 0,0 1 0,3 8 15,-3-3-15,-2-2 0,-2 0 16,0-2-16,-3 2 0,3-6 0,2-1 16,-4 0-16,0-8 0,-1 0 0,-1-7 15,-1 0-15,3-5 0,-1-1 0,-1-8 16,1 3-16,1-2 0,-1-9 0,3-7 31,2-12-31,3-6 0,-1-8 0,2-2 16,9-31-16,3-12 0,15-34 15,26-60-15,-26 97 0,2 0 0,-6 0 16,-3 0-16,9 6 0,4 5 0,14 11 16,15 3-16,-2 1 0,0 1 0,5-3 15,-14 7-15</inkml:trace>
  <inkml:trace contextRef="#ctx0" brushRef="#br1" timeOffset="90182.28">10927 4813 0,'-2'2'0,"0"-2"0,0 0 0,-1-2 0,1 2 15,2 0-15,0 0 0,0 0 0,0 5 16,0-3-16,0 7 0,0-1 0,0 8 15,0-1-15,2 5 0,-2 2 0,3 7 16,-3 6-16,2 0 0,2-4 16,-4 2-16,5-2 0,-3-2 0,0 0 15,-2-3-15,2-2 0,1 1 0,-1-3 16,0 0-16,0-5 0,0 3 16,1-4-16,1-3 0,0 2 0,1-4 15,1 2-15,3-4 0,0 2 0,2-2 16,4-4-16,-1 1 0,1-1 0</inkml:trace>
  <inkml:trace contextRef="#ctx0" brushRef="#br1" timeOffset="90564.35">11035 5730 0,'0'3'0,"-4"-1"0,2 4 0,-3-1 0,3-1 16,0 1-16,2-1 0,0 3 0,0-3 16,2 1-16,3-1 0,-1 0 0,3-1 15,-1-1-15,3-2 0,0 0 0,0-2 16,2-1-16,0-3 0,0-1 0,0-4 16,0 2-16,-2-2 0,-1 0 15,-1 0-15,-3 0 0,-1 5 0,-1-1 16,-2 0-16,-2 3 0,-3 4 0,1 0 15,-7 4-15,2 3 0,0 2 0,-2 0 16,2 2-16,0 0 0,1 0 0,1-3 16,0 1-1,3 0-15,0-2 0,1-1 0,1-1 0,2-1 0,0-2 16,0-2-16,5 3 0,-3-6 0,2 1 16,1 0-16,1-5 0,1 3 0,-3 0 15,3 1-15,-3 1 16,3-2-16,-3 4 0,1-5 0</inkml:trace>
  <inkml:trace contextRef="#ctx0" brushRef="#br1" timeOffset="129580.97">22503 5503 0,'0'-2'0,"0"0"0,-2-2 0,-1 1 16,3-1-16,-2 4 0,2-5 0,0 5 0,2 0 0,1 0 15,1 0-15,5 0 0,0 0 0,4-2 16,2 2-16,3-2 0,4 2 0,0 0 15,16 0-15,-1 0 0,5-4 16,0 4-16,4-3 0,0 1 0,16-2 16,4-3-16,-4 3 0,2 8 0,-9 7 15,-9-2-15,-6 0 0,-5-5 0,-6-1 16,-5-3-16,-6 0 0,-3 0 0,-4 0 16,-2 2-16,0 2 15,-2-2-15,-1 5 0,-4-5 0,3 0 16,-1 1-16,1-1 0,1 2 0,3-4 0,2 2 15,2 1-15,7-8 0,4 1 16,7-7-16,-2-2 0</inkml:trace>
  <inkml:trace contextRef="#ctx0" brushRef="#br1" timeOffset="135027.76">7843 3376 0,'-3'0'0,"-1"0"0,2 0 0,-5 2 15,3-2-15,2 0 0,2 0 0,-7 0 16,7 2-16,-2-2 0,0 0 0,-1 0 16,3 0-16,3-2 0,1 0 0,3-3 15,-5 1-15,7-3 0,2-2 0,2 1 16,-2-3-16,4 2 0,5-2 15,-4 0-15,8-3 0,0 3 0,0 0 16,-4 5-16,2-3 0,-4 5 16,-5-5-16,3 7 0,-10-3 0,1 3 15,-3 0-15,-4 2 0,-2 2 0,2-2 16,-4 2-16,-3 3 0,-2-5 0,3 4 16,-5-2-16,4 3 0</inkml:trace>
  <inkml:trace contextRef="#ctx0" brushRef="#br1" timeOffset="135217.89">7891 3201 0,'-4'0'0,"2"3"0,-1-3 0,3 0 0,-2 0 0,2 0 0,0 0 15,2 2-15,-2 2 0,3-2 0,-1 3 16,2 4-16,-4 0 0,5 2 0,-3-3 16,2 8-16,1-3 0,-1 0 15,0 3-15,1 1 16,1-3-16,-1 8 0,2-7 0,-5 5 0,2-7 15,-2 3-15,3-5 0,-5 0 0,4-3 16,-4 3-16,2-8 0,3-1 0,-3 0 16,2-4-16</inkml:trace>
  <inkml:trace contextRef="#ctx0" brushRef="#br1" timeOffset="135440.56">8019 3199 0,'0'0'0,"-2"2"0,0 1 0,-3-1 0,5 4 0,-2 6 15,-2-1-15,-1 0 0,3 2 0,-5 9 16,3-5-16,0 14 0,-3-6 0,5 3 16,2 1-16,-7-5 0,5-2 0,0-4 15,2 2-15,0-5 0,-7 3 16,5-5-16,0 0 0,-3-2 0,3-4 16,-2-1-16,2-1 0,-3-1 0,3-4 15,2-4-15,-2-1 0,-1 3 0</inkml:trace>
  <inkml:trace contextRef="#ctx0" brushRef="#br1" timeOffset="135568.03">7803 3351 0,'4'0'0,"-4"0"0,5-4 0,-3 4 0,5 0 16,-7 0-16,4 4 0,-2-1 15,5 1-15,-3 3 0,5-1 0,0 3 16,-2 0-16,4 2 0,2 0 0,2 0 16,1-4-16,4 4 0,4 0 0,0 0 15,5-3 1,-1-3-16,-3 1 0,1-3 15</inkml:trace>
  <inkml:trace contextRef="#ctx0" brushRef="#br1" timeOffset="140564.85">25534 6645 0,'3'3'0,"-1"-3"0,-2 2 0,4 0 15,-1-2-15,3 0 0,-1-2 0,6 0 16,-3-3-16,3 3 0,5-2 0,-1-1 15,3 1-15,0-1 0,6-1 0,0-1 16,3 1-16,-1-1 0,0 0 16,5 1-16,2-5 0,5 0 0,15-7 15,4-2-15,0 0 0,7-4 0,-6 0 16,-1 2-16,5 2 0,6 5 0,-2-1 16,-4 3-16,-9 2 0,-5-2 0,5 2 15,2-3-15,3 1 0,-1 0 16,-4 2-16,-2 4 0,-5-2 0,0 3 15,3-3-15,2 0 0,6 5 0,0-3 16,-2-4-16,-4 0 0,0 0 0,-3 0 16,7 0-16,1-4 0,1-1 0,-9 1 15,-1-3-15,-5 3 0,4-1 16,2 3-16,-1-2 0,-5-3 0,-5 5 16,-6-1-16,-5 1 0,-4 2 0,5 0 15,-1 0-15,3 2 0,4-2 0,0 7 16,7 4-16,-7-5 0,-7-1 15,-1-3-15,-6 0 0,1 5 0,-4-1 16,-3-1-16,0 1 0,-2 1 0,-4 0 16,2-3-16,-5-2 0,3 3 15,-3-1-15,-2 0 0,0-2 0,1 5 0,-1-3 16,-2 1-16,-2 1 0,2-1 16,-3 1-16,3-1 0,-2 1 0,0-1 15,0 1-15,-3 1 0,1 0 0,-3-3 16,1 3-16,-3-3 0,-2 0 0,2 3 15,-2-1-15,-4 1 0,6-3 0,0 3 16,-2 0-16,2 1 0,0 1 16,3 0-16,-1 0 0,3 2 0,-1 0 15,3 0-15,2 0 0,2 0 0,3 2 16,1-2-16,3 2 0,2-2 0,2 0 16,1 0-16,-1 0 0,0 0 0,3 2 15,-3-2-15,-2 3 0,0-1 0,-2 0 16,-1 0-16,1 3 0,-2-3 15,-3 2-15,1 1 0,-3 1 0,0 3 16,-2 2-16,0-2 0,-2 2 0,0 2 16,0 0-16,-1 1 0,-1-1 0,2 2 15,0-1-15,-3-3 0,3 2 0,0-2 16,-1-2-16,1 2 0,0-5 0,2 1 16,-2 0-16,2-1 0,-2-1 15,2-3-15,-3 2 0,-1 1 0,2 1 16,-3 3-16,3-5 0</inkml:trace>
  <inkml:trace contextRef="#ctx0" brushRef="#br1" timeOffset="148042.41">8262 5933 0,'0'-6'0,"0"3"0,0 1 0,0-2 0,0-1 0,-3 3 16,3 0-16,0 2 0,0-2 0,0 0 16,3 2-16,-3 0 0,4 0 0,-2-3 15,0 3-15</inkml:trace>
  <inkml:trace contextRef="#ctx0" brushRef="#br1" timeOffset="151490.97">24716 7922 0,'0'0'0,"0"-2"0,0 2 0,3-2 0,-3 2 0,0-5 0,0 3 0,2 2 16,-2 0-16,0-2 0,0 0 0,0 2 15,0 0-15,0 0 0,0 0 0,0 0 16,0 0-16,0 0 0,0 0 16,-5 2-16,3 0 0,-2 5 0,-1-3 15,1 3-15,-5-1 0,5 5 16,-5 0-16,2 0 0,-4 3 0,5-1 16,-1 0-16,-2 0 15,3 1-15,-1-1 16,0-4-16,3 2 0,0 2 0,-1-4 15,3 2-15,-2-5 0,1 1 0,1 0 16,0-1-16,2 1 0,-2-3 0,2-2 16,2 3-16,2-5 0,-1 0 15</inkml:trace>
  <inkml:trace contextRef="#ctx0" brushRef="#br1" timeOffset="151792.82">24558 7986 0,'0'-2'0,"0"2"0,-2-2 0,2-1 15,-3 1-15,3 0 0,0 2 0,0 0 16,-2 0-16,0 0 0,2 0 15,0 0-15,0 0 0,0 0 0,0 0 16,0 0-16,2 0 0,0 2 16,-2 0-16,5 3 0,-1-1 0,1 3 15,-1-1-15,3 3 0,-1 2 0,-1 0 16,3 3-16,1-1 0,2 0 0,0 0 16,-2 3-16,4-5 0,3 2 0,-1 0 15,1-4-15,-3-2 0</inkml:trace>
  <inkml:trace contextRef="#ctx0" brushRef="#br1" timeOffset="174674.51">25773 7938 0,'0'0'0,"0"-3"0,0 3 0,-3-2 0,3 2 0,-2-2 0,2 0 0,-2-1 15,2 3-15,-2 0 0,2-2 0,0 2 16,0-2-16,2 2 0,2 0 16,1 0-16,4 0 0,-1-2 0,3 0 15,3-1-15,-1 1 0,5 0 0,-1 0 16,7 0-16,1-3 0,-1 5 0,-2-4 16,0 4-16,0-2 0,2-1 15,3 3-15,2-2 0,6 0 0,7 2 16,13 0-16,0 0 0,-7 2 0,-6-4 15,-4 0-15,-7-3 0,0 3 0,-1 0 16,3-2-16,9-1 0,2 1 0,5 6 16,-7 0-16,-2 5 0,-10-3 0,1 1 15,-4-3 1,-1 0-16,-2-2 0,1 0 0,-5 0 0,-5 0 0,0 0 16,-4-2-16,3 0 0,-5 2 0,-1 0 15,-1 0-15,0 0 0,-3 0 0,0 0 16,-4 0-16,-6 0 0,8 0 15,2 0-15,-4 0 0,-4 0 0,-3 0 16,5 0-16,4 0 0,1 0 16,-1 0-1,0 0-15,0 0 0,0 0 0,-2 0 16,3 0-16,-3 0 0,2 0 0,-2 0 16,0 0-16,0 0 0,-2 0 0,2 0 15,2 2-15,-2 0 0</inkml:trace>
  <inkml:trace contextRef="#ctx0" brushRef="#br1" timeOffset="179612.93">22271 7488 0,'0'0'0,"0"0"0,-2 0 16,2 0-16,-2 0 0,2 0 0,0 0 15,-2 0-15,-1 0 0,3 4 0,3 1 16,-3-1-16,0 7 0,-3 0 0,3 4 16,-4 5-16,0 5 0,-3 10 15,-2 4-15,-4-1 0,0 2 0,-5 2 16,3-3-16,-12 10 0,3-5 0,-2-2 15,1-3-15,3-3 0,2-3 0,1-2 16,3-3-16,3-3 0,0-6 0,4-3 16,2-3-16,1-4 0,1-3 15,1-1-15,-1 2 0,3-5 0,-2-4 16,2-3-16,-1-6 0,1-2 0,0 0 16,2-5-16,0-6 0,0-3 0,2-1 15,0-3-15,3 0 0,1-13 0,-1 0 16,-5 4-16,0 3 0,-5 6 15,5 6-15,-2 6 0,0 3 0,0 5 16,2 2-16,2 5 0,0 4 0,0 2 16,3 2-16,1 3 0,3 2 0,4 6 15,3-1-15,2 3 16,1 1-16,1-1 0,2 1 0,3 2 16,3 6-16,3 1 0,-7-3 0,3 0 15,-5-2-15,0 3 0,-2-5 0,0-1 16,-1 1-16,-1-2 0,-3-3 0,1 1 0,-1-5 15,-1 2-15,-1-4 0,0 2 0,-2 0 16,0 0-16,0-5 0,0 3 0,0-2 16,-2 2-16,0 4 0</inkml:trace>
  <inkml:trace contextRef="#ctx0" brushRef="#br1" timeOffset="181251.43">23151 7622 0,'0'0'0,"-2"0"0,2 2 0,-2 1 0,2 1 0,0 3 0,-3 4 0,1 2 0,2 2 16,-2 5-16,0-2 0,-3 2 15,1 11-15,-3-3 0,-1 3 0,1-2 16,-4-1-16,0 1 16,0 0-16,-5-3 0,3 1 0,-2 1 0,-9 3 15,-3-2-15,-6-1 0,-2-1 0,-9-3 16,-9-2-16,0-9 0,2 1 15,5-5-15,-1-1 0,1-1 0,-2-5 16,-3-2-16,-2-4 0,5-3 0,-1-6 0,9-3 16,5-6-16,4-4 0,-2-5 15,-4-6 1,1-5-16,-3-2 0,6-5 0,2 5 16,4 0-16,5-2 0,7-5 0,2-2 15,6-2-15,3 2 0,6 4 16,4 3-16,3 2 0,7-2 0,-1-5 15,9 3-15,5-1 0,6 5 0,5 4 16,4 3-16,0 6 0,-2 4 16,0 3-16,2 2 0,0 2 0,5 3 15,4-8-15,-1 1 0,1 0 0,-4 4 16,-1 9-16,-1 4 0,1 5 0,9 0 16,-1 4-16,-1 0 0,-9 5 0,-6 2 15,-5 4-15,-4 2 0,0 5 0,2 0 16,-5 2-16,3 0 0,-2 0 15,-5-2-15,-4-2 0,0 2 0,0-1 16,-5 1-16,-2 5 0,-4 3 0,-2 1 16,-5 6-16,-6 11 0,-5 1 0,0-1 15,2-2-15,-1-4 0,1-5 16,-2-4-16,-2 4 0,-2 7 0,-3 5 16,-1 3-16,-1-1 0,1-3 0,1-8 15,-1-3-15,-3-2 0,2-4 0,-4 1 16,2 3-16,-4 3 0,4 1 0,-4-6 15,0 0-15,-3 0 0,-2-3 0,1-3 16,-8-5-16,1-1 16,-2-3-16,-1 2 0,3-5 0,4 2 0,0-4 15,7 2-15,0-4 0,-1 2 0,1-4 16,-2-1-16,-3-3 0,-2-1 16,0-7-16,-4 1 0,0-14 0,-1-1 15,6-1-15,3-4 0,1 1 0,1-3 16,3-3-16,-2-4 0,0-2 0,2 2 15,0-2-15,-2-3 0,2-4 0,-1 5 16,6-1-16,1 3 0,3 4 0,2-6 16,2-1-16,5-4 0,2-8 15,6 1-15,3-4 0,4 7 0,2 6 16,2 3-16,-1 4 0,3-3 0,5-1 16,3-3-16,1-2 0,-4 5 0,0 2 15,-2 1-15,0 8 0,2 4 16,0 2-16,2 5 0,5-1 0,-1 3 15,3 4-15,5 0 0,-3 3 0,6-5 16,1 2-16,0 0 0,-3 0 0,-1 9 16,1 5-16,1-1 0,3 0 15,1 5-15,2 0 0,-4 0 0,-2-2 16,-5 4-16,-11-3 0,0 3 0,-2 3 16,-3-1-16,3 0 0,-5 0 0,1 1 15,-3 5-15,3 1 0,-3 2 16,0 5-16,0 1 0,3 8 0,-3-3 15,0 6-15,-6-3 0,2-8 0,-5 1 16,3-2-16,-5-1 0,-2-2 0,-2 5 16,-3 0-16,-1 1 0,-3 6 0,-4 3 15,-3 1-15,5 0 0,-4-5 0,1-4 16,-1-7-16,0 3 0,-1-1 16,-4 3-16,5 4 0,-3-2 0,3 4 15,-3-4-15,0 0 0,5-3 0,-4 1 16,-1-3-16,-4 1 0,2-5 0,-2-7 15,2 3-15,0-7 0,1 0 0,-1-2 16,0 0-16,2-3 0,3-3 0,2 1 16,2-4-16,-1 0 0,-1 0 15,4 0-15,1 2 0,-1 0 0,0 3 16</inkml:trace>
  <inkml:trace contextRef="#ctx0" brushRef="#br1" timeOffset="196841.42">25466 14041 0,'-2'0'0,"0"-3"0,-3 1 0,5-4 0,-2 1 0,2-4 0,0 3 15,2-3-15,5-2 0,-5 0 16,3 0-16,1-5 0,-1 3 0,-1 0 16,0 0-16,-1-1 0,1-1 0,3-3 15,-3 3-15,-2-3 0,3 3 0,-3-3 16,2 3-16,1-1 0,-3 1 15,2-1-15,1 3 0,-3 0 0,0 2 16,5 0-16,-5 2 0,0 0 0,3 3 16,-5 1-16,2 8 0,0-3 0,-2-5 15,2 3-15,0 4 0,1 0 0,-1 1 16,0-1-16,-2 4 0,0 3 16,0 0-16,0 2 0,-2 4 0,0 3 15,2 4-15,-5 0 0,3 2 0,0 3 16,0 2-16,-3 1 0,3-1 0,0 11 15,-5-5 1,3-2-16,-1-2 0,3 2 0,-2-2 0,-1 0 0,1 4 0,2-4 16,-1 0-16,-1 6 0,0-4 15,1-2-15,1-7 16,0-1-16,2-6 0,-2-1 0,2-3 0,-2-2 0,2 2 16,0-4-16,0-2 0,0-3 0,2 3 15,0-3-15,-2-2 16,2 0-16,0-13 0,1 9 0,-3 0 0,2 2 0,-2 0 15,0 4-15,0 3 16,2-7-16,-2 4 0,0-1 0,-2-1 16,2 0-16,0 0 0,0 0 0,-2 1 0,2-3 15,0 2-15,0 0 0,0-2 0,0 2 16,0-2-16,0 0 0,0 0 0,0 0 16,0 0-16,0 0 0,0 0 15,0-2-15,0 2 0,-3-2 0,3 2 16,-2-2-16,0 2 0,0 0 0,0 0 15,-1 0-15,-1 0 0,2 0 0,-5 0 32,5 2-32,-2 0 0,-1 0 0,3-2 15,-2 2-15,1-2 0,-1 3 16,2-3-16,0 0 0,-3 0 0,1 0 16,1 0-16,-1-3 0,0 1 0,-1 0 15,1-2-15,-3-1 0,3 1 0,-1-1 16,-1 1-16,-1-3 0,1 3 0,1 0 15,1-3-15,-3 3 0,3-1 16,-1 1-16,3-1 0,0 3 0,0 0 16,-1-3-16,1 3 0,2-2 0,0 2 15,0-1-15,0-1 0,0 4 0,0-2 16,2 0-16,3 2 0,-3 0 0,0 0 16,3 0-16,-1 4 0,1 0 15,1 1-15,-1 4 0,-1-3 0,0 3 16,3 2-16,0 0 0,-1 0 0,1 0 15,2 5-15,-3-5 0,3 2 16,-2-2-16,2 2 0,-1-4 0,1 2 16,-2-2-16,2-5 0,-1 3 0,-1-3 15,2-2-15,2 1 0,-2-8 0,4 3 16,-2-5-16,0 1 0,2-3 0,0-2 16,1 2-16,-3-2 0,2 0 0,-2-2 15,0 0-15,-4 4 0,1-2 0,-1 2 16,-3 2-16,1 1 0,-1 1 15,3 3-15,-3-2 0,1 4 0,-1 0 16,3 0-16,-5 0 0,5-2 0</inkml:trace>
  <inkml:trace contextRef="#ctx0" brushRef="#br1" timeOffset="199695.94">24690 15357 0,'0'-2'0,"-2"2"0,2 2 0,-2 0 0,2 0 16,0 3-16,0-1 0,0 5 15,0 0-15,0-3 0,2 3 0</inkml:trace>
  <inkml:trace contextRef="#ctx0" brushRef="#br1" timeOffset="199964.88">24686 15538 0,'0'2'0,"0"0"0,2 0 0,-2 3 0,2-3 15,-2 0-15,0 0 0,0 1 0,0-1 16,-2-2-16,2-2 0,-2 2 16,2-5-16,0 1 0,0-5 0,0-2 15,0-9-15,0-4 0,2-1 0,0-3 16,0-12-16,3 3 0,-1-3 0,-2 7 15,0-2-15,3 6 0,-1 5 0,-2 6 16,1 3-16,-1-1 0,2 3 16,3 4-16,0 7 0,-1 4 0,3 0 15,0-2-15,4 5 0,2-1 0,3 3 16,0 4-16,-1 2 0,5 2 0,-2-1 16,0 1-16,-2 3 0,-3 4 0,1-5 15,-5 3-15,2 0 0,-4 0 16,0-2-16,-1-3 0,-1 0 15,0 1-15,-1-3 0,-1 0 0,-3-2 16,0-2-16,0 0 0,3-2 0,-1-3 16,0-4-16</inkml:trace>
  <inkml:trace contextRef="#ctx0" brushRef="#br1" timeOffset="200155.05">24736 15368 0,'-2'0'0,"2"0"0,0 0 0,2-5 16,1 3-16,3-2 0,3-1 0,0-1 16,2-1-16,4 3 0,1-3 0,4 1 15,4-1-15,0 3 0,0-1 0,-4 1 16,0 2-16,0-1 0,-5 3 16,3 0-16,-3-2 0,1 0 0</inkml:trace>
  <inkml:trace contextRef="#ctx0" brushRef="#br1" timeOffset="200393.33">25041 15251 0,'2'0'0,"0"-2"0,-2 2 0,0 0 0,4 2 0,-1 0 0,3 0 16,1 3-16,2-1 0,2 3 15,-2-1-15,2 1 0,4 0 0,-4 2 16,4-3-16,-1 3 0,-1 0 0,0 0 16,-2-3-16,0 1 0,0-1 15,-2-1-15,0-3 0,0 0 0,-5-4 0,0 2 16,-1-4-16,1-3 0,1-2 15,-5-2-15,0-2 0,0 0 0,-3-3 16,1 3-16,2-5 0,-2 1 0,0 1 16,2-1-16,-3 1 0,3-1 0,0 3 15,3 1-15,-3 4 0,2 1 16,0-1-16,-2 2 0,-2 1 0</inkml:trace>
  <inkml:trace contextRef="#ctx0" brushRef="#br1" timeOffset="201583.33">25374 15242 0,'-3'2'0,"1"-2"0,2 0 0,0 0 0,0 0 0,0 3 0,2-3 0,1 0 15,1-3-15,0 3 0,3-4 0,-3 0 16,5-3-16,0 3 0,0-7 0,0 2 16,-5-2-16,3-3 0,-3 3 0,1-2 15,-5-2-15,0 2 16,0-3-16,-5 5 0,1 0 0,-3 2 0,0 3 0,1 3 15,-1 1-15,-2 4 0,5 1 16,-3 5 0,3 1-16,0 2 0,1 3 0,3 1 0,3 3 0,-1-3 15,0 0 1,5 1-16,-1-1 0,1 1 0,4-3 16,-2 0-16,2-4 0,0 2 15,2-2-15,-2-5 0,0 3 0,0-3 16,2-4-16,-2 0 0,0-4 0,-2-3 15,0 1-15,-2-5 0,1 0 0,-1-3 16,-3-1-16,1-5 0,-1 5 0,3-3 16,-5-2-16,2 5 0,-1 6 15,1 2-15,3 3 0,-3 2 0,0 2 16,3 4-16,0 1 0,-1 3 0,3 3 16,-2 3-16,-1-3 0,1 2 0,0-2 15,-3 2-15,0-2 0,1-2 0,-1 0 16,-2-3-16,3 1 0,-5-5 15,2 0-15,0-2 0,-2-2 0,5-4 16,-5-3-16,4-4 0,-2-3 0,3 1 16,-1-5-16,1-4 0,-1-1 0,-2 6 15,3 1-15,-3 5 0,0 2 0,0 6 16,0 1-16,1 4 0,1 2 0,-2 2 16,5 3-16,-1 4 0,1 2 15,0-2-15,1 3 0,3 1 0,3 3 16,1-3-16,-2 0 0,-2-4 0,5-2 15,-5-2-15,2-3 0,0-1 0,-2-3 16,0-3-16,0-1 0,-2-3 0,0-2 16,-2-2-16,-3-2 0,0-4 15,-1-1-15,-1 0 0,-2 3 0,-5-1 16,3 3-16,-2 2 0,-3 5 0,3 1 16,-3 3-16,1 0 0,-3 4 0,2 2 15,-2 1-15,3 4 0,-1 2 0,3 0 16,-1 2-16,3-2 0,0 2 15,2 0-15,0-2 0,2 3 0,0-3 16,1 0-16,1-3 0,0 1 0,1 0 16,-1-2-16,3-3 0,-1-4 0,1 0 15,0 0-15,1-4 0,1-5 16,-2-2-16,4 0 0,-2-5 0,0-1 16,-3-1-16,3 3 0,0-10 0,-3 6 15,-1 3-15,-1 3 0,-2 6 0,-2 3 16,0 0-16,-2 4 0,-2 4 0,2 0 15,-1 3-15,1 2 16,0 0-16,2 2 0,0 0 0,2 2 0,0-2 0,3 0 16,1 0-16,-1 0 0,-1-2 15,3 0-15,-1-3 0,-1-1 0,-1-5 16,1 2-16,-1-4 0,1-1 0,-1-1 16,0-5-16,1 0 0,-3-2 0,2 0 15,-1-2-15,-1 0 16,2 2-16,-2 0 0,1 0 0,-1 0 0,0 4 15,0 1-15,-2 1 0,0 1 0,0 2 16,0 2-16,2-3 0,1 3 16,-3 3-16,2-3 0,0 0 0,-2 2 0,2-2 15,0 0-15,-2-2 0,0 2 16,3-5-16,-1 1 0,-2-1 0,0 1 16,0-1-1,0 1-15,2 2 0,0-3 0,0 1 0,1 2 0,1 2 0,0 0 16,1 2-16,4 2 0,0 3 15,2 4-15,2 0 0,0 5 0,9 10 16,-2 0-16,2 1 0,0 2 0,-2-1 16,0 5-16,0 3 0,-3 1 0,-4 16 15,-4-2-15,-9-1 0,-2-1 0,-7-5 16,-4-2-16,-2-7 0,-8-2 16,-1-6-16,-4-5 0,1-2 0,-4-5 15,3-6 1,-1 0-16,2-9 0,3 0 0,4-7 0,3-4 0,3-4 0,3-3 15,-2 0-15,-2 1 0,-3 3 0</inkml:trace>
  <inkml:trace contextRef="#ctx0" brushRef="#br1" timeOffset="202108.87">26330 15075 0,'0'-3'0,"0"1"0,0 2 0,0 0 16,3 0-16,-3 0 0,4 0 0,0 0 15,1 5-15,1-5 0,6 2 0,-4 0 16,3-2-16,3 0 0,-3 0 0,4-4 15,-2 1-15,3 1 0,-3-2 16,-2-3-16,-4 3 0,1-3 0,-3 1 16,1-3-16,-1 0 0,-1-2 0,-4 2 15,0-2-15,0 4 0,-6-1 0,-1 3 16,-4 1-16,2 4 0,-2 2 16,2 0-16,1 5 0,1 2 0,0 2 15,3 2-15,4 0 0,-2 3 0,4 1 16,2-1-16,3-1 0,4 1 0,0-1 15,4-2-15,5 3 0,0-3 0,0-4 16,2-1-16,0-3 0,2-5 0,3-2 16,-3-1-16,0-1 0</inkml:trace>
  <inkml:trace contextRef="#ctx0" brushRef="#br1" timeOffset="203795.07">26979 14660 0,'0'2'0,"-3"3"0,3-5 0,-2 6 0,2 5 0,2 7 15,1 0-15,3 1 16,3 10-16,0-2 0,4-5 0,0-2 0,3-1 15,1 1-15,1-4 0,-2-3 0,1-2 16,-1-2-16,-3-3 0,-2 1 0,-5-3 16,6-1-16,-8-3 0,-2 0 0,-4-5 15,0 3-15,-7-2 0,0-1 16,-2-2-16,-2 1 0,-5-1 0,1 1 16,1 1-1,-2 3-15,1 0 0,-1 2 0,3 2 0,-3 2 0,3 5 0,-3 2 16,3 0-16,4 3 0,2-1 0,4-2 15,3 2-15,2 2 0,5-4 16,-1 1 0,5-1-16,2-5 0,0 1 0,0-3 0,4-2 0,3 3 0,0-5 31,4-2-31,-3-1 0,4-1 0,1-5 16,-2 3-16,-7-1 0,7-4 0,0-5 15,-2-1-15,-2 1 0,-3 1 0,-4 0 16,-2 1-16,-2 3 0,-3 0 15,1 5-15,-5-1 0,2 3 0,-2 4 16,0-3-16,0 6 0,0-3 0,-2 4 16,2-2-16,2 3 0,0-1 0,-2 0 15,4-1-15,1 1 0,4-2 16,-3 0-16,5-2 0,-2-2 0,4 2 16,-2-4-16,3-3 0,-3 1 0,0-3 15,-3 0-15,1-2 0,-4 0 0,-3 0 16,-2-2-16,0 2 0,-5-3 0,1 3 15,-3 3-15,1-1 0,-1 4 0,-4 1 16,7 2-16,-5 0 0,5 2 0,-1 2 16,-2 4-16,-1-1 0,1 4 15,-2 2-15,3 0 0,3 2 0,1 0 16,0 3-16,4-3 0,0 2 0,3-2 16,1-2-16,1 0 0,4-2 0,-2 0 15,2-4-15,2-1 0,-2-2 16,2-4-16,1-2 0,-3-1 0,4-2 15,-4 1-15,2-5 0,1-2 0,-3-3 16,0 1-16,0-3 0,-3 5 0,-3 0 16,1 4-16,-1 0 0,-1 5 15,-1 1-15,-1 1 0,0 2 0,-2 2 0,0 1 16,2 1-16,-2 0 0,2 3 16,1 0-16,1-1 0,0 1 0,1 2 15,-1-5-15,1 1 16,1-1-16,1 0 0,-3-1 0,3-1 0,-3-4 15,1-1-15,-1-1 0,3 0 0,-3-3 0,0-2 16,3 2-16,-2-4 0,1 0 0,1 0 16,-3 0-16,1 3 0,-3 1 15,2 0-15,-2 1 0,3 1 16,-3 3-16,0 2 0,0 2 0,1 3 16,1 1-16,0 1 0,-1 2 0,3-3 0,-1 3 15,1-2-15,-1-3 0,1 1 16,1-1-16,-3-2 0,3 0 0,-3-2 15,1-2-15,-1-2 0,1-1 0,-3-1 16,2-1-16,1 1 0,-3-1 0,0 0 16,0 1-16,0 1 0,1 1 0,-3 0 15,0 1-15,2 3 0,0 3 16,-2-1-16,4 2 0,-1 3 0,-1-1 16,2 1-16,1 0 0,-1-1 0,3-1 15,-1 1-15,-1-1 0,1-1 0,1-2 16,0 0-16,-3-2 0,3 0 0,-3-4 15,3 0-15,-3-1 0,3 1 0,-3-3 16,0-2-16,1 1 0,-1-3 16,1 2-16,-1 0 0,-2 0 0,1 2 15,-3 1-15,2 1 0,0 1 0,-2 4 16,0 0-16,0 4 0,2 1 0,-2 4 16,2-1-16,1-1 0,-1 2 0,2 2 31,-2-4-31,3-1 0,-1 3 0,3-2 0,-3-3 0,1 0 0,-1 1 15,3-5-15,-1 0 0,1 0 0,-3-5 32,3 1-32,0 0 0,-1-5 0,1-2 15,-3 2-15,1-2 0,-1 4 0,3 1 16,-3-1-16,-2 3 0,0-3 0,3 5 16,-5-3-16,0 8 0,0-1 15,0 4-15,0 1 0,2 0 0,0-1 16,-2 1-16,5 4 0,-1 0 0,-2-2 15,3 0-15,-1-3 0,0 1 0,1-3 16,1 1-16,-1-3 0,2-4 0,-3-1 16,3-1-16,-1-3 0,1-1 15,-3-3-15,3-3 0,2-3 0,-5-3 16,5-9-16,-3-2 0,3-2 0,-2 0 16,-3 2-16,1 3 0,-1 3 0,-2 6 15,1 3-15,-3 7 0,2 1 0,-2 1 16,2 7-16,-2 4 0,0 3 0,4-3 15,1 7-15,1 3 0,-1 5 16,6 1-16,0 5 0,6 8 0,1 0 16,0-2-16,-1-1 0,1-3 0,0-1 15,-3-4-15,1-2 0,-3-2 0,-2-3 16,-2-4-16,-3 3 0,-1-8 0,-3 1 16,-2-3-16,-2-2 0,-5-2 15,-2-2-15,3 0 0,-3 2 0,-7-4 16,-1 4-16,-5-5 0,-3 5 0,-3-2 15,-1 4-15,-11 3 0,5-1 0,4 0 16,7 5-16,4 0 0,2-2 16,10 4-16,1 0 0,5 0 0,4 0 15,7-2-15,2-1 0,7-1 0,-3-3 16,3 1-16,1-1 0,1-4 0,5 0 16,-6 0-16,3 0 0,-2-2 0,-4 0 15,-3 2-15,-4 0 0,-3 0 16,-1 0-16</inkml:trace>
  <inkml:trace contextRef="#ctx0" brushRef="#br1" timeOffset="204160.12">25155 16376 0,'-2'2'0,"2"0"0,0-2 0,-4 4 16,4 1-16,0-1 0,0 1 0,4 3 15,3 3-15,1 0 0,4 7 0,1 0 16,2 2-16,9 6 0,-4 3 15,5-3-15,-8 3 0,-1-3 0,-1 1 16,-4-5-16,2-2 0,-2-3 0,-2-1 16,0-5-16,-2-5 0,-7 1 0,4-5 15,-4 0-15,-4-4 0,-7 0 0,-7-2 16,2 1-16,-3 1 0,1-2 16,-2-1-16,3 3 0</inkml:trace>
  <inkml:trace contextRef="#ctx0" brushRef="#br1" timeOffset="204588.25">25056 16768 0,'2'4'0,"0"3"0,-2 4 15,5 0-15,-1 4 0,5-1 0,0 3 16,4-1-16,5 1 0,8 5 16,3-4-16,4-2 0,-2-5 0,-2-3 15,-1-3-15,-4-1 0,-4-8 0,-2-3 16,-3-4-16,-1-4 0,-1-1 16,-2-4-16,-2-2 0,2-2 0,-5 0 15,-1-3-15,-1-1 0,-4 4 0,0-1 16,0 1-16,0 6 0,0 1 0,-4 3 15,1 10-15,3 0 0,-2 4 0,0 4 16,2 5-16,0 0 0,2-3 16,0 3-16,5 2 0,-2-2 0,1 2 31,3 0-31,0-2 0,2 0 0,0-5 16,2 7-16,2-6 0,-1-5 0,-1 0 15,0-3-15,0-3 0,-4-1 0,2-4 16,0-2-16,-2-5 0,0 1 0,-2-3 15,1 0-15,-3 0 0,1 0 16,-1 5-16,-1-1 0,1 5 0,-5 5 16,2-1-16,0 3 0,-2 4 0,0 0 15,0 4-15,2 3 0,3 2 0,-1-5 16,0 5-16,5-3 0,-2 3 0,2 0 16,2 4-16,-2-2 0,-1-4 0,3-3 15,-2 3-15,0-3 0,0 1 16,0-3-16,-1 0 0,1 0 0,-2-2 15,-3-2-15,1 2 0,-3-4 0,0-1 16,-2 1-16,0 2 0,0-3 0</inkml:trace>
  <inkml:trace contextRef="#ctx0" brushRef="#br1" timeOffset="204969.41">25751 16554 0,'2'0'0,"-2"-4"0,0 4 0,0-5 16,2-1-16,-2 1 0,2 3 0,-2 0 16,5 0-16,-3-1 0,2 3 0,1 0 15,-1 3-15,3 1 0,-1 0 0,1 3 16,2 2-16,-3-2 0,3 1 0,2 3 15,-4-2-15,2 2 0,-3 0 16,1-4-16,-1-1 0,-1-1 0,-1-1 16,1-4-16,-3 0 0,0-2 0,-2-2 15,2-1-15,0-4 0,-2-2 0,3-2 16,-3 0-16,2-7 0,0 2 0,3 1 16,-1-1-16,3 1 0,-1 1 15,1 3-15,-1 0 0,3 4 0,0 2 16,0 3-16,0 2 0,-1 4 0,1 0 15,2 5-15,0-1 0,3 7 0,-1-4 16,0 2-16,0 0 0,5 3 0,-5-1 16,3-2-16,-5-2 0,2-1 15,-4-1-15,-1-3 0,1-1 0,-2 1 16,-1-4-16,1-2 0,-2 2 0,-1-2 16,0-1-16,-1 1 0,-1 0 0,-2-2 15,2-1-15,-4 3 0,2-2 0,-2 1 16,2-1-16,-5 0 0,3 1 15,-2-1-15,1 0 0,1-1 0,-2 3 16,-1 0-16,-1 0 0</inkml:trace>
  <inkml:trace contextRef="#ctx0" brushRef="#br1" timeOffset="205541.13">26039 16320 0,'5'0'0,"-5"-2"0,0 2 16,2 0-16,0 0 0,0 0 0,1 2 15,-1 1-15,2 1 0,3 0 0,-1 5 16,6 0-16,-4 0 0,3 2 0,3 2 15,-3-2-15,0 5 0,0-1 0,2 0 16,0 1-16,0-1 0,-2-4 0,0 0 16,-2-2-16,-2-2 15,2-3-15,-5-2 0,0 1 0,1-6 0,1 3 16,-1-4-16,-1-3 0,1 1 0,4-7 16,-3 2-16,1-3 0,2 1 0,-1-7 15,3 3-15,-2-1 0,2 5 16,-4 2-16,-1 4 0,3 0 0,-2 3 15,0 2-15,-1 2 0,3 4 0,-2-4 16,-1 5-16,3-1 0,-2 0 0,1 1 16,1-3-1,0 3-15,-2-1 0,2-4 0,-3 0 0,1 0 0,-1-2 0,1 0 16,-3-5 0,1-2-16,-1-2 0,-4-2 0,0 4 0,2-6 0,-4-3 15,2-2-15,-4 2 16,2 1-16,-3 1 0,-1 3 0,-1 2 0,3 2 0,-3 0 15,3 5-15,1 2 0,1-3 16,0 5-16,2 3 0,0-1 0,2 2 16,0 1-16,1 1 0,3 1 0,1 2 15,2 0-15,2-1 0,-3 3 0,6 0 16,-6 3-16,8-1 0,-1 7 0,1 0 16,-1 2-16,1-3 0,-3 4 31,0-4-31,-2 6 0,0-1 0,0 2 15,-2 3-15,0 0 0,-5 2 0,1-1 16,-5-1-16,-3 11 0,-5-5 0,-6 0 16,-1-2-16,-5-6 0,-2-3 0,0-2 15,0-4-15,0-5 0,-2-4 0,-1-3 16,-1-6-16,-3-2 0,3-2 16,-1-5-16,5-2 0,5-4 0,6-5 15,0-2-15,2 2 0</inkml:trace>
  <inkml:trace contextRef="#ctx0" brushRef="#br1" timeOffset="206035.14">26637 15875 0,'-2'-2'0,"0"-3"16,2 5-16,0-6 0,0-1 0,2-2 0,0 5 0,0-3 16,3 5-16,3 0 0,3 6 15,0 5-15,3 2 0,1 5 0,-2 1 16,14 10-16,-5-1 0,0 3 0,-2-3 16,0-1-16,-5 3 0,-2 3 0,-4-2 15,-2-3-15,1-2 0,-1-4 0,0-2 16,-1-5-16,3-4 0,-2-2 15,2-5-15,-1-4 0,3-1 0,-2-5 16,7-1-16,-1-2 0,1-3 0,1 3 16,3-2-16,0-2 0,0 4 0,0 0 15,-1 0-15,-3 0 0,-1 4 0,-2 0 16,-1-1-16,-4 1 0,1 3 0,-2-3 16,-5 3-16,-2 1 0,0 1 15,0 2-15</inkml:trace>
  <inkml:trace contextRef="#ctx0" brushRef="#br1" timeOffset="206639.27">27115 16007 0,'0'0'0,"0"0"0,0-2 0,5 0 15,1 0-15,1-3 0,4 1 16,0-1-16,2 1 0,1-5 0,1 0 16,0 1-16,1-3 0,6-3 0,-4 1 15,-3 0-15,-2-3 0,-2 3 16,-4 0-1,2-2-15,-5 4 0,-4-3 0,2 3 0,-4 2 0,-2 3 0,-1 1 16,-1 1-16,-3 4 0,-2 0 0,-2 4 16,-3 1-16,1 6 0,1-2 0,-1 6 31,0-2-31,4 5 0,2 0 0,4-1 16,5 3-16,3-4 0,3 1 15,3-1-15,2-3 0,4-2 0,1 0 16,-1-2-16,-1-5 0,1 1 0,0-5 15,1-3-15,-3-3 0,2-1 0,-1-4 16,-3 0-16,2-9 0,-6 5 0,1 2 16,-3-5-16,1 0 0,-3-6 15,-1 0-15,-2 6 0,2 3 0,-2 4 16,0 2-16,-2 7 0,2-1 0,-2 6 16,-1 3-16,-1 1 0,2 4 0,2 0 15,0 2-15,2-2 0,2 0 0,1 0 16,-1 0-16,1-2 0,3-2 0,-1-1 15,2-1-15,0-3 0,0 0 16,2-4-16,-3 0 0,3-5 0,0-2 16,0-4-16,0-2 0,-2-1 0,2-1 15,-2 1-15,-2 1 0,-1-1 0,-1 3 16,-3 4-16,2 0 0,-4 5 16,3 2-16,-1 2 0,2 0 0,-2 6 15,3-1-15,-1 4 0,5 2 0,-2-3 16,1 1-16,1 2 0,2-2 0,3 7 15,-1-8-15,0 3 0,-4-4 0,2-3 16,-2-1-16,-3-3 0,3 0 0,-2-5 16,-1 1-16,-1-5 0,-3-2 15,2-2-15,-4 2 0,3-3 0,-3 3 16,2-2-16,-2 2 0</inkml:trace>
  <inkml:trace contextRef="#ctx0" brushRef="#br1" timeOffset="207408.88">27711 15421 0,'-3'0'0,"3"2"0,0 5 15,-2-1-15,4 7 0,1 1 0,1 1 16,1 5-16,3 0 0,3 8 16,5-3-16,-1 1 0,3-2 0,0-2 15,1 3-15,3-5 0,-2-1 0,0-3 16,0-1-16,-5-4 0,-4 0 16,-2-4-16,-2-3 0,-5-1 15,-2-3-15,-2-3 0,-5-3 0,3 4 0,-3-5 16,-2 0-16,-4-1 0,0-1 15,0-2-15,-3 2 0,1 2 0,-1-2 16,3 5-16,0 2 0,0 0 0,-1 2 0,6 4 16,-1 0-16,0 3 0,2 2 0,3 0 15,4 4-15,0-2 0,4 2 16,1 0-16,6 1 0,2-1 0,7 2 16,2-2-16,0-1 0,2-4 0,-4-1 15,4-3-15,-4-4 0,2 0 0,-4-2 16,2-4-16,-5-1 0,1-2 15,-3-4-15,0-3 0,-2-1 0,0-3 0,-2-2 32,2-2-32,-4-5 0,-1-2 0,1-6 15,-7 1-15,2-1 0,-4 4 0,4 4 16,0 0-16,-2 7 0,0 5 0,-2 6 0,0 2 0,2 7 0,2 4 16,0 2-1,-2 7-15,5-2 0,-3 4 0,2 3 16,3 2-16,-1-1 0,5 5 0,-2-2 0,0 2 0,2-2 15,-2 2-15,2-2 16,0 4-16,2-2 0,-4-2 0,0-5 16,-3 1-16,-1-7 0,2-1 0,-7-1 15,2-2 1,-4-5-16,-1 2 0,-1-4 0,-5 2 16,0-5-16,0-2 0,-2-1 0,-4 1 15,2-2-15,0-2 0,-1 2 0,1 1 16,2-1-16,0 0 0,0 0 0,2 2 15,0 1-15,5 1 0,0 1 16,4 0-16,0-1 0,4 1 0,0-1 16,5-1-16,2 1 0,5 1 0,-3 0 15,2-1-15,5 1 0,-2-1 0,-1 3 16,8-2-16,-1 2 0,-4-1 0,-5 3 16,1 0-16,-3 0 0,-2 3 0,-2-1 15,0 2-15,-1 1 0,-1-3 16,-3 2-16,1 1 0,-3 1 0,2 1 15,-1-1-15,-1 3 0,2 0 0,-4-2 16,2 1-16,1-1 0,-1 0 16,0-1-16,0 1 0,0 0 0,1-3 15,-1 0-15,-2-1 0,2 1 0,-2-4 0,-2 0 16,2 0-16,-2 0 0,-1 0 16,1 0-16</inkml:trace>
  <inkml:trace contextRef="#ctx0" brushRef="#br1" timeOffset="208168.63">28293 15333 0,'0'0'0,"-2"-3"0,2 3 0,0-2 0,0 2 0,0-4 0,0 4 15,0 0-15,0 0 0,0 0 0,0 0 16,2 2-16,0 0 0,5 3 0,-3 1 16,3 3-16,1-2 0,1 4 15,-2 0-15,2 0 0,0 2 0,-3 5 16,3-1-16,0 5 0,0 0 0,-1 0 15,1-2-15,-2 0 0,-1 0 0,3-2 16,-2-3-16,2 0 0,-3-4 0,-1 0 16,-3-2-16,0-2 0,3 0 0,-3-1 15,0-4-15,-4-4 0,6 4 16,-2-2-16,3-2 0,-3 0 0,2-5 16,1-2-16,1 1 0,-3-3 0,1-3 15,-2 1-15,3-2 0,-3-1 0,2 1 16,-2-1-16,1 3 0,1 0 0,0 2 15,-4 2-15,5 5 0,-3-3 0,3 5 16,-3 2-16,0 2 0,2 3 16,1 1-16,-1 1 0,3 4 0,-3-2 15,1-1-15,-1 1 0,0 0 0,3-2 16,-3 2-16,1-5 16,-1 3-16,1-1 0,-1-4 0,3 3 15,-3-5-15,3 0 0,-1 0 0,3-5 16,-2 1-16,2 0 0,-1-3 0,1-4 15,2 0-15,0-5 0,-2 1 0,-2 0 0,-1-1 16,1 3-16,0 0 0,-3 4 0,-2 0 16,3 0-16,-5 5 0,2-3 0,-2 3 15,2-1-15,-2 3 0,0 0 0,0 2 16,2 0-16,-2 0 0,2 2 16,1 0-16,1 5 0,0-5 0,1 3 15,-1-1-15,3 0 0,-3 1 0,3-1 16,-1 1-16,1-5 0,-2 4 0,1-4 15,3 0-15,-2 0 0,-1 0 32,1-2-32,-3-3 0,3 1 0,-1-3 0,-1 1 15,-1-3-15,1-2 0,-1 2 16,-2 0-16,0-2 0,-2 2 0,3 1 16,-1 1-16,-2 3 0,0-1 0,0 1 15,-2 4-15,-1 0 0,-1 0 0,4 2 16,-2 2-16,0 1 0,4 1 0,-2 1 15,2 0-15,2-1 0,-1 3 16,3-2-16,1-1 0,0 1 0,1-3 16,3-1-16,0 1 0,3-4 0,1 0 15,0 0-15,-1-2 0,1 0 0,-2-3 16,1 3-16,1-5 0,-4 3 16,-2-3-16,-2 1 0,-3 1 0,-4-1 0,0 1 15,0 3-15,0-2 0,-2 1 16</inkml:trace>
  <inkml:trace contextRef="#ctx0" brushRef="#br1" timeOffset="212284.87">27261 13011 0,'-2'0'0,"-3"0"0,5 0 0,-6 0 0,3 0 0,3 0 16,0 0-16,3 0 0,-1 0 0,0 2 15,0-2-15,-2 2 0,0 1 0,0-1 16,0 0-16,0 0 0,0 0 15,-2 1-15,4-1 0,-2 0 0,0-2 16,0 0-16,2 2 0,-2-2 0,-2-2 16,2 2-16,-2-2 0,0-3 15,0 1-15,2-5 0,-5 2 0,3-4 16,0 0-16,0-4 0,2 2 0,0-5 16,-3 0-16,6 3 0,-3-3 0,2-1 15,0 1-15,0 0 0,7-4 0,-2 2 16,2 1-16,-1 3 0,1-2 0,0 3 15,2 0-15,0 1 16,0 1-16,4-2 0,1 1 0,2 1 0,1 0 16,3-2-16,3 4 0,-1-3 0,0 6 15,-4-1-15,2 2 0,-4-2 0,-1 5 16,-6 2-16,-2-1 0,-2 3 0,-7 5 16,2-5-16,-2 0 0,-2 0 15,-5 0-15,-2 4 0,5-4 0,-5 0 16,-2 2-16,-2 1 0,0-1 0,-5 0 15,3-2-15,-1 2 0,3-2 0,0 0 16,-1 0-16,3 0 0,3 0 0,-1-2 16,2 2-16,3-2 0,-1 0 15,5-3-15,3 3 0,1 0 0,3-3 16,1-1-16,3 1 0,0 1 0,5 2 16,-1 0-16,1-1 0,1 1 0,8 2 15,-3 2-15,-2 1 0,-1-1 0,-1 2 16,-3 3-16,1-1 0,-7 1 15,-3 0-15,3-1 16,-4 1-16,-3 4 0,0 0 0,-2-2 16,2-3-16,0 3 0,-2 0 0,0 0 0,0-3 0,-2 1 15,2-3-15,-2 1 0,2-1 0,0-1 16,-2-1-16,2-4 0,2-1 0,-2-1 16,0 2-16,0-3 0</inkml:trace>
  <inkml:trace contextRef="#ctx0" brushRef="#br1" timeOffset="212632.41">27856 12122 0,'0'-2'0,"-2"0"0,2 2 0,-4-2 0,-3-3 0,3 1 0,-5 2 16,2-1-16,1-1 0,-1 4 0,-4 0 16,2 2-16,-2 3 0,2 1 15,-4 3-15,2 0 0,0 2 0,2 0 16,-2 2-16,4-2 0,1 2 0,-3-2 15,2 3-15,7 1 0,0-6 0,5 2 16,1-2-16,5 0 0,5-3 0,2 3 16,6-5-16,13 5 0,3-2 15,-3-3-15,1 1 0,-5 1 0,-2 1 16,-7 0-16,0-3 16,-6 3-16,-3-1 0,-4 1 0,-4 4 0,-2-2 0,-5-1 15,0 6-15,-7-1 0,-2 2 0,0-1 16,-2 1-16,0-4 15,-2 0-15,2-2 0,-2-2 0,2-3 16,4 0 0,0-4-16,1 0 0,-1-4 0,5 0 0,-2-7 0,6-3 0,0-3 0,2-1 31,1-2-31,6 0 0,-2 3 16</inkml:trace>
  <inkml:trace contextRef="#ctx0" brushRef="#br1" timeOffset="212932.75">28282 12019 0,'0'-5'0,"4"-4"0,1-2 0,1 0 15,-1-2-15,-1 0 0,-2 2 0,0 0 16,-4 0-16,-2 4 0,-3 1 16,-4 1-16,-2 5 0,-2 0 0,-1 5 15,-4 1-15,0 1 0,3 2 0,-8 6 16,6 1-16,3-3 0,1 0 0,4 0 16,2-2-16,5-2 0,-1 2 15,5-2-15,5 4 0,-1-2 0,7 0 16,2-2-16,5 4 0,4-2 0,0 0 15,4-2-15,10 7 0,-3-5 0,-2 2 16,-5 0-16,-4 0 0,-2 1 0,-5-1 16,-1 2-16,-6 3 0,-3-3 0,-7 3 15,-3-3-15,-1 1 0,-3 1 16,0-3-16,-2-1 0,2-4 0,-2-1 16,7-1-16,-3-2 0,-2-8 0,5 1 15,4 7-15,2-3 0,2 0 0,3-2 16,2 0-16,-2 0 0</inkml:trace>
  <inkml:trace contextRef="#ctx0" brushRef="#br1" timeOffset="-208966.04">27664 13553 0,'3'-2'0,"-3"2"0,0 0 0,-3 0 0,1 0 15,0 0-15,0 0 0,-5 0 0,3 0 16,2 0-16,-3 0 0,3 0 15,-5-2-15,3 0 0,2-3 0,-1 1 16,1-1-16,0-3 0,2-1 0,2-2 16,0 0-16,1-2 0,-1-3 0,2 1 15,3 1-15,-3-1 0,3 0 16,4-3-16,0-2 0,0 5 0,0-1 16,2 3-16,3-2 0,-1 1 0,3 3 15,2 0-15,-1 2 0,1 1 0,5 3 16,1 1-16,5 2 0,0-1 0,0 3 15,11 3-15,-5-1 0,-4 2 16,0 1-16,-4-1 0,-3 0 0,-4-1 16,0 1-16,-4-2 0,0 0 0,-5 1 15,-2-1-15,2-2 0,-2 2 0,-2 0 16,-5 0-16,1-2 0,-12 0 0,1 0 16,6 0-16,2-2 0,2 2 15,-4-2-15,0 0 0,-2 0 0,0-3 16,0 1-16,2-1 0,-9-6 0,4 5 15,1-1-15,-3-2 0,3 3 0,-5-1 16,2-2-16,-1 3 0,1-1 0,-2 0 16,3 1-16,-1 1 0,0 1 15,3 0-15,2-1 0,0 3 0,-3-2 16,3 4-16,2 0 0,4-3 0,-1 3 16,3-2-16,1 2 0,4 0 0,0 2 15,2 1-15,3-3 0,3 6 0,1-4 16,-4 1-16,-3 1 0,2 0 15,-1 3-15,-1 0 0,-2 4 0,0 0 16,-2 0-16,-3 2 0,-1 0 0,-5-2 16,2-2-16,0 2 0,-2-2 0,-2 2 15,-3 2-15,3-4 0,0 2 0,0-2 16,0-3-16,2 3 0,0 0 16,0 2-16,0-2 0,0 0 0</inkml:trace>
  <inkml:trace contextRef="#ctx0" brushRef="#br1" timeOffset="-207505.79">29609 13443 0,'2'0'0,"3"2"0,-1 0 0</inkml:trace>
  <inkml:trace contextRef="#ctx0" brushRef="#br1" timeOffset="-187449.01">7840 1804 0,'-2'0'0,"-2"0"0,-3 0 0,3-3 0,2 3 0,-5 0 15,3-2-15,1-2 0,1 2 0,0 2 16,2-3-16,-2 3 0,2 0 15,-2-2-15,2-2 0,2-1 0,0 5 16,5-2-16,-1-7 0,5 7 0,2 0 16,3-5-16,4 5 0,2-5 0,11 1 15,2-1-15,0 3 0,3 2 0,-3-5 16,0 5-16,-4 0 0,2-3 0,-6 3 16,2 0-16,-3 0 0,0-3 15,-1 3-15,1 0 0,3 0 0,-7 2 16,0-3-16,0 3 0,-2 0 0,-5 0 15,1 0-15,-1-4 0,-4 2 0,2 2 16,-4 0-16,-2 0 0,-3-2 0,1 2 16,-14 0-16,4 0 0,3 0 15,2 0-15,-2 2 0,2-2 0,-2 0 16,2 0-16,0 0 0,0 0 16,4 0-16,-2 0 0,1 0 0,-1 0 0,2 2 15,-4 2-15,0-1 0,5-1 0</inkml:trace>
  <inkml:trace contextRef="#ctx0" brushRef="#br1" timeOffset="-185344.8">9814 1698 0,'-2'0'0,"-1"0"0,1 0 0,0-2 0,0 2 16,0 0-16,2 0 0,0 0 16,0 0-16,2 0 0,0 0 0,2 0 15,1 2-15,1-2 0,3 0 0,0 0 16,2 2-16,5 0 0,1-2 0,5 0 16,0 5-16,16-5 0,-5 2 15,4-2-15,-4 0 0,0 0 0,3 0 16,1 0-16,1 2 0,10 0 15,1 3-15,-3-3 0,-2-2 0,-6 2 0,-5-2 16,-7 2-16,-4 3 0,-6-5 0,-1 2 16,-6-2-16,2 0 0,-4 0 15,-1 0-15,-1 0 0,-3 0 0,-13 0 16,6 0-16,1-2 0,4 2 0,4 0 16,1 0-16,-3 0 0,-9 0 0,5 0 15,4 0-15,-2 0 0,5 0 16,-3 0-16,0 0 0,0 0 0,-2 2 0,0-2 15,0 0-15,0 0 0,0 0 16,0-2-16,0 2 0,0 0 0,-2 0 16,2 0-16,-2 0 0,0 0 0,2 0 15,0 0-15,0 0 0,0 0 0,0 0 16,0 0-16,0 0 0,-2 2 16,-1-4-16,3 2 0,0 0 0,0 0 15,0 0-15,-2 0 0,2 0 0,0 0 16,-2 0-16,2 0 0,0 0 0,0 0 15,0 0-15,0 0 0,0 0 0,0 0 16,0 0-16,0 0 0,-2 0 16,2 0-16,0 0 15,-3 0-15,3 0 0,0 0 0,0 0 0,0 0 0,0 0 16,0 0-16,0 0 0,0 0 0,0 0 16,0 0-16,-2 0 0,2 0 0,0 0 15,0 0-15,0 0 0,0 0 16,0 0-16,0 0 0,0 0 0,0 0 15,0 0-15,0 0 0,-2 0 0,2 0 16,0 0-16,0 0 0,0 0 0,0 0 16,0 0-16,0 0 0,0 0 15,-2 0-15,2 0 0,0 0 0,0 0 16,0 0-16,0 0 0,0 0 0,0 0 16,0 0-1,0 0-15,0 0 0,0 0 0,0 0 0,0 0 0,0 0 0,0 0 16,0 0-16,0 0 0,0 0 15,0 0-15,0 0 0,0 0 0,0 0 16,0 0-16,0 0 0,0 0 16,0 0-16,0 0 0,0 0 0,0 0 0,0 0 15,0 0-15,0 0 0,0 0 0,0 0 16,0 0-16,0 0 0,0 0 16,0 0-16,0 0 0,0 0 0,0 0 15,0 0-15,0 0 0,0 0 0,0 0 16,0 0-16,0 0 0,0 0 15,0 0-15,0 0 0,0 0 0,0 0 0,0 0 16,0 0-16,0 0 0,0 0 0,0 0 16,0 0-16,0 0 0,0 0 15,0 0-15,0 0 0,0 0 0,0 0 16,0 0-16,0 0 0,0 0 0,6 2 16,1-2-16,-2 0 0,-3 2 0,2-2 15,-2 0-15,1 0 0,-1 2 16,0-2-16,-2 0 0,2 2 0,-2-2 31,2 0-31,1 0 0,-3 0 0,0 0 16,0 0-16,0 0 0,2 0 0,0 0 15,-2 0-15,2 0 0,0 0 0,1 0 16,-3 0-16,2 0 0,0 0 16,-2 0-16,2 0 0,0 0 0,-2 0 15,3 0-15,-3 0 0,2 0 0,-2 0 16,0 0-16,0 0 0,2 0 0,-2 0 15,2 0-15,0 0 0,1 0 0,-1 0 16,0 0-16,0 0 0,0 0 16,1 0-16,-1 0 0,2 0 0,-4 0 15,2 0-15,1 0 0,-1 0 0,0 0 16,-2 5-16,5-3 0,-3-2 0,0 2 16,2 5-16,-1-5 0</inkml:trace>
  <inkml:trace contextRef="#ctx0" brushRef="#br1" timeOffset="-182211.1">15688 1788 0,'-5'0'0,"1"0"0,4 0 0,-7 0 15,-2-4-15,-2 2 0,2 2 0,1-3 0,1 3 16,-2-2-16,3 2 0,1 0 16,1-4-16,4 4 0,-2 0 0,2 0 15,2 0-15,0 4 0,2-4 0,5 0 16,4 0-16,3 0 0,4 0 0,6 0 15,5-4-15,15 2 0,5-1 0,2 1 32,0 0-32,26-5 0,5 3 15,24-5-15,-13 2 0,-11 1 0,-7 4 16,-4-5-16,6 5 0,-15 2 0,-5-2 16,-1-3-16,-3 3 0,2 0 0,5 0 15,2-3-15,-5 3 0,-1 2 16,1-2-16,-4 2 0,5 0 0,0 0 15,-3-2-15,-9 2 0,1 0 0,-1 0 16,3 0-16,4 2 0,-6-2 0,-5-2 16,-7 4-16,-8-2 0,-3 2 0,-4-2 15,0 0-15,-4 0 0,2 0 16,-2-2-16,1 0 0,-3 2 0,-3 0 0,3 0 16,-3 0-16,-2 0 0,2 0 15,-2 2-15,0-2 0,-2 2 0,0-2 16,-3 0-16,3 2 0,-2-2 0,-3 5 15,3-5-15,-3 0 0,-2 2 0,1-2 16,-10 0-16,3 0 0,4 0 16,-3 0-16,6 0 0,1 0 0,-4 0 15,-4 0-15,1 0 0,8 2 0,-3-2 16,0 0-16,0 0 0,-2 0 0,3 0 16,-3 0-16,0 0 0,0 0 0,0 0 15,0 0-15,0 0 0,0 0 0,-3 0 16,3 0-16,0 0 0,0 0 15,0 0-15,0 0 0,0 0 0,-2 0 16,2 0-16,0 0 0,-2 0 0,2 0 16,0 0-16,0 0 0,0 0 0,-2 0 15,2 0-15,0 0 0,0 0 16,0 0-16,0 0 0,0 0 0,0 0 16,2 0-16,-2 2 0,0-2 0,0 0 15,2 5-15,-2-5 0,2 0 0,-2 0 16,0 2-16,3-2 0,-1 0 0,0 0 15,-2 0-15,0 0 16,2 0-16,0 2 0,-2 0 0,3-2 0,-1 0 16,-2 7-16,2-7 0,0 0 15,0 4-15,1-4 0,-1 7 0,0-5 0,0-2 16,0 4-16,1 1 0,-1-3 16,0-2-16,0 4 0,3 1 0,-3-3 15,0-2-15,0 2 0,1 1 0,1-1 16,-2 4-16,0-6 0,3 3 0,-3-1 15,2 2-15,-1-2 0,-1-2 0,0 3 16,0-3-16,0 0 0,1 2 16,-3 2-16,2-4 0,-2 0 0,0 0 0,2 2 15,-2-2-15,0 0 0,2 0 16,-2 0-16,0 0 0,0 0 0,0 3 16,0-3-16,0 0 0,0 0 0,2 0 15,-2 0-15,3 2 0,-3-2 0,0 0 16,4 2-16,-4-2 0,0 0 15,2 0-15,-2 0 0,0 0 0,2 0 16,-2 0-16,0 0 0,0 0 0,3 0 16,-3 0-16,0 0 0,0 0 0,-3 0 15,3 0-15,0 0 0,0 0 0,-2 0 16,2 0-16,0 0 0,0 0 0,-2 0 16,2 0-16,0 0 0,2 0 0,-2 0 15,0 0-15,0-2 0,0 2 16,0 0-16,0 0 0,0 0 0,0 0 15,0 0-15,0 0 0,0 0 0,0 0 16,-2 0-16,2 0 0,0 0 0,0 0 16,0 0-16,0 0 0,0 0 15,0 0-15,0 0 0,0 0 0,0 0 16,0 0-16,0 0 0,0 0 0,0 0 16,0 0-16,0 0 0,0 0 0,0 0 31,0 0-31,0 0 0,0 0 0,0 0 0,0 0 0,0 0 0,0 0 0,0 0 31,0 0-31,0 0 0,0 0 16,0 0-16,0 0 0,0 0 0,0 0 15,0 0-15,0 0 0,0 0 0,0 0 16,0 0-16,0 0 0,0 0 0,0 0 16,0 0-16,0 0 0,0 0 15,0 0-15,0 0 0,0 0 0,0 0 16,0 0-16,0 0 0,0 0 0,0 0 15,0 0-15,0 0 0,0 0 0,0 0 16,0 0-16,0 0 0,0 0 0,0 0 16,0 0-16,0 0 0,0 0 15,0 0-15,0 0 0,0 0 0,0 0 16,0 0-16,0 0 0,0 0 0,0 0 16,0 0-16,0 0 0,0 0 0,0 0 15,0 0-15,0 0 0,0 0 16,0 0-16,0 0 0,0 0 0,0 0 15,0 0-15,0 0 0,0 0 0,0 0 16,0 0-16,0 0 0,0 0 0,0 0 16,0 0-16,0 0 0,0 0 0,0 0 15,0 0-15,0 0 0,0 0 0,0 0 16,0 0-16,0 0 0,0 0 16,0 0-16,0 0 0,0 0 0,0 0 15,0 0-15,0 0 0,0 0 0,0 0 16,0 0-16,0 0 0,0 0 0,0 0 15,0 0-15,0 0 0,0 0 0,0 0 16,0 0-16,0 0 0,0 0 16,0 0-16,0 0 0,0 0 0,0 0 15,0 0-15,0 0 0,0 0 0,0 0 16,0 0-16,0 0 0,0 0 0,0 0 16,0 0-16,0 0 0,0 0 0,0 0 15,0 0-15,0 0 0,0 0 16,0 0-16,0 0 0,0 0 0,0 0 15,0 0-15,0 0 0,0 0 0,0 0 16,0 0-16,0 0 0,0 0 16,0 0-16,0 0 0,0 0 0,0 0 0,0 0 15,0 0-15,0 0 0,0 0 16,0 0-16,0 0 0,0 0 0,0 0 16,0 0-16,0 0 0,0 0 0,0 0 15,0 0-15,0 0 0,0 0 16,0 0-16,0 0 0,0 0 0,0 0 0,0 0 15,0 0-15,0 0 0,0 0 16,0 0-16,0 0 0,0 0 0,0 0 16,0 0-16,0 0 0,0 0 0,0 0 15,0 0-15,0 0 0,0 0 0,0 0 16,0 0-16,0 0 0,0 0 0,0 0 16,0 0-16,0 0 0,0 0 15,0 0-15,0 0 0,0 0 0,0 0 16,0 0-16,0 0 15,0 0-15,0 0 0,0 0 0,0 0 0,0 0 16,0 0-16,0 0 0,0 0 0,0 0 0,0 0 16,0 0-16,0 0 0,0 0 0,0 0 15,0 0-15,0 0 0,0 0 16,0 0-16,0 0 0,0 0 0,0 0 16,0 0-16,2-2 0,-2 2 0</inkml:trace>
  <inkml:trace contextRef="#ctx0" brushRef="#br1" timeOffset="-170469.13">6923 2575 0,'-4'0'0,"-1"0"0,-1 0 15,1-4-15,-1 2 0,1 2 0,-1-3 16,1 3-16,3 0 0,-2 0 0,4-2 16,-2 2-16,2-4 0,0 4 15,2 0-15,2 0 0,1-2 0,3-1 16,3 1-16,3 2 0,-1-4 0,7 4 15,-7-2-15,9-1 0,-4 3 16,13 0-16,2-2 0,-3 2 0,4 0 16,1 0-16,2 0 0,3 0 0,4 0 15,16 0-15,1 0 0,-1 2 0,21-2 16,-10 0-16,-5 0 0,-2-2 0,-4 2 16,-3-2-16,-2-5 15,-4 5-15,-9 0 0,2-5 0,-9 7 16,3-2-16,-1 2 0,7 2 0,2 5 15,-4-7-15,-2-4 0,-3 1 0,-1-1 16,-8 4-16,-3-7 0,1 7 16,-6-2-16,4 2 0,-2 2 0,0-2 0,5 0 0,-7 0 15,4 0-15,2 0 16,-1 3-16,3 1 0,-1-4 0,-1 0 16,-4 2-16,-2-2 0,0 0 0,-5-2 15,-1 2-15,1 2 0,-6-2 0,2 0 0,4 2 16,-6-2-16,2 0 15,5 3-15,-8 1 0,3-4 0,0 2 0,0-2 16,-2 0-16,-2 2 0,6 5 0,-8-7 16,1 2-16,1-2 0,-3 0 0,1 0 15,-1 2-15,0-2 0,1 0 0,-3 0 16,0 0-16,0-2 0,1 2 0,-1 0 16,0 0-16,0-2 0,3-7 0,-1 7 15,-2-5-15,3 3 0,1-7 16,1 2-16,0 0 0,1-2 0,1 5 15,-2-8-15,4-3 0,-5 1 0,3-3 16,-2-6-16,-1-1 0,-1-9 0,1-12 16,-3 1-16,-3 2 0,0 6 15,-3 1-15,1 6 0,0-4 16,0 4-16,2-4 0,2-10 0,-2-1 0,2-9 16,0 15-16,3 5 0,2 9 15,-7-1-15,2 10 0,-2-1 16,0 0-16,2 7 0,-2-4 0,2-3 0,-4 3 15,2-3-15,-2 0 16,0 1-16,-3 1 0,1 3 0,-1 0 16,1 0-16,-1 2 0,1 0 0,0 2 0,-1 4 0,-4-1 15,3 4-15,-5 2 16,2 0-16,-6 0 0,-1 0 0,-4 2 0,0 4 0,-6-1 16,2-1-16,-1 3 0,-1-5 15,0 7-15,-10 2 0,-1 2 0,-3-2 16,-11-6-16,-15 1 0,-7-4 15,12-4-15,12 4 0,5 7 0,4 4 16,-6-2-16,-13-4 0,-5-7 0,0 0 16,0 0-1,0 4-15,0 3 0,-2 2 0,-3-7 0,-1 3 16,4 1-16,2 7 0,-5-4 0,5 2 0,5-2 0,2-7 16,-1 9-1,12-11-15,0 2 0,6-2 16,0 0-16,1 7 0,6-5 15,2 0-15,4 1 0,5 3 0,2-4 16,0 1-16,7 3 0,0-3 0,2-1 16,0 4-16,-2-6 0,2 3 0,2-1 15,2 2-15,3 1 0,-1-3 0,1 2 16,2 3-16,2-5 0,0 7 16,0-5-16,0 3 0,6-1 0,-6 5 15,5 3-15,4 1 0,-5-2 0,3 9 16,-3-4-16,3 6 0,-5 7 0,5-2 15,-3 4-15,7 0 0,-9 0 16,7 7-16,-2 2 0,-1 4 0,5 2 16,0 19-16,0 1 0,3-4 0,-8-13 15,1-5-15,2-6 0,-5 4 0,0 2 16,5-2-16,-2-4 0,4-7 16,-2-7-16,-3-1 0,3-8 0,-7 1 15,1-7-15,-3 0 0,0-2 0,0 2 16,0-7-16,0 3 0,0-5 0,-3 2 15,1 3-15,2-5 0,0 0 16,0-2-16,0 3 0,0 1 0,0-4 0,-4-11 16,8 13-16,-4 0 0,0-2 15,0-4-15,0-3 0,0 7 0,0 7 16,0-3-16,-4 3 0,-1 6 0,3-2 16,-2 2-16</inkml:trace>
  <inkml:trace contextRef="#ctx0" brushRef="#br1" timeOffset="-159468.85">27457 1896 0,'0'-2'0,"0"-2"0,2 1 0,1 1 0,-3 0 16,0-2-16,0 4 0,2 0 0,-2 0 15,2-3-15,-2 3 0,2 3 0,0 3 16,1 5-16,-1 0 0,0 5 0,-2-3 15,0 7-15,-2-5 0,-3 3 0,1 4 16,-7 2-16,2 0 0,-4 5 0,2 0 16,-5-3-16,1 3 15,0 2-15,-3 2 0,0-5 0,-8 10 0,2-3 16,-1-4-16,1-5 0,2-6 0,0-6 16,2-8-16,2-6 0,3 0 0,0 0 15,-1-4-15,3 2 16,0-3-16,-1-1 0,3-3 0,3-5 0,1-3 15,3-5-15,4-2 0,4-5 0,3-2 16,4 0-16,0 2 0,0 1 0,2 10 16,0-2-16,-4 5 0,4 6 0,-2 0 15,0 5-15,-2 4 0,0 0 0,0 0 16,2 2-16,-2 7 0,2-3 0,2 10 16,-2-3-16,-5-2 0,3 2 15,0 1-15,-2 5 0,2-1 0,2 2 16,-3 2-16,6 7 0,-3-1 0,0-3 15,-3-6-15,1-1 0,0 0 16,-2-3-16,-1-4 16,-1-4-16,-1 4 0,1-5 0,-1-1 0,-2 1 0,3-3 15,-5-1-15,4 0 0,-2 0 16,3 3-16,1-5 0,1-5 0,2 3 0,-1 0 16</inkml:trace>
  <inkml:trace contextRef="#ctx0" brushRef="#br1" timeOffset="-159238.99">27794 2447 0,'0'0'0,"-2"0"0,2 0 0,0 0 0,0 0 16,2 0-16,1 0 0,1 0 16,3 0-16,2-4 0,2 2 0,2 2 15,2-5-15,1 5 0,1 0 0,-1-2 16,1-2-16,1 2 0,0-1 0,4 3 15,0-2-15,-2-4 0,-1 3 16,-1 1-16,2-2 0,-2-1 0,-5 3 16,0 2-16,-2-7 0,-2 5 0,-5 0 15,-4-5-15,0 3 0,-4-5 0</inkml:trace>
  <inkml:trace contextRef="#ctx0" brushRef="#br1" timeOffset="-159064.89">27810 2306 0,'0'-4'0,"2"2"0,-2 2 0,5-5 0,3 3 0,3-5 15,3 5-15,3-4 0,1-1 0,4-2 16,4 5-16,3-5 0,-2 7 16,-3-5-16,2 3 0,1 4 0,-1-7 15,-2 5-15,1 0 0,-1-5 0,0 5 16,-4 0-16,0-5 0,-5 0 0</inkml:trace>
  <inkml:trace contextRef="#ctx0" brushRef="#br1" timeOffset="-158436.73">28727 2132 0,'-2'0'0,"-2"0"0,4 0 0,-7-2 0,-2 2 0,0-5 15,-2 3-15,2 2 0,-4-2 0,0 2 16,0 0-16,-3 4 0,3 3 15,-5 2-15,1 4 0,-1-2 0,5 5 0,2-1 16,2 5-16,2 0 0,3 4 16,2-6-16,6 1 0,1 4 0,1-6 0,8 3 15,-3 0-15,6-7 0,-1-2 0,3 2 16,-1-2-16,4-8 16,-2 3-16,0-4 0,2-2 0,-2 0 0,2-2 0,-2-4 15,-1-3-15,-1-2 0,0-3 16,-3-3-16,-2-1 15,1 5-15,-3-11 0,-3-1 0,-1 1 16,-5 0-16,-2 2 0,-2 0 0,-5 4 16,3 3-16,-3-1 0,1 5 0,-5-2 0,0 4 0,-2-2 15,-3 7-15,3-3 16,-3 5-16,1-2 0,2 4 0,-3 2 0,5 0 16,-2 5-16,2-5 0,2 7 0,-2-3 15,7 3-15,-3 2 16,3 0-16,-1-4 0</inkml:trace>
  <inkml:trace contextRef="#ctx0" brushRef="#br1" timeOffset="-158208.72">29168 2308 0,'2'-2'0,"1"2"0,-3 0 0,2 0 16,0 0-16,0 0 0,0 2 0,1 3 15,-1-1-15,0-1 0,2 1 0,-1 3 16,1-3 0,0 3-16,-4-3 0,5 3 0,-3-1 15,2 1-15,-1-3 0,1 3 0,-2-7 16,3 2-16,-3 2 0,0 1 0,0-5 0,0 2 0,-2-2 16,0 4-16</inkml:trace>
  <inkml:trace contextRef="#ctx0" brushRef="#br1" timeOffset="-157700.03">29823 2090 0,'0'0'0,"0"0"0,0 0 0,0 0 16,0 0-16,0 5 0,2-5 0,-4 0 15,2 4-15,-4-2 0,-1 5 0,-1 2 16,-6-3-16,4 1 0,-8 4 0,3-4 16,0 4-16,-5-3 0,3 3 15,-3-8-15,-2 5 0,0-3 0,3 1 16,-1-6-16,-2 0 0,5 0 0,2 0 16,-1-4-16,3 2 0,3-3 0,1-1 15,3 1-15,-1-6 0,5-2 0,0 0 16,5 2-16,-1 0 0,3-2 0,1-3 15,3 3-15,3 0 0,-6-3 16,6 3-16,-3-2 0,0 1 0,2 1 16,-2 2-16,0 5 0,-2-3 0,0 0 15,2 5-15,-5-3 0,3 5 0,-5-1 16,5 3-16,-2 0 0,0 3 0,-1 1 16,1 5-16,2 0 0,-3 2 15,1 2-15,-1 0 0,1 7 0,2-7 16,-5 5-16,5 4 0,-5 2 0,8 9 15,-4 0-15,3 0 16,-4 3-16,2-8 0,0 3 0,-1-2 0,-1 0 0,2-5 16,-5 0-16,5 0 0,-2-6 15,2 2-15,-3 0 0,-1-5 0,-1 5 16,3-7-16,-1 3 0,-1 1 0,-1-4 16,-2-1-16,3 1 0,-3-2 15,-2 0-15,0 2 0,0-2 0,0 2 0</inkml:trace>
  <inkml:trace contextRef="#ctx0" brushRef="#br1" timeOffset="-152990.53">19374 12700 0,'0'-2'0,"-2"0"0,0-1 0,-3-3 0,1-1 0,-1 3 15,3-3-15,-2 1 0,4-1 16,0 2-16,2 1 0,5-3 0,-1 1 16,8-1-16,-1 1 0,4-1 0,3-2 15,13 0-15,3-2 0,3 3 0,5 1 16,3-2-16,1 2 0,18 1 15,-6-1-15,-1 3 0,-1 2 0,8-3 16,-2 7-16,-5-4 0,-1-2 0,-5 4 16,-3 0-16,1 0 0,0 0 0,4 2 15,4-2-15,5 2 0,-2-2 0,-2 2 16,-3-2-16,5 3 0,2-3 16,0-3-16,-5 3 15,-4 0-15,-4 0 0,-3 0 0,1 3 0,-1-1 0,-1-2 16,-3 0-16,-7-2 0,-1 2 15,-8-3-15,-1 3 0,-5 0 0,-2 0 0,-1-2 16,-1 2-16,0-2 0,-3 2 0,1 0 16,-1-2-16,3 0 0,-3 2 15,-2 0-15,1 0 0,-1 0 0,0 0 16,-4 0-16,0-3 0,-3 3 0,-1-2 16,-3 4-16,2-2 0,-4 0 0,0 0 15,-9 0-15,5 0 0,2-2 16,6 2-16,-2 0 0,1 2 0,-8-2 15,1 0-15,2 0 16,4 0-16,2 0 0,-4 3 0,0 1 0,-4 0 0,-5 5 16,-2 0-1,2 0-15</inkml:trace>
  <inkml:trace contextRef="#ctx0" brushRef="#br1" timeOffset="-109479.45">2827 9402 0,'0'-3'0,"0"1"0,0 2 0,2-2 0,0 0 0,5 2 0,-5 0 16,9-2-16,0 2 0,4 0 16,5-3-16,2 3 0,7 0 0,6 0 15,0-2-15,-1 2 0,-1-4 0,-5 4 16,1-5-16,-5-1 0,-2-1 16,-6 0-16,6 3 0</inkml:trace>
  <inkml:trace contextRef="#ctx0" brushRef="#br1" timeOffset="-109321.1">2824 9223 0,'0'-2'0,"3"2"0,-3 0 0,0-2 0,8-1 0,-1 1 0,9 0 0,-1-2 16,7-1-16,13-2 0,1-1 16,5 1-16,4 0 0,-1 1 0,2-3 15,0 2-15,7-1 0,-4 3 0</inkml:trace>
  <inkml:trace contextRef="#ctx0" brushRef="#br1" timeOffset="-103673.4">3929 8996 0,'0'0'0,"0"-5"0,2 3 0</inkml:trace>
  <inkml:trace contextRef="#ctx0" brushRef="#br1" timeOffset="-103546.3">3781 8923 0,'-2'4'0,"-2"3"0,4-7 0,-9 11 15,-4 5-15,2 3 0,0 3 0,-3 9 16,1 0-16,4 2 0,7 0 0,4-2 15,1 0-15,3-4 0</inkml:trace>
  <inkml:trace contextRef="#ctx0" brushRef="#br1" timeOffset="-103436.02">4000 9287 0,'2'-2'0,"7"-5"0,-3-2 0,3-6 0,4-1 16,-2-3-16,-2-6 0,2-6 0,0-2 15,-9-2-15,-2 2 0,0 4 0,-2 5 16</inkml:trace>
  <inkml:trace contextRef="#ctx0" brushRef="#br1" timeOffset="-103356.16">3854 8987 0,'0'0'0,"0"2"0,0 3 0,5 1 15,-3 1-15,7 2 0,-5-1 0,5 1 16,2-2-16</inkml:trace>
  <inkml:trace contextRef="#ctx0" brushRef="#br1" timeOffset="-103181.09">4333 9097 0,'-3'-2'0,"3"0"0,0 2 0,-6 0 0,4-2 0,-3 4 16,5-2-16,0 0 0,0 4 0,0-4 15,0 5-15,0-3 16,0 0-16,0 2 0,2 1 0,1-1 16,-1-1-16,2 1 0,-2 0 0,3-1 15,1-1-15,1 0 0,0 0 0,4 0 16,-7-2-16,5-2 0,0 0 0,2 2 15,-5-4-15,3 1 0</inkml:trace>
  <inkml:trace contextRef="#ctx0" brushRef="#br1" timeOffset="-102689.06">4716 8813 0,'0'2'0,"0"-6"0,0 1 0,0-1 0,0 2 16,0-3-16,2-1 0,3 1 16,1-1-16,5 1 0,0 1 0,7 0 15,2 1-15,13 1 0,-2-2 0,2 4 16,-2-2-16,0 4 16,-3-2-16,-6 2 0,-2 2 0,0 1 15,-4-1-15,-1 5 0,-4 0 0,-7 2 16,1 2-16,-1 0 0,-4 0 0,-6 1 15,1 1-15,-8 1 0,2 1 0,0-4 16,-2 1-16,-9 3 0,4-1 0,0-5 0,10 0 16,3-2-16,-4-1 0,7 1 0,4 0 15,7-5-15,-2 1 0,6 2 16,2-3-16,10 3 0,-1-1 0,-2 1 16,2-1-16,5 1 0,2 2 0,-5 2 15,1-2-15,4 6 0,-7 3 0,-4-1 16,-9 3-16,-9 2 0,-4-2 0,-9 4 15,0-4-15,-11 2 0,0-2 0,-5-4 32,-6-3-32,0-2 0,-2-2 0,-3-1 15,3-1-15,-3-3 0,3 1 16,6-3-16,3 2 0,11-4 0,1 0 16,3 0-16,0-2 0,5 0 0,1 0 15,5-3-15,0 3 0,5 0 0,1-5 16,-1 1-16,1-5 0,-6 2 15</inkml:trace>
  <inkml:trace contextRef="#ctx0" brushRef="#br1" timeOffset="-102049.48">4086 9095 0,'0'0'0,"-3"0"0,3 0 0,0-2 0,0 2 0,0-2 0,0-1 0,0 1 0,3 2 15,3-4-15,-4 4 0,-2-5 0,5 3 16,1 0-16,-3-2 0,1 1 0,0-1 15,-1 0-15,-1-1 0,0 1 16,-2-1-16,0-1 0,0 1 0,-2 1 16,0-3-16,-1 3 0,-1-3 0,0 3 15,-3-1-15,0-1 0,1-5 0,-1 0 16,-4-2-16,0-1 0,2-6 16,-6 5-16,4 2 0,0 0 0,-7 2 31,5 2-31,0 2 0,0 3 0,-1-1 15,1 1-15,-7 4 0,5 2 0,-7 7 16,0 0-16</inkml:trace>
  <inkml:trace contextRef="#ctx0" brushRef="#br1" timeOffset="-101969.87">3664 9016 0,'0'0'0,"-2"2"0,2-2 0,0 0 0,-2 4 0,2 1 0,-9 1 16,5 3-16,-1 2 0,1-2 0</inkml:trace>
  <inkml:trace contextRef="#ctx0" brushRef="#br1" timeOffset="-101731.67">3618 9210 0,'0'0'0,"5"2"0,-3 2 0,-2 1 0,4-1 15,3 5-15,-1 2 0,3 2 16,9 0-16,-5-2 0,0 3 0,3 3 16,4-3-16,-3-8 0,1 1 0,0-7 15,-1 0-15,-4-2 0,9-7 0,1 0 16,1-2-16,-2 0 0,-7 0 0,1 0 16,-1-2-16,-6-3 0,2 1 15,0 2-15,-2-5 0,0 0 0,-3 1 16,1-3-16,-3 4 0,3-1 0,-5 1 15,0 1-15,0 2 0,3-3 16,-5 3-16,0 0 0,0-1 0,-7 6 0,3-1 16,4 0-16,-9 0 0,9-2 15,-2 2-15,0 3 0,-3 1 0,1-1 16,2 1-16,2 1 0,-9 8 16,7-4-16,2-2 0,0-2 0</inkml:trace>
  <inkml:trace contextRef="#ctx0" brushRef="#br1" timeOffset="-100143.65">7375 8756 0,'2'0'0,"1"-3"0,1 1 0,-2-5 0,3 3 0,-5 0 0,2-3 0,2 0 16,-8 1-16,2 1 0,-5 1 15,-2 0-15,-2-1 0,-2 3 0,0 0 16,-7 2-16,7 0 0</inkml:trace>
  <inkml:trace contextRef="#ctx0" brushRef="#br1" timeOffset="-100065.04">6950 9108 0,'0'0'0,"0"0"0</inkml:trace>
  <inkml:trace contextRef="#ctx0" brushRef="#br1" timeOffset="-99924.27">7232 9177 0,'9'0'0,"6"0"0,3 0 0,4 0 16,0 0-16,4-3 0,3 1 15,6 0-15,1-2 0,-1-1 0,-6 1 16,1-1-16,-5 1 0,-3 2 0,-5 0 16,1-3-16,-5 5 0,0-2 0,-4 0 15,0 0-15,-2-1 0,2 1 0,-5 0 16,-2 0-16,3 0 0,-5-1 0,2-1 15</inkml:trace>
  <inkml:trace contextRef="#ctx0" brushRef="#br1" timeOffset="-99606.9">7825 9058 0,'-4'-3'0,"4"1"0,0 2 0,0-2 0,0-2 0,2 4 0,2-5 16,3 1-16,2 2 0,4-3 16,0 5-16,5-2 0,2 0 0,-1 2 0,4-3 15,3 1-15,3 2 0,-1-2 16,-6 0-16,3 2 0,-1-2 0,-2-1 15,2 3-15,-6-2 0,2 0 0,-3 2 16,1-4-16,0 1 0,-3 3 0,0-4 16,-1 4-16,-3-4 0,-2 4 15,-3-3-15,-1 1 0,-5-4 0,0 1 16,0-4-16</inkml:trace>
  <inkml:trace contextRef="#ctx0" brushRef="#br1" timeOffset="-99405.7">7856 8950 0,'0'-3'0,"-4"1"0,4 2 0,4 0 0,0-4 0,5 4 15,4-2-15,3-1 0,4 1 0,2 0 16,0 0-16,0-1 0,9-1 0,-3 2 16,-3-3-16,-1-1 0,-2 1 0,-4-1 15,-1 1-15,-1 1 0,-3 0 16,-2-1-16,-2 1 15,-1 2-15,1-1 0</inkml:trace>
  <inkml:trace contextRef="#ctx0" brushRef="#br1" timeOffset="-99096.8">7311 8731 0,'-2'0'0,"4"0"0,1-2 0,-1 0 15,2 0-15,3-3 0,-7 5 0,4-4 16,-2 2-16,3-1 0,-5-1 0,0 2 16,-7 0-16,3-3 0,-3 3 0,-2-2 15,0 1-15,-6 1 0,0 2 0,-1 0 16,-8 0-16,-3 0 0,10 0 16</inkml:trace>
  <inkml:trace contextRef="#ctx0" brushRef="#br1" timeOffset="-98858.23">6928 9082 0,'4'2'0,"3"0"0,-7-2 0,4 5 0,5-1 0,2 0 0,7 5 16,1-2-16,12 4 0,2 0 0,3-4 15,-1 1-15,2-3 0,3-3 0,0-2 16,-1-2-16,-3 0 0,-8-1 0,1-1 15,-2 0-15,-3-1 0,-4-1 0,-3 1 16,-3 1-16,-6-1 0,1 3 0,-13-2 16,4 1-16,-2 3 0,-3 0 15,12 0-15,-7 0 0,0 0 0,-2 0 16,-3 5-16,5-5 0,0 4 0,5-1 16</inkml:trace>
  <inkml:trace contextRef="#ctx0" brushRef="#br1" timeOffset="-98301.84">7333 9166 0,'-2'2'0,"2"-2"0,0 0 0,-4 0 0,-3 0 0,1 0 0,-1 0 16,-4 0-16,0 0 0,-2 0 0,-3-2 16,-1-1-16,1-1 0,-10 0 0,-1-1 15,3-1-15,0-1 0,-1-2 0,3 0 16,3 3-16,1-3 0,0 0 0,3-2 16,-1 0-16,1 0 0,0 2 0,6-2 15,-2 0-15,0-2 0,6-5 16,5 1-16,0-3 0,5 2 0,-1-4 15,3 2-15,4-2 0,-2 0 0,6 0 16,3-2-16,4 4 0,9-4 0,8 6 16,-4 3-1,1-1-15,-3 5 0,0 0 0,-7 0 0,-1 2 0,-6 3 16,-3 1-16,-1 1 16,1 2-16,-3-1 0,-2 3 0,0 0 15,0 0-15,-2 0 0,-2 0 0,1 3 0,-3-3 0,-3 2 16,2-2-16,-1 2 0,-1 0 0,-2-2 15,-9 5-15,9-3 0,0 0 16,0-2-16,-4 2 0,1-2 0,-1 3 16,-3-1-16,1-2 0,-5 4 0,0-4 15,-3 5-15,-1-1 0,2-2 0,-7 5 16,0-3-16,0 1 0,-4-1 16,2 0-16,-7 5 0,-8 2 0,-1 3 15,5-1-15,0 2 0,2 1 0,5 1 16,-3-1-16,7-3 0</inkml:trace>
  <inkml:trace contextRef="#ctx0" brushRef="#br1" timeOffset="-98159.77">6868 9086 0,'0'5'0,"5"-3"0,-5-2 0,6 6 0,-1 1 16,6-3-16,2 3 0,7-2 0,-5-1 16,5 0-16,-7-1 0,3 1 0,6-2 15,-2-2-15,-3 0 0,1 0 16,-7-2-16,0 0 0,0 0 0,-2 2 15,-1-3-15,1 1 0</inkml:trace>
  <inkml:trace contextRef="#ctx0" brushRef="#br1" timeOffset="-93245.87">9238 8484 0,'0'-2'0,"0"0"0,0 2 0,0-5 0,-2 3 0,2-2 16,-2 2-16,2-1 0,-4-1 0,1 4 16,-3 0-16,-1 2 0,1 3 0,-8 1 15,-1 3-15,-3 2 0,1 0 0,-10 9 16,3 0-16,0 0 0,-1 2 16,3 2-16,-2 0 0,-2 0 0,-5 14 15,2 2-15,7 2 0,7 6 0,1 1 16,3 12-16,5-12 0,3-7 15,3-16-15,3-6 0,8-2 0,0-3 16,2 1-16,2-3 0,1 2 0,6 1 16,2-3-16,5 2 0,-1-6 0,-1 0 15,-1-2-15,-1-3 0,3-4 0,-1-4 16,1-1-16,1-4 0,-5-2 16,1-4-16,-6 2 0,-3-3 0,-5 3 15,-2-2-15,-3 3 0,3-1 0,-4 2 16,-3 0-16,0-2 0,0 4 0,-4 0 15,-2-2-15,-1 2 0,-4-2 0,-6-2 16,2 2-16,-3 2 0,1 1 0,-3 1 16,3 3-16,-3-3 0,0 5 15,-6-3-15,2 3 0,-4 2 0,1 5 16,3 1-16,-4 1 0,4 2 0,2-1 16,0 3-16,-2-2 0,2 2 0,0 2 15,3-1-15,-1 1 0,3 0 16,4 2-16,4-1 0,3 1 0,1 3 15,3-3-15,5 3 0,-1-1 0,5-3 16,0 1-16,0 1 0,4-3 0,-4-2 16,0-2-16,-3-3 0,5 1 15,-6-5-15,1 2 0,1-4 0,4-2 16,-4 2-16,-5 0 0</inkml:trace>
  <inkml:trace contextRef="#ctx0" brushRef="#br1" timeOffset="-83037.45">2320 9016 0,'0'-5'0,"0"-4"0,0-2 0,0 0 0,2 0 0,0 3 0,2-1 16,-1 2-16,-1-2 0,-2 5 0,2-1 16,-2 3-16,0-2 0,-2 6 15,0 2-15,-5 3 0,3 4 16,-5 2-16,0 3 0,2-1 0,-6 3 0,4 2 15,-4 0-15,-5 10 0,3 3 0,4-2 16,0 2-16,2 1 0,2-1 16,1-5-16,4 3 0,4-2 0,4-5 15,-1-2-15,6-4 0,2-1 0,7-3 16,4-3-16,-2-3 0,2-1 0,1 0 16,1-5-16,9-4 0,-1-5 15,1 0-15,-2-1 0,0-1 0,-7-2 16,1 2-16,-5-6 0,0-3 0,-9 0 15,3-2-15</inkml:trace>
  <inkml:trace contextRef="#ctx0" brushRef="#br1" timeOffset="-82719.76">2253 8484 0,'-2'0'0,"0"-2"0,0 0 0,-3 0 16,3-1-16,2 3 0,-2 5 0,2-3 16,0 5-16,0-3 0,0 1 0,2 1 15,0-1-15,5-3 0,2-2 0,-3 0 16,3-2-16,2-3 0,-2-1 16,0-3-16,-3 2 0,6-2 0,-8 3 15,3-1-15,-3-4 0,3-2 0,-5 0 16,2-1-16,-4 3 0,0 0 0,-4 5 31,4-1-31,-2 3 0,-7 1 0,-4 3 16,1 5-16,-3 1 0,-3 3 0,5 0 0,2 2 0,-2 0 0,4 2 15,2 3 1,1-1-16,4 1 0,-1-5 0</inkml:trace>
  <inkml:trace contextRef="#ctx0" brushRef="#br1" timeOffset="-81527.79">11104 8317 0,'0'0'0,"0"-5"0,0 3 0,0 0 0,2 0 16,0 0-16,-2 2 0,4 0 0,-1 0 16,-1 2-16,2 2 0,1 5 0,-1 4 15,1 7-15,-1 2 0,0 16 0,-1 1 16,-1 1-16,-2 0 0,0 1 15,0 1-15,0 0 0,0 20 0,-5 0 16,1 2-16,-3 2 0,1-13 0,-1-9 16,3-11-16,-3 0 0,3-9 0,-3-4 15,0 0-15,1 0 0,-1 0 16,1-1-16,1-1 0,1-5 0,2-2 16,2 0-16,-5 3 0,3-6 0,2-1 15,0-7-15,0 0 0,2 0 0,3-4 16,-3-3-16,4-2 0,-1 5 15,-1-7-15,5 0 0,2-7 0,0-2 0,5 0 16,-3-2-16,4-2 16,1 0-16,0 0 0,-1 2 0,8-9 0,-1 6 15,0 6-15,-4-1 0,0 4 0,0 3 16,-5 2-16,0-2 0,-1 6 16,-1 3-16,-2-1 0,0 5 0,-2 5 15,0-3-15,-3 7 0,1 2 0,-1 4 16,-1 1-16,-3-1 0,0 1 0,-2-3 15,0 0-15,0 0 0,0 1 0,2-1 16,3-4-16,-3 2 0,3 2 16,1-2-16,1 0 0,4 0 0,0 2 15,0-4-15,4 0 0,-4-3 16,2 1-16,3-5 0,-3 3 0,3-5 0,-3 2 16,0-4-16,0-1 0,-2 1 15,3-2-15,1-1 0,-2-1 0,0-1 16,3 1-16,-3-3 0,3 2 0,-1 0 15,3 1-15,-3-1 0,0 1 0,1-1 16,-3 3-16,0-1 0</inkml:trace>
  <inkml:trace contextRef="#ctx0" brushRef="#br1" timeOffset="-81305.32">12047 9036 0,'0'4'0,"0"-4"0,0 0 0,3 0 0,3 0 0,5-2 15,2 0-15,1-1 0,3 1 16,3 0-16,4 0 0,5-3 0,-2 5 16,-1-4-16,-2 2 0,0 2 0,-1-5 15,-4 5-15,-1-4 0,0-1 0,-5 1 16,-2 2-16,0-3 0,-2 1 16,0 0-16,-5 1 0,3 1 0,-5-2 15,0 4-15,-6-5 0,4 1 0,-3 0 16,3-3-16</inkml:trace>
  <inkml:trace contextRef="#ctx0" brushRef="#br1" timeOffset="-81115.24">11988 8888 0,'-2'2'0,"4"-2"0,-2 0 0,0-4 0,4-1 16,3 1-16,-3-3 0,5 1 0,2-1 15,-2 3-15,6-3 0,1 2 0,1 1 16,10 0-16,2-1 0,1 3 15,1-2-15,0-1 0,0 1 0,-2 2 16,-5-5-16,2 3 0,-4-1 0,-2-1 16,-4 1-16,-5 1 0,0 2 15,-5-3-15,-1 5 0,-3-2 0,-2 0 16,-2 2-16</inkml:trace>
  <inkml:trace contextRef="#ctx0" brushRef="#br1" timeOffset="-79480.56">12991 8681 0,'0'-3'0,"0"-1"0,0-3 0,0 1 0,0 1 0,0-1 15,2-3-15,0 2 0,-2-2 0,0 3 16,-2 1-16,0-1 0,0-1 15,0 1-15,-3-3 0,1 2 0,-3 0 16,3 1-16,-5 4 0,0-3 0,-2 3 16,0 2-16,2 0 0,-4 4 0,0 3 15,0 4-15,-3 0 0,3 0 16,0 2-16,-3 5 0,1 0 0,2-3 16,-1 1-16</inkml:trace>
  <inkml:trace contextRef="#ctx0" brushRef="#br1" timeOffset="-79259.04">12804 8833 0,'2'0'0,"2"4"0,1 0 0,3 3 0,3-2 0,-2 1 15,7-1-15,-3-1 0,0-2 0,0 0 16,3-4-16,-1 0 0,3-5 0,2-4 16,0-2-16,-3-2 0,-1-1 15,-3-1-15,0-1 0,-4-2 0,-5 2 16,1 1-16,-3 4 0,-4-3 0,-3 3 16,-1 2-16,-1 0 0,-4 2 15,7 5-15,-3-3 0,-2 3 0,3 1 16,-1-1-16,-4 2 0,7 0 0,-5-1 15,2 3-15,3-4 0,-3 4 0,3 0 16,-1 2-16,1 0 0,0 3 0,4-1 16,0 3-16,4-1 15,-2 1-15</inkml:trace>
  <inkml:trace contextRef="#ctx0" brushRef="#br1" timeOffset="-79052.57">13223 8709 0,'0'-2'0,"0"2"0,0 0 0,2 0 0,-2-2 16,0 4-16,2-2 0,-2 0 0,0 2 16,2 0-16,0 3 0,1-3 15,-1 2-15,0 1 0,2-1 0,-1 1 0,-1-1 16,-2-2-16,0 3 0,2-5 16,-2 2-16,2 0 0,-2-2 0,0 0 15,0-2-15,2 0 0,-2 2 0,3 0 16,-1-3-16,0 3 0</inkml:trace>
  <inkml:trace contextRef="#ctx0" brushRef="#br1" timeOffset="-78576.63">13430 8531 0,'0'-3'0,"0"-3"0,0 6 0,-2-9 0,2 2 0,0-1 15,2-1-15,-2 4 0,2-4 0,2 3 16,3 1-16,2 1 0,0 0 15,4-1-15,-2 3 0,2-2 0,-2 4 16,2-3-16,-2 1 0,3 2 0,-3 2 16,0 1-16,-2-3 0,2 4 15,-3-2-15,-3 3 0,1-1 0,-1 3 16,-1 1-16,-4-1 0,0 2 0,0 4 31,-4-2-31,-1 2 0,1 1 0,-3 1 16,1-2-16,-1-2 0,1-2 0,-1 2 15,3-2-15,-1 2 0,3-4 0,2-1 16,2 1-16,3 2 0,-1-5 0,3 3 16,1 2-16,3-5 0,-2 3 15,7-1-15,1 1 0,-1-1 0,-1 1 16,3 4-16,-3-2 0,-2 0 0,1 2 16,-3 2-16,-2 0 0,-3-2 0,-1 5 15,-3-3-15,-4-2 0,-3 2 16,-1-2-16,-3 2 0,0-2 0,-4-2 15,2-2-15,-3-1 0,-1 1 0,4-3 16,-5-1-16,1 1 0,0-4 0,1 2 16,3-2-16,-2 0 0,4 0 0,1-2 15,1 2-15,0-2 0,1-3 0,1 3 16,1 0-16,-1-2 0,5 1 16,-2 1-16,2-2 0,2-1 0,1 1 15,-1-3-15,-2 3 0,-2 0 16</inkml:trace>
  <inkml:trace contextRef="#ctx0" brushRef="#br1" timeOffset="-78324.3">14146 8689 0,'-2'-2'0,"2"0"0,0 0 0,2 2 0,-2-2 0,0 2 16,3 0-16,-3 0 0,2 0 0,-4 2 15,-1 0-15,1 2 0,-2 3 0,-3 0 16,-2 4-16,3-3 0,-5 3 16,2 3-16,0 1 0,-2-4 0,4 5 15,-1-3-15,3 0 0,-1 0 0,-1-2 16,0 5-16,3-3 0,-3 0 0,3-2 16,0-2-16,-1-2 0,-2-1 0,1-1 15,-1-3-15,-2-2 16</inkml:trace>
  <inkml:trace contextRef="#ctx0" brushRef="#br1" timeOffset="-78134.26">13957 8714 0,'0'-3'0,"0"3"0,2 0 16,-2 0-16,2 0 0,3 0 0,-1 3 16,0 1-16,3 0 0,-3 5 0,5 0 15,-2 2-15,2 0 0,0 2 0,-1 1 16,-1-1-16,4 2 0,-2-2 0,-3 1 15,3-3-15,-4 0 0,3 0 16,-1-2-16,-3-1 0,-1-1 0,1-3 16,-2-1-16</inkml:trace>
  <inkml:trace contextRef="#ctx0" brushRef="#br1" timeOffset="-77754.4">14433 8341 0,'0'0'0,"-2"-2"0,0 2 0,2 2 0,-5 0 0,3 5 15,0 2-15,0 4 0,-3 4 0,-1 6 16,-3 10-16,4 2 0,-1 2 0,1-1 16,3-3-16,2 0 0,2-2 15,1 0-15,3-1 0,1-1 0,4-2 16,0-1-16,6 3 0,3-7 0,0-2 15,0-5-15,0-4 0,0-4 0,-1-1 16,-1-6-16,0-4 0,-3 2 0,-2-5 16,1 0-16,-3-4 0,-2-2 0,-1-2 15,-3 1-15,-3-3 0,-2-1 16,0-2-16,-4 5 0,-3-1 0,-2 3 16,-4 0-16,-3 4 0,1 3 0,-3-1 15,-1 3-15,-4 1 0,4 3 0,-1 0 16,0 3-16,9-1 0,0 0 0,0 0 31,2 3-31,2 1 0,1 1 0,1-1 16,5 3-16,0 0 0,3-2 0,1 2 0,0-3 0</inkml:trace>
  <inkml:trace contextRef="#ctx0" brushRef="#br1" timeOffset="-77549.11">14894 8857 0,'2'-2'0,"0"0"0,-2 2 0,5-5 0,1 1 16,5 4-16,-2-5 0,7 1 0,-1 2 16,3-1-16,1-1 0,10 0 15,-2-1-15,-3 3 0,-2-2 0,0-1 16,-4 1-16,-3-1 0,-2 1 0,0 0 16,-4-3-16,2 3 0,-6-3 0,-3 3 15,0-3-15,-4 3 0,0-1 0,2 1 31,0-1-31,0-1 0</inkml:trace>
  <inkml:trace contextRef="#ctx0" brushRef="#br1" timeOffset="-77374.41">14848 8689 0,'0'0'0,"2"0"0,-2 0 0,6-2 15,-1 0-15,4 0 0,2 0 0,0-1 16,2 1-16,2 0 0,5 2 0,-4 0 15,3 0-15,-1-2 0,2 2 0,-5-2 16,7 2-16,-4-3 0,-5 1 0,-2 2 16,-2 0-16,2 0 0,-4-2 15,2 2-15</inkml:trace>
  <inkml:trace contextRef="#ctx0" brushRef="#br1" timeOffset="-76798.25">15419 8610 0,'0'-2'0,"-3"2"0,3-5 0,-2 3 16,0 2-16,0-2 0,0 0 0,-1 0 15,1-1-15,0-1 0,2 0 0</inkml:trace>
  <inkml:trace contextRef="#ctx0" brushRef="#br1" timeOffset="-76567.95">15454 8394 0,'0'0'0,"0"0"0,0 0 0,0-2 16,-2-1-16,2 3 0,0 0 0,0 0 15,0 3-15,2 1 0,0 3 0,-2 4 16,2 2-16,0 2 0,1 5 0,1-2 15,3 13-15,-1-3 0,3-3 16,-2-1-16,-1-2 0,1-2 0,-3-3 0,3 1 16,0-5-16,-1 1 0,-1-1 0,-1 0 15,0-2-15,-1 0 0,1-2 16,-2 0-16,1 0 0,-1-3 0,0 1 16,0-3-16,0 1 0,1-3 15,-3 0-15,0 0 0,4 3 0</inkml:trace>
  <inkml:trace contextRef="#ctx0" brushRef="#br1" timeOffset="-76370.19">15811 8650 0,'0'-3'0,"-2"1"0,2 2 0,0-2 15,0 0-15,-2 2 0,2 0 0,2 0 16,-2 0-16,2 2 0,2 0 0,-1-2 15,-1 0-15,2 0 0,-2 0 16,1 2-16,1-2 0,-4 0 0,5 0 16,-3-2-16,2 2 0,-2-2 0,1 0 15,-3 0-15,0-1 0</inkml:trace>
  <inkml:trace contextRef="#ctx0" brushRef="#br1" timeOffset="-75750.57">16358 8332 0,'0'0'0,"2"-4"0,-2 4 0,0-5 0,0 1 0,0-3 16,0 3-16,0-3 0,0 1 0,-2-1 15,0 3-15,-3-3 0,-1 3 16,-3-1-16,-2 1 0,-2 2 0,-1-1 15,-3 1-15,-1 2 0,-8 2 0,-3 3 16,0-1-16,3 1 0,-1 1 0,5 3 16,0-2-16,5 2 0,3 2 0,3 0 15,3 4-15,3-2 0,5 5 0,5-1 16,1 3-16,7 0 0,7 0 16,0 2-16,7-2 0,-1 0 0,0-3 15,3-1-15,0 1 0,-1-1 0,-1-1 16,-1 1-16,-1-5 0,-3 2 0,-2 2 15,-1-4-15,-3 3 0,-1-3 0,-4 0 16,-4 0-16,-1-2 0,-1-1 0,-5 1 31,0 0-31,-7 0 0,3 0 0,-5 0 0,-2-1 0,0-1 0,-2 2 16,-3-3-16,3-1 16,-2-1-16,-1-2 0,1 1 0,-3-6 0,1 1 15,-1-2-15,0-5 0,1 2 0,3-1 0,3 1 16,0-2-16,2 3 0,1-6 0,1 1 15,3 3-15,-1-6 0,5 1 16,2 0-16,3 0 0,1-5 16,1 0-16,6 1 0,1-3 0,1 2 0,0-4 15,3 5-15,2-10 0,-2 5 0,-1 2 16,-1 0-16,-3 5 0,0-3 0,-2 3 31,-2 2-31,-2 2 0,-1 0 16,-1 2-16,-3 0 0,2 2 0,-4 1 15,2 1-15,-2 1 0,0 0 0,0 1 16,-2 1-16,0 0 0,-5 2 16,3-2-16,-3 2 0,1-2 0,-1-1 15</inkml:trace>
  <inkml:trace contextRef="#ctx0" brushRef="#br1" timeOffset="-59833.59">2558 10420 0,'2'-4'0,"-2"-1"0,6-1 0,-6 1 0,0-1 0,0-1 16,3 3-16,-3 1 0,2-1 0</inkml:trace>
  <inkml:trace contextRef="#ctx0" brushRef="#br1" timeOffset="-59770.27">2522 10740 0,'0'6'0,"3"3"0,-3-9 0,0 14 16</inkml:trace>
  <inkml:trace contextRef="#ctx0" brushRef="#br1" timeOffset="-59738.89">2520 11086 0,'0'4'0,"0"3"0,0-7 0,0 9 0</inkml:trace>
  <inkml:trace contextRef="#ctx0" brushRef="#br1" timeOffset="-59612.78">2531 11187 0,'0'-2'0,"5"-2"0,-1 2 0</inkml:trace>
  <inkml:trace contextRef="#ctx0" brushRef="#br1" timeOffset="-59485.5">2822 10797 0,'0'-2'0,"0"-2"0,0 4 0,2-7 0,-2 0 0,7-1 0,0-1 0,-5 0 31,7 0-31,-5 0 0,3 0 0,4 1 16</inkml:trace>
  <inkml:trace contextRef="#ctx0" brushRef="#br1" timeOffset="-59453.79">2884 10709 0,'0'2'0,"-2"-2"0,-3 2 15,3 1-15,0-3 0</inkml:trace>
  <inkml:trace contextRef="#ctx0" brushRef="#br1" timeOffset="-59390.52">2818 10735 0,'-2'0'0,"2"0"0,0 0 0,0 3 0,0-1 16,0-2-16,0 4 0,0-2 16,0 3-16</inkml:trace>
  <inkml:trace contextRef="#ctx0" brushRef="#br1" timeOffset="-57746.49">2542 10599 0,'0'-2'0,"2"-1"0,-2 3 0,0 0 0,0 0 16,-2 3-16,2-3 0,0 2 0,0 0 16,0 0-16,0 0 0,0-2 0,0 3 15,0-1-15,-2-2 0,2 2 0,0 0 16,0-2-16,0 0 0,0 0 16,0 0-16,0 0 0,0-2 15,0 0-15,0-5 0,2-2 0,-2 1 16,0-6-16,0-1 0,-2-1 0,2-3 0,-4-3 15,4-3-15,-5-6 0,5 1 16,-2 1-16,-2 5 0,-1-1 0,5 10 16,-2 0-16,-5 3 0,7 1 0,-2 7 15,0 0-15,2 1 0,0 1 0,0 7 16,-2-1-16,-3 3 0,5 6 0,-4 0 16,4 7-16,0 4 0,-2 3 0,2 4 15,-7 4-15,5 11 0,0 0 0,-5 1 16,3-1-16,1 0 0,-3-2 0,4 1 15,2-4-15,0 6 0,0-5 0,0-12 16,0-1-16,0-9 0,0-7 16,2-2-16,-2-2 0,0-2 0,0-3 15,0-4-15,0-4 0,2-1 0,-2-4 16,4 1 0,-4-6-16,0-3 0,0-7 0,0-5 0,3-4 0,-3-5 15,0 1-15,2-3 0,0-13 0,-2 5 16,-2 1-16,0 3 0,2 5 0,-7 3 15,3 3-15,1 2 16,-3 7-16,4 4 0,-5 5 0,3 2 0,1 4 0,3 4 31,-2 3-31,2 2 0,0 5 0,0 3 0,0 8 0,2-3 0,-2 5 16,5 6-16,-3 2 0,2 3 16,-1 4-16,-3 5 0,2-1 0,4 16 15,-3-2 1,5-3-16,-5-4 0,-1-2 15,0-2-15,5-5 0,-5-4 0,-2-4 16,0-3-16,0-4 0,0-3 0,0-6 16,0 0-16,0-6 0,-2-3 0,2-4 15,0-3-15,0-6 0,0 3 0,0-8 16,0-4-16,0-8 0,0-6 0,-5-10 16,5-2-16,0-20 0,-2 0 0,2 6 15,0 5-15,-2 9 0,0 4 0,2 7 16,0 6-16,0 9 0,0 3 15,0 3-15,-3 8 0,3 1 0,0 3 16,0 6-16,0 3 0,0 2 0,0 2 16,0 7-16,0 6 0,-6 5 15,4 6-15,-1 2 0,-3 5 0,4 18 16,-5-3-16,3-2 0,1-4 0,1 0 16,-4-5-16,3-2 0,1 7 0,-2-7 15,4-5-15,0-8 0,0-4 0,0-7 16,0-7-16,4-2 0,-2-2 0,-2-5 15,0 1-15,0-5 0,0-3 0,3-1 16,-3-3-16,6 3 0,-4-9 16,-2 4-16,5-4 0,4 2 0,-7-3 15,4 1-15,-3 4 0</inkml:trace>
  <inkml:trace contextRef="#ctx0" brushRef="#br1" timeOffset="-57190.71">2908 10654 0,'0'0'0,"0"0"0,0 0 0,5-2 16,-1-1-16,-2 1 0,3-2 0,1 4 16,-4-2-16,1-1 0,-1 3 0,2 0 15,-4 3-15,-6-1 0,3 2 16,-5 1-16,3 1 0,-6-1 0,-2 4 15,0 2-15,-5-3 16,3 3-16,-3-2 0,0 4 0,-8 3 16,-5-1-16,-2 1 0,-2-1 0,-1-2 0,-1 1 0,-12-1 15,8-2-15,10 0 0,2-2 0,7-7 16,9 0-16,0 0 16,4-2-16,2-2 0,0 2 0,5-2 0,11 0 15,-16 0-15,5-1 0,2 3 0,2-2 16,3-2-16,-3 4 0,0-2 15,7-1-15,-4 1 0,6 0 0,2 2 16,4 0-16,-3 0 0,8 4 0,-5-1 16,5 3-16,0 1 0,0-3 0,3 5 15,-1-2-15,-2 1 0,2 3 0,-2 0 16,3 3-16,-1-1 0,-7 2 0,3-1 16,0 1-16,-7-2 0,3-2 0,-5 5 15,2-5-15,-2 2 16,0 0-16,-2-2 0,2 0 0,-7 0 0,5-2 0,-4-2 15,-1-1-15,-2 1 0,-2-3 16,2-1 0,-4-6-16,2 1 0,-2 2 0,2 0 0,0 0 0,0 0 15,0 0-15,2 0 0,-2 0 0,0 0 16,0 0-16,0-2 0,0 0 0,0-3 16,0-1-16,0 1 0,0 1 0,2-3 15,1 1-15,3-1 0</inkml:trace>
  <inkml:trace contextRef="#ctx0" brushRef="#br1" timeOffset="-56888.11">3290 10934 0,'0'-2'0,"0"2"0,0 0 0,4-3 0,-4 3 0,4 0 16,3-2-16,-5 2 0,9-2 0,0 2 16,3-2-16,-1 0 0,7-1 0,-5-1 15,9 0-15,1-3 0,-1 0 0,-4 3 16,2 0-16,0-3 0,-7 5 0,7-3 16,-9 1-16,3 2 0,-3-3 15,3 5-15,-5-4 0,-3 2 0,-1 2 16,2-2-16,-5 2 0,3-3 0,-5 3 15,-2 0-15,0 0 0,-2 0 0,-5-2 16,5 0-16,-5 0 0,1 0 16,-3-3-16,-2 1 0,9-3 0,-5 0 15</inkml:trace>
  <inkml:trace contextRef="#ctx0" brushRef="#br1" timeOffset="-56713.59">3294 10771 0,'0'0'0,"0"-2"0,0 2 0,0-3 16,2 1-16,0 2 0,5-2 0,0 0 15,4 2-15,2-5 0,7 5 0,0-4 16,6-1-16,3 1 16,-3 0-16,1-1 0,-5 1 0,2-3 0,-2 3 15,-2-3-15,-2 1 0,-3-1 16,3 3-16,-7-3 0,2 3 0,-7-1 16,3 1-16,-2-1 0,-5 1 0,3 2 15,1 0-15,-1-1 0</inkml:trace>
  <inkml:trace contextRef="#ctx0" brushRef="#br1" timeOffset="-56331.6">4121 10469 0,'0'-3'0,"0"3"0,-2 0 0,4 0 0,0 0 0,3 3 15,-3-1-15,2 7 0,3 0 0,-3 2 16,5 2-16,-5 4 0,3 1 0,-3 2 15,3 6-15,-5 3 0,3 0 0,-5 2 16,4-1-16,-8-1 0,4-5 16,-3 1-16,1-1 0,0-4 0,2 0 15,-4-3-15,1-1 0,1-8 0,2 3 16,2-4-16,1-3 0,1-4 0,0-2 16,5-7-16,-4 1 0,1-3 0,-4 8 15</inkml:trace>
  <inkml:trace contextRef="#ctx0" brushRef="#br1" timeOffset="-55728.93">4754 10334 0,'0'0'0,"4"-4"0,-4 4 0,4-2 0,1-3 0,-1 1 0,1-1 16,-3 3-16,-2 0 0,0 2 0,-2 0 15,-7 0-15,-2 4 0,-2 1 0,-1-1 16,-3 3-16,-1-3 0,-2 3 0,-6 2 16,-7-1-16,6 1 0,3-2 0,-5-3 15,5 3-15,2 0 0,4-3 16,5-2-16,0 3 0,4-1 0,0 0 16,5 1-16,0-1 0,4 1 0,0 1 15,4 1-15,-4 2 0,4-1 16,-4 1-16,3 2 0,1 3 0,-2-1 15,-2-2-15,0 0 0,0 0 0,0 2 16,-2-4-16,-2 4 0,-1-2 0,3 0 16,-2-2-16,1 2 0,1-2 0,0-5 15,2 3-15,2-5 0,0 2 0,1-1 16,3-3-16,5 0 0,-2-3 16,4-1-16,3 0 0,4-1 0,-5-1 0,7 1 15,0-1-15,0-1 0,2 3 16,3-5-16,-1 2 0,3 3 0,-9-1 15,6 3-15,-8 2 0,2 0 0,-7 2 16,2 1-16,-4 1 0,0 3 16,-4-1-16,-3 3 0,3 0 0,-5 2 15,-4 0-15,-2 2 0,-1 3 0,-1-1 16,-5 3-16,4-1 0,-6 1 0,2-1 16,0 3-16,-3 0 0,-3-2 0,1-1 15,-3 1-15,1-2 0,-4-1 0,2-2 16,-2 0-16,4-2 0,-4-4 0,2 0 15,5-3-15,2-2 0,0 0 16,2-2-16,2 0 0,0-2 0,4 2 16,3-4-16,-2-1 15,2 1-15,-1 2 0,3-3 0,-2-1 0,2-3 16,0 5-16,0-5 0</inkml:trace>
  <inkml:trace contextRef="#ctx0" brushRef="#br1" timeOffset="-52091.19">7408 10246 0,'0'-2'0,"-4"-5"0,4 7 0,0-6 0,0-1 0,0 0 0,0 1 0,0 1 32,4-1-32,-4-1 0,7 0 0,-3 1 15,5 1-15,7-1 0,-1 1 0,5 3 16,4 2-16,5 2 0,4 3 0,0 1 15,0 1-15,0 4 0,2 2 16,1 3-16,-3 1 0,6 14 0,-8 2 16,-2 5-16,-3 1 0,-1 1 0,-3 0 15,-5 11-15,-1-12 0,-5-1 0,2-10 16,-9-1-16,5 2 0,-4 1 0,-3 8 16,4 2-16,-1 1 0,2-5 15,-3-3-15,3-2 0,-1-7 0,1-4 0,2-3 16,-3-1-16,1-3 0,-1 0 15,1-2-15,2-2 0,-5-2 0,3-1 16,-5 1-16,0-5 0,1 3 16,-1-5-16,0 0 0,0-3 0,0-1 15,1 0-15,-1-3 0,2 0 0,-4 1 16,0-3-16,0 5 0,0-1 0,-6-4 16,1 3-16,-4-3 0,-2-2 0,0 2 15</inkml:trace>
  <inkml:trace contextRef="#ctx0" brushRef="#br1" timeOffset="-51790.05">7909 10623 0,'2'0'0,"-2"0"0,0 0 0,0 0 16,0-2-16,0 2 0,0 0 0,0-2 16,0 4-16,-2 0 0,0 0 15,2 0-15,-5 5 0,-1 0 0,1-1 16,-1 5-16,-3 3 0,0 1 0,-2 5 15,0 0-15,-2 8 0,-5 1 0,5 0 16,0-1-16,-3 1 0,5-3 0,-7-1 16,3-3-16,2 0 0,2-2 0,0-3 15,0 3-15,2-4 0,0-1 0,0-2 16,9 0-16,-6-4 0,1 2 16,5-4-16,-4-1 0,4 1 0,0-5 15,4-6-15,-2-1 0,-2 10 16,0-3-16,3-4 0,3-3 0,-1 3 15,1-2-15,3 2 0,-2 2 0,2-3 16</inkml:trace>
  <inkml:trace contextRef="#ctx0" brushRef="#br1" timeOffset="-51503.26">8553 11004 0,'0'-2'0,"2"0"0,-2 2 0,4-2 0,3-3 0,2 3 0,2 0 16,2-2-16,2 1 0,1 3 16,1-2-16,3 0 0,0 0 0,7 0 15,-1-1-15,1 1 0,1-2 0,-1 2 16,-3-3-16,0 5 0,0-4 0,1 2 16,-3-1-16,0 3 0,-2 0 0,-1 0 31,1 0-31,-4 0 0,1-2 0,-3 2 0,-1 0 15,-4 0-15,-5 2 0,3-2 0,-7 0 0,0 0 0,0 0 16,-9 0 0,2-2-16,1 0 0,-1 2 0,0-4 0</inkml:trace>
  <inkml:trace contextRef="#ctx0" brushRef="#br1" timeOffset="-51271.31">8526 10835 0,'-2'-3'0,"0"-1"0,2 2 0,2 0 0,2-3 0,5 1 0,-4 2 15,6-3-15,2 3 0,7 0 0,-3-3 16,19 1-16,-3-3 0,2 3 16,-2 0-16,0-1 0,0 1 0,-6-3 15,-1 3-15,1-1 0,-3 1 16,-4-1-16,0-1 0,-5 1 0,0 3 0,1 0 15,-5-2-15,0 4 0,-2 0 16,-5 0-16,3 0 0,-1 2 0,-1 0 16,4 0-16</inkml:trace>
  <inkml:trace contextRef="#ctx0" brushRef="#br1" timeOffset="-39241.67">9721 10687 0,'0'-4'0,"-4"1"0,4 3 0,-2-6 16,-3-3-16,5 0 0,-4 0 0,4-2 15,0 2-15,-2-2 0,-1-4 0,1 0 16,0-3-16,2-2 0,0-2 16,0-7-16,0-4 0,0 5 0,0-1 15,-2 5-15,2-1 0,0 3 0,-2 3 16,2 3-16,-3 5 0,3 0 0,-2 2 15,0 5-15,0 4 16,-3 0-16,-3 6 0,-1 5 0,0-2 0,-2 7 16,-5 1-16,-1 8 0,-1 3 0,-4 16 15,-2-2-15,4-2 0,5 0 16,4-3-16,2 3 0,7 2 0,6 4 0,7 0 16,11 16-16,2-13 15,5-14-15,0-4 0,1-7 0,1-4 0,-2-3 16,-7-1-16,0-7 0,0 2 0,-4-7 15,-1 1-15,-1-1 0,-1-4 0,1-2 16,-3 2-16,-2-2 0,-2-1 0,0-3 16,-3 1-16,-1-1 0,-3-5 15,0 0-15,0 0 0,0-3 0</inkml:trace>
  <inkml:trace contextRef="#ctx0" brushRef="#br1" timeOffset="-38844.93">9862 10480 0,'0'-5'0,"-2"1"0,2 4 0,-2-9 0,2 0 0,0-2 16,4 0-16,3 2 0,2-4 0,4 2 16,2 0-16,1 2 0,4-2 0,11 2 15,-5 3-15,5 1 0,-5 3 16,3 2-16,-3 0 0,-1 5 0,-1 1 15,0 3 1,-2 2-16,-2 5 0,-4-1 0,-3 9 0,-4 0 0,-7 1 16,-7 3-16,-3 1 0,-8 0 0,-4-1 15,-4 1-15,-7 6 0,3-2 0,3-2 16,5-2-16,5-5 0,2-2 0,2-2 16,6-2-16,5-5 0,0-2 0,5 0 15,-1-2-15,7-3 0,5 1 0,1-3 16,5 3-16,7-3 0,4 1 15,0-1-15,13-6 0,-1 2 0,-6-4 16,-1-3-16,-7-4 0,-3 2 0,-6 0 16,-2-2-16,-7 5 0,-4-1 0,0 1 31,-2-1-31,-1 0 0,-4 1 16,-2-3-16,3 2 0,-3 1 0</inkml:trace>
  <inkml:trace contextRef="#ctx0" brushRef="#br1" timeOffset="-38400.92">10859 10374 0,'-2'0'0,"0"0"0,-5-5 0,0 1 0,-4-3 16,-2 3-16,-5-3 0,-4 3 0,-13 2 15,-2 0-15,1 2 0,1 2 0,2 2 16,4 3-16,1-1 0,6 3 15,2 0-15,7 2 0,4-2 0,2 2 16,9 2-16,5 0 0,6 5 0,7 0 16,6 2-16,5 2 0,2-3 0,3 1 15,3 0-15,-3 0 0,-1 2 0,-2 0 16,0 2-16,0 3 0,2 4 0,-6-1 16,-9-1-16,-7-2 0,-4-3 15,-5 0-15,-4-4 0,-6-2 0,-7-5 16,-5 2-16,-4-6 0,-7-2 0,-2-3 15,-2-4-15,-2 2 0,0-4 0,4 0 16,0-5-16,4-4 0,8-2 16,5 2-16,3-2 0,7-5 0,4-2 15,7-4-15,6-2 0,4-7 0,6-5 16,5 3-16,3-3 0,2-1 0,-2 10 16,-7 0-16,-4 7 0,-4 0 0,1 2 15,-6 0-15,0 5 0,-2 0 0,-5 1 16,-1 6-16,-1-1 0,-2 0 15,0 0-15,-2 0 0,-3 3 0,3-3 16,-2-2-16</inkml:trace>
  <inkml:trace contextRef="#ctx0" brushRef="#br1" timeOffset="-38164.16">11035 10261 0,'3'0'0,"1"5"0,-4-5 0,9 4 0,4 5 0,0 4 0,7 5 15,4 8-15,1 7 0,-3 1 16,0 1-16,0 2 0,-5 1 0,3 10 16,-7-1-16,-4-3 0,0-2 15,-7 2-15,-2 0 0,-4-5 0,-7-1 16,-2-7-16,-5-3 0,-2-3 0,-2-8 0,0-1 16,-2-1-16,2-2 0,0-2 15,0-2-15,2-4 0,0-1 0,2 1 16,3-3-16,-1 0 0,3-2 0,2 2 15,-2 0-15,2 1 0</inkml:trace>
  <inkml:trace contextRef="#ctx0" brushRef="#br1" timeOffset="-37876.11">11527 10272 0,'0'0'0,"2"0"0,-2 0 0,0-2 0,2 0 0,-4 2 0,0 2 0,0 0 16,-5 3-16,-4 6 0,0 2 0,-4 9 16,-7 9-16,2 7 0,0 1 0,5-1 15,-3 4-15,5-5 0,-3 14 16,7-1-16,7 1 0,4-2 16,9-1-16,9 5 0,9-11 0,-5-7 0,5-8 15,-3-5-15,3 0 0,2-5 0,2-3 16,-9-1-16,3-2 0,-5 0 0,-5-2 15,-1-5-15,-5-2 16,0-2-16,-2 0 0,2-2 0,-3 2 0,4-4 16,1 2-16,0-1 0</inkml:trace>
  <inkml:trace contextRef="#ctx0" brushRef="#br1" timeOffset="-37527.55">11743 10400 0,'2'-2'0,"1"4"0,-3-2 0,2 5 16,0-1-16,5 9 0,-1 1 0,1 3 15,-3 5-15,7 5 0,-4 4 0,-1-3 16,-1-1-16,-1 4 0,3 2 16,-3 2-16,3 2 0,-1-3 0,1 1 15,-2-4-15,1-5 0,1-2 0,-3-4 16,-2-4-16,3-3 0,-3-2 0,-2-2 15,0-5-15,0-2 0,-2-4 16,2 2-16,0-4 0</inkml:trace>
  <inkml:trace contextRef="#ctx0" brushRef="#br1" timeOffset="-37116.28">12072 10535 0,'0'0'0,"0"-2"0,0 2 0,2-7 0,0-4 16,2 2-16,3-2 0,-3-2 0,3 0 16,-3 2-16,5-3 0,-4 3 0,4 3 15,-1 1-15,-1 3 0,4 1 0,-2 1 16,2 4-16,-2 1 0,4 1 0,-2-2 16,4 5-16,1 4 0,-5 0 15,2 9-15,-4 2 0,-5-7 0,1 1 16,-5 1-16,-5 3 0,1-2 15,-5 2-15,-4 6 0,2-2 0,-5 5 0,1 0 16,2-1-16,2-3 0,2-1 16,0 0-16,5-2 0,1-2 0,8-2 15,-1-1-15,7-1 0,0-5 16,7 2-16,2-4 0,0-3 0,8-1 0,-1 1 16,10-3-16,-4-1 0,-2 0 0,-4-2 15,-1 2-15,-4-2 0,-2 0 16,-7 0-16,0 0 0,-2 0 0,-4 0 0,2 0 15,-5-2-15,-2 0 0,3 0 16,-5-3 0,0 1-16,4-5 0,1 2 0,4-4 0</inkml:trace>
  <inkml:trace contextRef="#ctx0" brushRef="#br1" timeOffset="-36877.68">12583 10306 0,'0'0'0,"0"0"0,0 0 0,2 2 0,3-2 0,1 4 0,1 3 0,4 2 0,0-1 15,0 6-15,2 3 0,1 8 0,3 10 16,-1 2-16,-1 3 0,-4-3 0,2 1 16,-2 4-16,-2 13 0,-4 0 0,-5 0 15,0-4-15,-9-7 0,0-11 0,-2-4 31,-5-7-31,-3 0 0,1-7 0,3-2 0,-3-1 0,2-6 16,5-1-16,-4-1 0,2-2 0,2 3 16,0-3-16,6-2 0,1 0 0,2-2 0,2-1 15</inkml:trace>
  <inkml:trace contextRef="#ctx0" brushRef="#br1" timeOffset="-36657.02">13194 10857 0,'-2'2'0,"4"-2"0,5 0 0,1-2 0,6 2 0,-1-2 16,0-1-16,2 1 0,1-2 0,4 2 16,-3-1-16,-3 3 0,-6 0 0,8-2 15,-1 0-15,1-5 0,-3 1 16,2-3-16,1 0 0,-3 2 0,-2 1 15,0-3-15,-2 0 0,0-2 0,-5 2 16,-2-2-16,1 2 0,-3 1 0</inkml:trace>
  <inkml:trace contextRef="#ctx0" brushRef="#br1" timeOffset="-36451.21">13128 10603 0,'0'0'0,"2"0"0,5 0 0,1 0 0,8-2 0,1 2 15,-1-2-15,2 4 0,-3 0 0,0-2 16,1 0-16,-3 0 0,2 0 16,1 0-16,-5 0 0,2-2 0,0 0 15,-2 2-15,5-7 0,-3 3 0,-2-1 16,-2-1-16,2 1 0,-7 1 0,1-3 16,-1 3-16,-4-1 0,5-1 15,-3-1-15,2-4 0</inkml:trace>
  <inkml:trace contextRef="#ctx0" brushRef="#br1" timeOffset="-34822.96">13690 10180 0,'2'2'0,"-4"-2"0,0 0 0,-3 0 0,1 2 0,0-2 15,-1 0-15,5 0 0,-2-2 16,2 2-16,2 0 0,7-2 0,2 2 15,4-2-15,7 2 0,3 0 0,1 0 16,3 0-16,6 0 0,0 0 0,-4 4 16,0-2-16,-4 0 0,-5 3 15,0-1-15,-7 3 0,-2-3 0,-2 3 16,-2 2-16,-7-5 0,1 5 0,-8 2 16,-1-2-16,-1 2 0,0 0 0,-6 6 15,0-5-15,0 1 0,-1 0 0,-8 2 16,9 1-16,-2-5 0,1 2 15,6 0-15,-1-2 0,4 3 0,3-1 16,4 0-16,5 0 0,6-2 16,3 3-16,4-3 0,-1 2 0,6 0 0,1-2 15,3 2-15,-1-2 0,1 3 0,-2-3 16,3 4-16,-3-2 0,-5 0 0,-9-2 16,-2 5-16,-2-5 0,-5 2 15,-4 0-15,-2 1 0,-4-1 0,-5 0 16,-3 0-16,-5-2 0,-1-2 0,-5 2 15,3-4-15,-2-1 0,0 1 16,0-3-16,2-1 0,0-1 0,4-2 16,0 2-16,3-2 0,2 0 0,2 0 15,2-2-15,4 0 0,1-3 0,4 1 16,0-5-16,2 2 0,3-4 16,1 0-16,-1 2 0,1 1 0,-1-3 15,6 0-15,-3 2 0,-1 0 0</inkml:trace>
  <inkml:trace contextRef="#ctx0" brushRef="#br1" timeOffset="-34346.21">14276 10222 0,'-2'-2'0,"0"-1"0,2 3 0,-7-4 0,-1 2 16,1-3-16,3 3 0,-3 0 0,3 2 15,4-2-15,2-1 0,4 3 0,5 0 16,5-2-16,4 4 0,2-2 15,4 0-15,-2 3 0,14-1 0,-3-2 16,-2 4-16,-2-4 0,-4 5 0,-1-1 16,-4 1-16,-4 1 0,-5-1 0,-2 1 15,-4 3-15,-5 0 0,-7 2 0,-1 0 16,-3 0-16,-9 7 0,5-7 0,-2 2 16,-3 2-16,3-2 0,-1 3 15,3-3-15,2 3 0,0-3 0,2 2 16,5-2-16,1 3 0,6 2 0,3-3 15,8 3-15,1-3 0,5-2 0,4 0 16,-2 1-16,5-1 0,1-2 0,1 2 16,-3-2-16,-1 5 0,-6-3 15,3 2-15,-6 1 0,-3-1 0,-2 3 16,-6-3-16,-3 1 0,-7-1 0,1-2 16,-7 1-16,-2 1 0,-3-4 0,-6 0 15,-2 0-15,-2-2 0,-3-2 16,0-1-16,-8-4 0,-1-2 0,7-2 0,7-2 15,4-1-15,5 3 0,2-2 16,6 1-16,-2-1 0,7 0 0,2-3 16,2 0-16,-2 1 0,5-3 0,-1 2 15,3-1-15,1-1 0,1 2 0,-4 1 16,1-1-16,-1 2 0</inkml:trace>
  <inkml:trace contextRef="#ctx0" brushRef="#br1" timeOffset="-32843.44">15097 10109 0,'4'-4'0,"-4"-3"0,0-2 0,0 1 0,0-1 0,0 0 0,0 0 16,-4 3-16,-1 1 0,-1 1 0,-8 8 16,-1 1-16,-5 3 0,0 6 0,-8 3 15,-1 5-15,-2 3 0,2 3 0,-1 3 16,3 2-16,5 7 0,-2 15 0,2 9 16,11-9-16,6-4 0,8-5 15,5-11-15,6 3 0,3-10 0,3-1 0,0-5 16,0-2-16,2-5 0,0-2 15,0-2-15,0-6 0,2 2 0,3-5 16,1-4-16,1-1 0,0-6 0,2 3 16,-1-5-16,-5-2 0,-3-3 0,-5 1 15,-6-1 1,-4 1-16,-3 4 0,-1-2 0,-1 2 0,-4-3 0,-1 3 31,-5 0-31,-3 0 0,-3 2 0,-6 1 16,-2 1-16,-2 3 0,-7-1 0,0 3 15,1 2-15,-4 0 0,6 2 0,1 3 16,3 1-16,4 1 0,5-1 0,-1 3 16,5 0-16,3 0 0,3 2 15,3 0-15,2 0 0,0-2 0,4-3 16,1 5-16,-1-2 0,3 0 0,2-2 16,-3 2-16</inkml:trace>
  <inkml:trace contextRef="#ctx0" brushRef="#br1" timeOffset="-32335.28">15897 10317 0,'0'4'0,"0"-2"0,0-2 0,-2 7 0,0 4 0,-3 4 15,3 5-15,-2 4 0,-5 12 16,2 1-16,1 3 16,-1-1-16,-2 6 0,3 1 0,-8 18 0,1 0 0,2 0 15,-4 2-15,6-11 0,0-15 0,5-3 16,1-4-16,3-2 0,-2-2 0,2-5 16,0 0-16</inkml:trace>
  <inkml:trace contextRef="#ctx0" brushRef="#br1" timeOffset="-31905.22">16320 10634 0,'-2'0'0,"0"-2"0,0 2 0,0 0 0,2-2 0,0 2 0,0 0 15,0 2-15,4 0 0,-2 0 16,5 7-16,-1 0 0,-1 2 0,-1 4 16,1 1-16,1 1 0,-1-1 0,1-1 15,1 1-15,0-3 0,1-2 16,1 0-16,0-4 0,2-1 0,2-4 0,0-2 16,1 0-16,-3-4 0,4-5 15,3-2-15,-3-2 0,-2 0 0,3-7 16,-1-2-16,1 0 0,-5 0 0,0 0 31,-2 2-31,-1 2 0,-3 5 0,-3 0 16,0 4-16,-2 2 0,0 5 0,0 0 15,-2 4-15,0 5 0,-3 2 16,1 2-16,-3 6 0,3 1 0,-3 6 0,3 0 16,0 5-16,-3 4 0,3 2 15,1-4-15,1-4 0,2-1 0,2-4 16,-2-2-16,5-5 0,-3 1 0,0-3 15,3-2-15,-1-2 0,0-2 16,3-3-16,-3-2 0,3 3 0</inkml:trace>
  <inkml:trace contextRef="#ctx0" brushRef="#br1" timeOffset="-31174.65">16675 10735 0,'5'0'0,"-5"0"0,4 3 15,-2 1-15,1 3 0,-1 2 0,0 2 16,0 0-16,5 0 0,-1 0 0,5 2 16,-2-4-16,5-1 0,-3-1 0,4 0 15,-2-3-15,3-2 0,-1-2 16,1-2-16,3-2 0,1-5 0,-7 2 16,5-2-16,2-6 0,2-3 0,-4-1 15,-1-1-15,-6 0 0,0 0 0,-4 2 16,-3 3-16,-4 0 0,-4 6 0,-5-2 15,-2 6-15,-2 1 0,-3 2 16,1 2-16,-5 0 0,2 4 0,-1 3 16,1-1-16,0 3 0,5 2 0,2 2 15,2-2-15,0 7 0,3-3 0,-1 5 16,7-2-16,-2 2 0,4-5 16,0 1-16,5-3 0,0 0 0,1-2 15,4-2-15,1-5 0,0 3 0,5-5 16,-3-2-16,5 0 0,0-4 0,4-5 15,0 0-15,-4 0 0,2-6 16,-2-3-16,-2 3 0,-3-1 0,-4 3 16,-2 2-16,0 2 0,-5 3 0,-2 1 15,1 1-15,-1 4 0,-2 0 0,2 4 16,-2 1-16,0 1 0,2 1 0,3 4 16,-3-2-16,0 2 0,2 0 0,1 0 15,-1 0-15,1 0 0,-1-2 16,3 0-16,-3-1 0,3-1 0,-3 0 15,3-1-15,1-1 0,-1-3 16,0-2-16,-1 0 0,3 0 0,0-5 0,0 3 16,2-2-16,-2-1 0,-1 1 0,-1-3 15,4 1-15,-2-3 0,0-2 0,0 0 16,2 0-16,-3 2 0,1 0 16,0 3-16,0-1 0,-3 5 0,3 0 15,2-3-15,-2 3 0,7 4 0,-5 0 16,4 1-16,0 1 0,1 0 0,-1 3 15,1 0-15,-3-1 0,0 1 0,0 2 16,-2-3-16,3 1 0,-5-1 0,2 1 16,0-2-1,-3 1-15,3-1 0,-2-1 0,0 0 0,2 1 0,-2-3 16,0 2-16,-3-4 16,3 5-16,0-5 0,-2 0 15,-1 0-15,1 0 0,-1 0 0,-1 0 0,-1-2 0,1-3 0,1 1 16,-1-5-16</inkml:trace>
  <inkml:trace contextRef="#ctx0" brushRef="#br1" timeOffset="-26345.48">1918 12687 0,'-4'0'0,"2"0"0,2 0 0,0 2 16,0-2-16,2 0 0,2 0 0,-2 2 0,1-2 0,-1-2 15,4 2-15,-3 0 0,3-2 16,-4 0-16,1-3 0,1 1 0,1-3 16,-3-2-16,-2 0 0,2-2 0,-2-2 15,-2-2-15,2 2 0,-7-7 0,3 0 16,-10-7-16,-3-1 0,-1-5 0,-4 2 15,-4 0-15,-7 0 0,-3 0 16,-10-2-16,0 7 0,2 8 0,4 7 16,-4 7-16,4 6 0,-6 9 0,-9 9 15,2 6-15,0 5 0,15 6 0,3 3 16,11 4-16,0 0 0,4 3 16,-2-1-16,6 2 0,-4 8 0,14-3 15,-1-3 1,14-1-16,-1-10 0,12-5 0,-2-6 0,6 3 0,0-4 0,4-1 15,7-2-15,2 0 0,12-4 0,3-6 16,6-3-16,-4-3 0,1-5 16,-8-6-16,-4-1 0,-3-5 0,4-2 15,4-7-15,3 1 0,-1-5 0,-4-2 16,-11-1 0,-6 1-16,-7 0 0,-5 0 0,-4-3 0,2 3 0,-8-3 15,1 1-15,-6-1 0,0 1 16,-9 0-16,3 3 0,-5 4 0,-5 1 0,1 3 15,2 4-15,-1 4 0,-3 3 0,1 1 16,3-1-16,-4 4 0,1 2 0,3 0 16,-3 5-16,-1 0 0,4-1 15,-1 3-15,3 2 0,-2-2 0,2 0 16,0-5-16,0-2 0</inkml:trace>
  <inkml:trace contextRef="#ctx0" brushRef="#br1" timeOffset="-26122.71">1649 12850 0,'0'2'0,"0"-2"0,0 0 0,0 2 15,0 1-15,9-1 0,-5 4 0,7-1 16,1 1-16,3 3 0,5 0 0,2 2 16,7 7-16,4-3 0,-3 1 0,-3 1 15,-3 1-15,0-1 0,-2 1 0,3 2 16,-5-5-16,-3 3 0,5-3 15,-2-4-15,-4 3 0,3-3 0,-3-5 16,-3 1-16,0-3 0,5-1 0,-5 1 16,0-4-16,-2-4 0,0 1 0,0-1 15</inkml:trace>
  <inkml:trace contextRef="#ctx0" brushRef="#br1" timeOffset="-25321.43">2117 12266 0,'-5'2'0,"5"-4"0,-4 2 16,4 0-16,-2 0 0,-5 0 0,5 0 16,2 0-16,0 0 0,2 2 0,5-2 15,-1 2-15,3 0 0,4 0 0,7 1 16,-2-1-16,6 2 0,2-4 0,5 5 15,0-5-15,-2 4 0,2-4 16,-9 0-16,2 2 0,0-2 0,-4 0 16,-4 0-16,-1 0 0,-4-2 0,-2 2 15,0 0-15,-7 0 0,-2 0 0,0 0 16,0 0-16,-2 0 0,-5 0 0,3 2 16,-5-2-16,0-2 0,2 2 0,-4 0 15,0 0-15</inkml:trace>
  <inkml:trace contextRef="#ctx0" brushRef="#br1" timeOffset="-25099.19">2306 12120 0,'0'2'0,"0"-2"0,0-2 15,0 0-15,2 2 0,1-2 0,3 0 16,-3 2-16,5 4 0,-3-2 16,-1 5-16,3 4 0,-3 2 0,1 2 15,-3 7-15,-2 9 0,0 7 0,0-3 16,-7 3-16,3-3 0,2 0 15,-5-2-15,3-2 0,-5-2 0,4-3 16,-4-4-16,1 0 0,3-6 0,-6-1 16,9-4-16,-7-2 15,0-2-15,5-5 0,-5-2 0,5 0 0,-5 0 0,0 0 16</inkml:trace>
  <inkml:trace contextRef="#ctx0" brushRef="#br1" timeOffset="-24956.41">2178 12182 0,'0'0'0,"0"2"0,0-2 0,0 0 0,0 2 0,5 0 0,1 3 0,-1 1 0,4 1 16,2 6-16,2-2 0,0 7 0,9 4 15,-2 0 1,-2 2-16,2 1 0,-3-1 0,5 2 0,-2-1 0,4-1 16,1-2-16,5 7 15,-5-7-15</inkml:trace>
  <inkml:trace contextRef="#ctx0" brushRef="#br1" timeOffset="-24733.54">2888 13059 0,'0'0'0,"0"0"0,0 0 0,5-2 0,-3 2 0,9 0 0,0-2 16,2 2-16,9 0 0,-2-4 15,2 4-15,0 0 0,0-3 0,0 1 16,-6 2-16,1 0 0,-3-4 0,-1 2 16,-2-5-16,0 3 0,-7-3 0,3 0 15,-5 3-15,-2-1 0,0 1 0,0 0 16</inkml:trace>
  <inkml:trace contextRef="#ctx0" brushRef="#br1" timeOffset="-24587.56">2908 12896 0,'0'2'0,"0"-4"0,0 2 0,0-2 15,0 0-15,0 0 0,9-3 0,-5 1 16,5-1-16,4-1 0,1 1 0,1-1 16,3 1-16,-1-1 0,3 1 15,2 1-15,0-1 0,-6 3 0,1 2 16,-3-2-16,-1 2 0,-2 0 0,2 0 16,-2 0-16</inkml:trace>
  <inkml:trace contextRef="#ctx0" brushRef="#br1" timeOffset="-24012.38">4200 13390 0,'0'0'0,"-6"0"0,1 0 0,3 0 0,-5-2 0,3 2 0,-3 0 15</inkml:trace>
  <inkml:trace contextRef="#ctx0" brushRef="#br1" timeOffset="-23187.2">3744 13258 0,'0'0'0,"0"-2"0,0 2 0,-2 0 0,2 0 0,-7 2 0,7 0 16,-2 2-16,4 1 0,-2 4 0,7 2 15,-3 2-15,5 7 16,2 0-16,2 13 0,3 2 0,1 5 0,-1-3 0,3 5 15,4 0-15,1 13 0,2-4 16,-4-3-16,3-4 0,-1-2 0,0 2 16,3-8-16,-3-6 0,-2-3 0,-5-3 15,1-4-15,-5 0 0,3-5 0,-5-6 16,-7 0-16,5-2 0,-7-5 16,3 2-16,1-2 0,-6-2 0,2-4 15,-2-5-15,3-2 0,1-4 0,-2-3 16,-2-6-16,2 2 0,-2-16 0,0-1 15,0-8-15,-2-1 0,-4-5 0,1-7 16,-4-23-16,1-3 0,-6-22 16,3 19-16,0 10 0,5 8 0,-1 3 0,3 4 15,4 5-15,-7 3 0,5 4 16,-3-1-16,1-5 0,2-3 0,-3-6 16,5 6-16,-6-1 0,4-2 0,-1-15 15,3 1-15,-2 6 0,-2 3 0,4 12 16,-2-3-16,2 5 0,0 7 15,0 8-15,0 14 0,0 1 0,0 8 16,0 1-16,0 5 0,0 3 0,6-1 16,-4 2-16,1-2 0,5 5 0,-1-3 15,4 3-15,5-3 0,-1 3 0,7-1 16,2 1 0,12 2-16,8-3 0,-2 5 0,6-4 0,16 2 0,0-3 15,2-3-15,-4 1 0,0-2 0,-7 3 16,0 3-16,4 3 0,7 0 0,9-4 15,-13-3-15,4 3 0,-4 4 0,20-2 16,-1-5-16,-6 5 0,7 0 16,8 2-16,-4 0 0,7-5 0,2 10 15,-3-5-15,1 4 0,2 0 0,-7-4 16,-2 7-16,-2-7 0,-3 0 0,-4-2 16,-2-3-16,-2 5 0,4 3 0,5-3 15,-7 0-15,-3 2 0,8 0 0,-5 2 16,6-1-16,-1-1 0,-7 5 0,-3 1 31,-2 6-31,3-6 0,-9-5 16,-3-1-16,-4 2 0,-4-2 0,-5 3 15,1-1-15,-3-2 0,-9 3 0,0-7 16,-10-1-16,-1 1 0,-2 0 0,-9 2 16,-2 0-16,-9-2 0,3 0 15,-1 2-15,-10 0 0,-3-5 0,0 5 16,2-4-16</inkml:trace>
  <inkml:trace contextRef="#ctx0" brushRef="#br1" timeOffset="-22182.96">4403 12208 0,'0'-2'0,"0"2"0,-2-4 0,2-1 0,0 1 16,-2-1-16,2-1 0,2 1 16,-2 1-16,2 0 0,7-1 0,-5-1 15,7 3-15,3-1 0,3 2 0,-1 2 16,4-2-16,10 4 0,-1 0 0,0 5 15,-1-1-15,-3 3 0,-3 2 0,-7 2 16,5 3-16,-7 1 0,-2 3 0,-4 2 16,-1 3-16,-6 1 0,0 5 15,-8 2-15,3 0 0,-10-2 0,-1 0 16,1-3-16,-16 5 0,5-4 0,-5-2 16,2-3-16,5-2 0,2-4 0,2-3 15,4-2-15,3-4 0,7-2 16,1-1-16,5-1 0,0-1 0,7-2 15,4-2-15,6 2 0,6-2 0,1-2 16,-7 2-16,14-2 0,2-2 0,-6 4 16,1-3-16,1 1 0,-2 0 0,-1 2 15,3 0-15,-5 0 0,-2 0 16,2 0-16,1 0 0,-3 0 0,-7 0 16,0 0-16,1 0 0,-3 0 0,-6 0 15,-1-2-15,5 0 0,-8 2 0</inkml:trace>
  <inkml:trace contextRef="#ctx0" brushRef="#br1" timeOffset="-21882.38">5292 12122 0,'0'-2'0,"-5"-2"0,5 4 0,-4-2 0,-3-1 0,1-1 0,-3 4 0,0 0 15,-2 0-15,-2 4 0,-1 1 0,1 1 16,-2 5-16,-5 3 0,0 10 0,3 4 16,5 3-16,-1 5 0,4 3 0,7 5 15,-2-4-15,8 11 0,7-7 16,0-4-16,3-7 0,10-2 0,-2-3 16,4-1-16,3-3 0,4-2 15,0-4-15,0-1 0,-6-4 0,-1 1 0,-4-5 16,0-3-16,-2-4 0,-7 1 15,3-6-15,-3 1 0,-2-7 0,2 3 16,3-1-16,-3-2 0,-2 3 0</inkml:trace>
  <inkml:trace contextRef="#ctx0" brushRef="#br1" timeOffset="-21599.44">5576 12193 0,'0'0'0,"0"0"0,0 0 0,0 0 0,0 0 0,-2 4 0,2 1 16,0 1-16,0 8 0,2 1 0,-2 5 16,2 2-16,3 4 0,1 12 0,-1-3 15,1-2-15,5 2 16,-8-6-16,5 0 0,-1-3 0,2-2 0,0-1 15,-5-4-15,3 1 0,4-2 0,-7-3 16,3 1-16,-5-3 0,2-2 16,-1-2-16,1-5 0,-2 3 0,0-7 15,1 2-15,1 0 0,-2-2 0</inkml:trace>
  <inkml:trace contextRef="#ctx0" brushRef="#br1" timeOffset="-21311.45">6116 12305 0,'0'0'0,"-4"-4"0,4 4 0,-2-2 15,-5 0-15,0 2 16,-1 0-16,-3 0 0,2 4 16,-9 0-16,3 3 0,-3 4 15,0 0-15,-1 7 0,3-1 0,5 1 16,5 2-16,6-5 0,4 1 0,3 1 15,10-1-15,-4-3 0,16 2 0,0 1 16,6 1-16,-6-1 0,2-1 0,-5 1 16,0-1-16,-3 3 0,-4-3 15,-3 3-15,-3-3 0,-6 3 0,-3-3 16,0 3-16,-4-3 0,-6 1 0,-3-5 16,-2 2-16,2-2 0,-6-4 0,-1-1 15,3-1-15,0-3 0,0-2 16,2-2-16,-5-5 0,3-2 0,2-4 0,0 4 15,4-2-15</inkml:trace>
  <inkml:trace contextRef="#ctx0" brushRef="#br1" timeOffset="-21106.22">6021 12382 0,'0'-4'0,"0"2"0,7-5 0,0 3 0,4-3 0,4 1 15,5-1-15,2 0 0,5-1 0,1 3 16,1 1-16,-7-1 0,-2 3 0,0 0 16,-1 0-16,1 0 0,0-1 15,0-1-15,-7 2 0,5-3 0,-1 1 16,-1-1-16,2 1 0</inkml:trace>
  <inkml:trace contextRef="#ctx0" brushRef="#br1" timeOffset="-20788.51">6661 11970 0,'2'-2'0,"3"0"0,-5 2 0,0 0 0,2 0 0,0 0 15,2 6-15,1-1 0,-1 4 0,3 6 16,-3 0-16,3 5 0,-5 9 0,2 2 15,3 0-15,-7 2 0,4 6 16,3 1-16,-5 2 0,7 20 0,-7-5 16,5-6-16,-3-3 0,-2-8 0,-2-5 15,-2-2-15,-4 0 0,-1-4 0,-2 0 16,0-3-16,-2 1 0,-2-5 0,2 0 16,0-5-16,5 1 0,-6-5 15,4-2-15,1-2 16,0-2-16,5-3 0,-4 1 0,1-1 0,5-2 0,-4-2 15,4 0-15,0-2 0,4 2 0,-4-4 16</inkml:trace>
  <inkml:trace contextRef="#ctx0" brushRef="#br1" timeOffset="-19700.79">7128 12149 0,'0'0'0,"-2"-2"0,4-3 0,-2-1 0,0-1 0,5 3 0,-5-3 0,4 3 0,-2-1 16,-2 3-16,0 0 0,0-1 0,0 3 31,-2 3-31,-2-1 0,-3 2 0,0 3 16,-4 2-16,3 4 0,-1 0 16,-2 5-16,-5 2 0,8 4 0,-8 9 15,7 0-15,-2 0 0,7-2 0,-1 2 16,5-2-16,3-2 0,3-1 0,5 1 15,-2-5-15,7 0 0,1-1 16,3-1-16,6 2 0,5-4 0,-6-1 16,3 1-16,-3-4 0,-1-3 0,-4 0 15,-1-2-15,-5-2 0,-3-5 0,0 3 16,-7 0-16,3-3 0,-5-2 0,0 1 16,-6-8-16,-3 3 0,7 4 0,0 0 15,0-2-15,-2 3 0</inkml:trace>
  <inkml:trace contextRef="#ctx0" brushRef="#br1" timeOffset="-19145.01">7560 12136 0,'0'-3'0,"-2"1"0,0 0 0,-2-2 0,1 1 0,-3 1 16,4 0-16,-1 2 0,3-2 0,-4 0 15,2 2-15,4 0 0,2 2 0,1 0 16,4 0-16,-1 0 0,8 1 0,4-1 16,0 2-16,4-2 0,7 5 0,-5 0 15,-2 1-15,-4-1 0,0 2 16,-11 2-16,0-2 0,-3 4 0,-6-4 16,0 2-16,-6 4 0,-1-2 0,-4 3 15,-7 1-15,3-1 0,2-1 0,-11 5 16,-1-2-16,8-3 0,3-4 15,3 3-15,7-6 0,4 3 0,4-2 16,7-2-16,3 2 0,6-1 0,2 1 16,-3 0-16,6 0 0,-6 0 0,4-3 15,-8 3-15,0 0 0,-1 0 0,-8-3 16,-1 3-16,-5-2 16,-5 2-16,-1-3 0,-8 1 0,3 2 0,-6-3 15,-8 1-15,3 0 0,-2-1 16,0-1-16,0-1 0,4-2 0,2 0 0,5-4 15,0 0-15,8-2 16,1 1-16,4-1 0,2 0 0,0-1 0</inkml:trace>
  <inkml:trace contextRef="#ctx0" brushRef="#br1" timeOffset="-18748.84">8008 12182 0,'-4'-2'0,"-1"-3"0,5 5 0,-6-2 0,-3 0 0,0-3 15,7 1-15,-7 2 0,7 0 0,4 2 16,2-3-16,3 1 0,8 2 0,3 2 16,2 1-16,4-3 0,3 4 0,-3 0 15,0 1-15,9 4 0,-4-3 0,-5 3 16,-4 0-16,-5-2 0,-4 1 16,-4 3-16,-3-2 15,-8 4-15,2-4 0,-7 4 0,0-2 16,-2 3-16,-4-1 0,1 0 0,-3 0 15,1 3-15,3-3 0,2 2 0,2-1 0,7-1 0,2 5 32,2-3-32,7 0 0,4-1 15,9-1-15,-6 0 0,4-2 0,0 0 16,2-2-16,-3 0 0,-1 0 0,-2-1 16,-3-1-16,-7 2 0,-1-2 0,-5-1 15,-5 1-15,-3-1 0,-6 1 0,-3 0 16,1 1-16,-4-1 0,1 0 15,-1-3-15,-5 0 0,6-1 0,1-1 16,3-2-16,1-2 0,6 2 0,1-5 16,7 1-16,0-1 0,0-1 0,4 1 15,1 1-15,-1 4 0</inkml:trace>
  <inkml:trace contextRef="#ctx0" brushRef="#br1" timeOffset="-18335.31">8727 12114 0,'0'0'0,"0"-5"0,0 5 0,0 0 0,0 0 16,0-2-16,0 2 0,-5 2 0,1-2 15,0 5-15,-7-1 0,2 5 0,-7 2 16,1 0-16,-1 6 0,-1 10 15,-1 2-15,5 4 0,4-3 0,0 4 16,5-1-16,4 0 0,2-2 0,3 2 16,1-7-16,7-2 0,1-2 0,5-4 15,3-3-15,9-1 0,2-3 16,1-7-16,-1-2 0,-3-2 0,-5-6 16,-3 1-16,-5-3 0,-3 1 0,-3-2 15,-5 0-15,-4-2 0,-4 0 0,-4-2 16,-5 4-16,-3 0 0,-3 1 0,-5 1 15,-3 0-15,8 3 0,-1-1 16,-6 1-16,2 4 0,2 0 0,0 2 16,3 0-16,1 5 0,3-3 0,4 1 15,0-1-15,7 5 0,2-2 0,2 2 16,7-3-16,-2 3 0,6 0 0,2-3 16,-1 1-16,-1 0 0</inkml:trace>
  <inkml:trace contextRef="#ctx0" brushRef="#br1" timeOffset="-18034.51">8998 11957 0,'0'2'0,"0"-2"0,0 0 0,4 0 0,1 5 0,4-1 0,2 7 16,4 0-16,1 4 0,1 1 0,10 10 15,-7 3-15,-1 0 0,1-1 16,-2 10-16,-3-1 0,-1 21 0,-8-5 16,-6 2-16,-4-9 0,-5-4 0,-4-11 15,-3-5-15,-1-6 0,-5-2 0,-1-7 16,1 2-16,0-4 0,5 0 0,-1 2 16,7-3-16,-2 3 0,4-2 15,2 0-15,1 2 0,-1-2 0,5 2 16,0-2-16,0-3 0,2 3 0,0 0 15,-3 0-15</inkml:trace>
  <inkml:trace contextRef="#ctx0" brushRef="#br1" timeOffset="-16151.52">9254 12987 0,'-2'0'0,"-1"0"0,3 0 0,-4-3 0,2 1 0,-3 2 0,1 0 16,-3-2-16,-1 2 0,-3 0 16,-3-2-16,-3 2 0,-1 0 0,-2 0 15,-2 0-15,0 0 0,-7 0 0,3 2 16,-3-4-16,3 2 0,-3-2 15,-2-1-15,-4 1 0,0-2 0,-16-1 16,3 1-16,1 2 0,5 0 0,3-3 16,-3 3-16,2 0 0,-4 0 0,-7 2 15,-2-3-15,-2 1 0,4 2 0,3-2 16,-1 2-16,3-2 0,-5 0 0,-8-1 16,-3-3-16,0 6 0,3-3 15,6 1-15,0-2 0,2 4 0,-4-5 16,2 8-16,5-6 0,4 3 0,4 3 15,5-1-15,-5-2 0,-4 2 0,0 0 32,-5 3-32,-1-1 0,-3-2 0,6 3 15,6-1-15,-4-2 0,-1 1 16,-5-1-16,-10 2 0,1-2 0,5 3 16,9-1-16,6-4 0,5 5 0,4-3 15,-9-2-15,-2 2 0,-6 0 0,2 0 16,-1 1-16,8 1 0,3-2 0,5 0 15,-4 1-15,-7-1 0,0-2 16,-15 4-16,4 1 0,0-1 0,5 0 16,4-1-16,2 1 0,2 1 0,-6 1 15,-5 1-15,5 2 0,-3-1 0,3 1 16,4 2-16,7-2 0,8 0 16,1-5-16,-7 5 0,-3-2 0,-10-1 15,2 1-15,-2-3 0,6 1 0,3-1 16,1 1-16,3-3 0,-2 2 0,0 3 15,-7-3-15,-5 1 0,6-1 0,-6 0 16,5-4-16,7 3 0,6-3 16,-1 2-16,1 0 0,-6 5 0,-1 1 15,-3 6-15,-3-5 0,0-3 0,4-1 16,10 3-16,-5 1 0,8 2 0,-5-2 16,5 0-16,3-5 0,-2 1 0,6-3 15,3 2-15,-1-2 0,5 1 16,7-3-16,-3 4 0,5-4 0,7 2 15,6 1-15,2 3 0,-4-1 0,2 1 16</inkml:trace>
  <inkml:trace contextRef="#ctx0" brushRef="#br1" timeOffset="-15769.71">6240 13492 0,'-2'0'0,"-3"2"0,5 2 0,-4 5 0,2 2 0,4 2 16,-2 5-16,4 2 0,3 11 0,-1-1 16,1-1-16,2 2 0,0-2 15,-1-1-15,-1-1 0,2-1 0,0-4 16,2 0-16,-2-2 0,6 0 0,-4-2 15,2-3-15,-2-2 0,0-4 0,5-7 16,-1-2-16,-2 0 0,3-2 0</inkml:trace>
  <inkml:trace contextRef="#ctx0" brushRef="#br1" timeOffset="-15499.47">6685 13756 0,'-2'-2'0,"0"0"0,2 2 0,-5 0 0,3-2 0,2 2 0,-2 0 0,2 0 16,0-3-16,2 3 0,0 0 0,-2 0 15,5-2-15,-5 0 0,4-5 16,-2 3-16,3-1 0,-5-1 0,0-3 0,0 5 16,0-3-16,0 0 0,-7 1 31,5 1-31,0 1 0,-3 2 0,1 0 15,0 2-15,-1 0 0,1 2 0,1 0 16,-1 5-16,0-1 0,4 1 0,-3 2 16,6-3-16,-1 3 0,4 0 15,-3-3-15,1 3 0</inkml:trace>
  <inkml:trace contextRef="#ctx0" brushRef="#br1" timeOffset="-14992.29">7516 13390 0,'0'-2'0,"-2"0"0,2 2 0,-4-5 15,-3 3-15,1-2 0,-3-1 0,0 5 16,-2 0-16,-7 0 0,1 2 16,-3 1-16,-5 3 0,-8 3 0,-4 2 15,2 0-15,4 0 0,0 2 0,7 1 16,-1-3-16,10 0 0,2-5 15,4 3-15,7 0 0,2-5 0,6 3 16,5 0-16,5-1 0,-1-1 0,5 3 0,4-3 16,7 4-16,-2-3 0,17 8 15,-2-3-15,0 2 0,5 0 0,-1 0 16,21 5-16,-10-3 0,-1 1 16,-10-1-16,-10 3 0,-10-5 0,-6-2 0,-4 0 15,-7 0-15,-7-2 0,1 2 0,-5-2 16,0 2-16,-5 0 0,1 0 15,-7-2-15,2 4 0,-4-2 0,0 2 16,-5-2-16,0 0 0,-4 0 0,-2-2 16,0 0-16,0-3 0,-3-3 0,1-1 15,-1-7-15,5-1 0,0-5 0,0-5 16,4-1-16,5-3 0,-4-4 16,8-1-16,0 1 0,4 2 15,3-2-15,4 2 0,3-2 0,4-1 0,0 3 16,2 0-16,4 0 0,0 2 15,3-2-15,11-2 0,-3 2 0,-2 4 16,-2 1-16,-4 3 0,-2-1 0,-5 4 16,-3-2-16,1 4 0,-2-2 0,-5 2 15,0 0-15,-2 0 0</inkml:trace>
  <inkml:trace contextRef="#ctx0" brushRef="#br1" timeOffset="-14560.23">9618 13092 0,'0'-2'15,"0"2"-15,4-2 0,0 0 0,3 0 0,0-1 0,4 1 16,0 0-16,4 0 0,1 0 16,1-1-16,1 1 0,2 0 0,6 0 15,-2 0-15,3-3 0,-3 3 0,0-2 16,-2-1-16,0 1 0,-4-3 0,-2 3 16,-1-3-16,-2 1 0,-2 1 0,-4-2 15,-1 1-15,-3-1 0,-1 3 0,-4-3 16,-3 3-16,-1-3 0,1 3 15</inkml:trace>
  <inkml:trace contextRef="#ctx0" brushRef="#br1" timeOffset="-14385.76">9693 12907 0,'-3'2'0,"3"-4"0,-2 0 0,2 2 16,2-2-16,3 0 0,1-3 16,1 3-16,6 0 0,-2-3 0,5 3 15,1-2-15,3 2 0,9-3 0,-1 3 16,-1 0-16,-1 0 0,-1-1 0,-3 1 15,-5 2-15,1 0 0,-5 0 16,-2 0-16,-2-4 0,-2 2 0,2-1 16</inkml:trace>
  <inkml:trace contextRef="#ctx0" brushRef="#br1" timeOffset="-10753.14">10460 12297 0,'-2'0'0,"-3"-3"0,5 3 0,-2-2 0,-2 0 0,1 0 0,3-1 15,-2 3-15,4-4 0,-2 4 0,5 0 16,1 0-16,3 0 0,2 0 0,3 2 16,-1 0-16,4 3 0,1-3 0,2 0 15,4 1-15,5 1 0,2-4 0,-3 2 16,3-4-16,-7 2 0,1-2 16,-5-3-16,-5 5 0,-2-2 15,0 0-15,-6 2 0,0 0 0,-3 2 16,-2 0-16,-2 1 0,0 1 0,-2 5 0,-2 0 15,1 4-15,-1 2 0,2-2 16,-3 9-16,1-2 0,0 5 0,1-1 16,1 0-16,2 0 0,0 1 0,0-1 15,0 2-15,2 5 0,1-2 0,-3 2 16,2-3-16,0 1 0,-2 2 0,0 0 16,2-5-16,-2-2 0,5 1 15,-1-10-15,0 1 0,1-5 0,1 0 16,-1 0-16,-1-2 0,1-1 0,-3-3 15,0-1-15,0 1 0,3-3 0,-5-2 16,2-2-16,0-1 0,-2-1 0,-4 2 16,2 0-1,-3 4-15</inkml:trace>
  <inkml:trace contextRef="#ctx0" brushRef="#br1" timeOffset="-10546.45">10480 12636 0,'-2'0'0,"2"-2"0,-3-3 0,6 1 0,1 0 15,3-3-15,1 0 0,6 1 0,1 1 16,0-1-16,7 1 0,12-1 0,1 4 16,2-3-16,3 3 0,-3 2 0,1-2 15,-1 2-15,-6 0 0,0 0 0,-4 0 16,-1 0-16,-2 0 0,-4 0 0,0-2 15,0 2-15,0 0 0,4 0 16,-4 2-16,4-2 0</inkml:trace>
  <inkml:trace contextRef="#ctx0" brushRef="#br1" timeOffset="-9704.26">11609 12222 0,'0'0'0,"2"-3"0,-2 3 0,2 0 0,5-2 0,-3 0 0,-2 0 0,0 2 16,-2-2-16,0 2 0,-2 0 0,-2 0 15,-5 0-15,-4 2 0,-5-2 0,-2 4 16,-2-2-16,-4 1 0,-1-1 0,-6 2 16,2 1-16,3-3 0,1 0 0,5-2 15,0 0-15,7 0 0,-1 0 0,7 0 16,1 0-16,1 0 0,7 0 15,-4 0-15,1 0 0,1 0 0,2 0 16,0 4-16,2-4 0,1 7 0,1 0 16,-2 1-16,3 3 15,-3 0-15,0 5 0,-2 8 0,2-2 0,-2 2 16,-2-1-16,0 1 0,0 0 16,-3-4-16,3-2 0,-2-1 0,1-4 0,1 1 15,0-3-15,0-3 0,2-1 0,0-3 16,2 1-16,0-1 0,0-4 0,5 0 15,2 0-15,2-4 0,-2 2 16,2 2-16,4-5 0,1 1 0,3-1 16,6 3-16,-1 0 0,11-5 0,1 3 15,-1 2 1,-4 0-16,0 4 0,-3 0 0,1 2 0,-5 1 0,-4 1 0,0 5 16,-3 1-16,-1-1 0,-5 0 0,0 2 15,-4 2-15,-1-2 0,-4 3 16,-2-1-16,-2 1 0,-2 1 0,-5 1 15,-2 0-15,0-3 0,-5 3 0,-1-3 16,-3 3 0,-4-3-16,-3 1 0,1-3 0,-10 0 0,3-2 0,3-2 0,5-2 15,3 1-15,2-1 0,5 2 16,2 0-16,2-1 0,0 4 0,2 1 16,-2 2-16</inkml:trace>
  <inkml:trace contextRef="#ctx0" brushRef="#br1" timeOffset="-1906.15">1166 15430 0,'3'-3'0,"-3"1"0,4-4 0,0-1 0,-1-2 15,-3 3-15,2-3 0,-2 0 0,0 2 16,0-2-16,2 3 0,2 1 0,-4 1 16,0 2-16,3 0 0,-3 2 15,2 4-15,-2 0 0,2 7 0,2 3 16,-4 3-16,3 5 0,-1 7 0,-2 11 16,0-3-16,0 3 0,0 0 0,-2 1 15,2 1-15,0 2 0,0 16 16,0-3-16,0-6 0,0-2 0,-3-10 15,3-1-15,0-7 0,0-3 0,0-1 16,-4-7-16,2-1 0,2-3 0,0-3 16,0-2-16,0-2 0,0-2 0,0-1 15,0-4-15,0-10 0,0 12 16,-2-4-16,-1-2 0,3-3 0,-6-4 16,4-6-16,2 6 0,-7-8 0,5-5 15,0-7-15,-1-4 0,1-5 0,2-4 16,0-19-16,0 3 0,2-1 15,1 2-15,1-1 16,5-17-16,0 7 0,4 4 0,-2 4 0,2-1 0,3 12 16,1 12-16,7 6 0,-2 4 0,1 3 15,1 2-15,0 0 16,0 2-16,1-2 0,-1 4 0,-2 1 0,-7 1 0,-1 8 16,-3 1-16,-3 5 0,-3 0 15,1 2-15,-3 2 0,-1 2 0,2 7 16,-4 2-16,0 5 0,0 2 0,-4 4 15,4 5-15,0-1 0,0 1 0,-5 2 16,5 0-16,-6 2 0,-1 0 0,-4-2 16,0 0-16,0-5 0,-2 1 15,-5-3-15,1-2 0,-1-7 0,0 1 16,-2-7-16,3 0 0,-3-5 0,5-2 16,-5-2-16,6-4 0,1-1 0,2-4 15,0 1-15,0-1 0,9-2 0,-2 2 16,4 0-16,4 3 0,-2-1 0,7 3 15,-7 1-15,9 6 0,0-1 16,2 4-16,5 3 0,9 2 0,-8 5 16,10-1-1,9 12-15,-5-1 0,2 5 0,-6-2 16,4 4-16,-7 2 0,14 7 0,-9 0 0,4-3 0,-2-3 0,0-1 31,5 0-31,-8-8 0,-1-3 0,-7-6 16,0-1-16,-9 1 0,3-3 15,-5-4-15,0-2 0,-2-5 0,0-4 16,-3 5-16,3-5 0,-5 2 0,5 0 16</inkml:trace>
  <inkml:trace contextRef="#ctx0" brushRef="#br1" timeOffset="-1668.48">2297 15912 0,'0'-2'0,"3"0"0,-3 2 0,6 0 0,-4-2 16,3 0-16,6-1 0,-2 3 0,2 0 16,0-2-16,0 2 0,2 0 0,-2-2 15,2 2-15,7 0 0,-7-2 0,5 0 16,0 2-16,4-5 0,2 1 0,0-3 16,-6 3-16,-1-1 0,-1-1 15,-3-1-15,-2 3 0,-2-3 0,-7 3 16,-2-1-16,-2-1 0,2-1 0,-9 0 15,3 3-15,-1 0 0</inkml:trace>
  <inkml:trace contextRef="#ctx0" brushRef="#br1" timeOffset="-1494.3">2207 15650 0,'-2'0'0,"4"0"0,2-4 15,-1 1-15,5-3 0,6-1 0,-1 3 16,2-5-16,7 2 0,5-4 15,4 0-15,-3 0 0,1 5 0,0-1 16,2 1-16,-3 1 0,3 1 16,-4-3-16,3 3 0,-5-1 0,-1 1 0,0-1 15,-2 1-15,3-3 0</inkml:trace>
  <inkml:trace contextRef="#ctx0" brushRef="#br1" timeOffset="30872.23">2648 15573 0,'0'-4'0,"2"1"0,0-1 0,-2 0 16,0 1-16,0 1 0,-2 0 0,2 0 0,0 2 15,-2 4-15,0-2 0,-5 5 0,3 2 16,-5 2-16,-4 4 0,-5 3 16,-2 10-16,-8 3 0,1 2 0,1 7 15,-7 2-15,-9 13 0,2-2 16,-19 11-16,-1-16 0,3-10 0,-1-7 0,12-11 16,6-5-16,9-8 0,7-3 0,4-4 15,5-4-15,6-7 0,3-7 0,1-6 16,5-9-16,0-11 0,0-14 15,9-23-15,2-1 0,0 3 0,-2 4 16,-3 6-16,5 3 0,-4 13 0,-5 9 16,-2 20-16,-2 4 0,-5 7 0,3 6 15,2 10-15,-7-1 0,0 7 16,-4 6-16,0 9 0,-7 7 0,-7 4 16,1 7-16,-9 2 0,-20 29 0,-1 0 15,-8 26 1,14-17-16,6-16 0,6-20 0,10-13 0,12-15 0,5-7 0,2-7 15,5-1-15,2-3 0,4-3 16,-2-3-16,9-10 0,-5 3 0,7-11 16,0-5-16,2-11 0,9-21 0,3-3 15,-10-5-15,3-6 0,-5-35 0,0-35 16,-13 30-16,-11 29 0,-2 27 0,2 21 16,-2 20-16,-5 10 0,0 8 15,-4 6-15,-2 10 0,-2 8 0,-10 7 16,-8 19-16,-2 1 0,0-2 0,8 6 15,5 2-15,13-4 0,5-4 0,13-10 16,2-10-16,4-5 0,7-4 16,9-2-16,13-7 0,2 0 0,3 2 15,-10 2-15</inkml:trace>
  <inkml:trace contextRef="#ctx0" brushRef="#br1" timeOffset="31762.48">3931 15524 0,'2'0'0,"1"0"0,-3 0 0,6 7 15,-6-3-15,2 7 0,1 5 0,1 4 16,-4 2-16,0 6 0,-4 14 0,4 2 16,0 5-16,-3 4 0,1 15 15,-4-4-15,1-2 0,-1-7 0,-1 5 16,-2-12-16,5-8 0,-5-7 0,2-7 16,1 1-16,4-5 0,-5-7 0,5 1 15,0-8-15,-3 1 0,3-2 16,2-3-16,0 1 0,2-16 0,-4 13 15,2-2-15,-2-7 0,2-2 0,0-8 16,2 1-16,-2-6 0,7-6 0,-5-8 16,0-3-16,5-8 0,-3-21 15,5-2-15,-5-3 0,5-26 0,2 6 16,-4-22-16,-1 23 0,-1 17 0,1 13 16,-1 13-16,1 10 0,-3 6 0,8 6 15,-3-1-15,-3 6 0,1-1 0,-3 4 16,-3 3-16,0 5 0,0 2 0,-3 1 15,-1 3-15,2 12 0,0-9 16,2-1-16,0 6 0,-7 1 0,5 7 16,-3-2-16,1 2 0,-3 6 0,5 8 15,-7 3-15,7 3 0,-7 5 16,7 1-16,2 0 0,0 14 0,0-16 0,2 7 16,3-4-16,3-5 15,1-4-15,5-5 0,-1-4 16,7-5-16,-3-2 0,5-4 0,3-4 0,3-5 0,-1-5 15,1-4-15,1-6 16,-3-5-16,-1-6 0,-3-5 0,0-7 0,-5-15 16,1-2-16,-7 0 0,-6 4 0,3 10 15,-5 5-15,-1 12 0,2 11 16,-2 4-16,-2 2 0,-2 3 0,-2 4 0,2 0 16,-1 7-1,-3 1-15,1-1 0,3 4 0,-4 0 0,1 2 0,5 3 0,0 4 16,0-3-16,0 1 0,5 2 15,1-1-15,1 4 0,2-4 0,-1-1 16,6 2 0,-3 0-16,0-3 0,0 1 0,2 6 0,0-2 0,-2 0 0,0-4 15</inkml:trace>
  <inkml:trace contextRef="#ctx0" brushRef="#br1" timeOffset="32126.71">4663 15754 0,'-2'0'0,"0"0"0,2 2 0,0 0 0,0 3 0,0 3 15,0 3-15,2 3 0,0 1 0,0 5 32,3 11-32,-1 2 0,3 0 0,-3 2 15,3 0-15,-3 3 0,1 2 0,1 2 16,3 10-16,-2-1 0,-1-2 0,5-7 15,-6-3-15,4-6 0,-5-4 16,3-9-16,-7 0 0,2-7 0,0-2 16,5 0-16,-7-2 0,2-3 0,-2 1 15,4-3-15,-4-1 0,5 1 0,-1-4 16,5 4-16,-5-4 0,7 3 16,3-1-16,3-2 0,5 0 0,3-2 15,1 2-15,7-3 0,2-1 0,1 2 16,-5 0-16,-1-3 0,-5 5 0,-3-2 15,0 0-15,0 0 0,-7 2 0,5-3 16,-7 1-16,3 0 0,-3 0 16,5-3-16,-7 1 0,4-3 0,1 1 15,1-1-15,-4 0 0,3 1 0,1 1 16</inkml:trace>
  <inkml:trace contextRef="#ctx0" brushRef="#br1" timeOffset="32364.65">5757 16221 0,'2'0'0,"3"-2"0,-5 2 0,0 0 0,4-2 0,5 0 0,0-1 16,-1 1-16,3 0 0,-2 0 0,7 0 16,-1-1-16,3 3 0,4-4 0,0 4 15,13-2-15,0-1 0,1 1 16,-3-2-16,2-1 0,-6 1 0,-1 0 15,-3-1-15,-8-1 0,1-1 0,-7 0 16,-2 3-16,-9-3 0,0-1 0,-5 3 16,-4 1-16,3-1 0,-1 1 0</inkml:trace>
  <inkml:trace contextRef="#ctx0" brushRef="#br1" timeOffset="32554.67">5779 15970 0,'-2'4'0,"2"-4"0,0 0 0,2 0 0,5-2 0,-3 0 0,5 0 16,2-5-16,2 3 0,-2-1 15,7-1-15,-1 1 0,10-1 0,-1 1 16,3-1-16,-3 1 0,3 1 0,2-1 16,0 1-16,-7-1 0,2 1 0,-1 2 15,-3 2-15,0-2 0,-9 2 16,0 0-16,-2 2 0</inkml:trace>
  <inkml:trace contextRef="#ctx0" brushRef="#br1" timeOffset="35223.76">7144 15509 0,'0'0'0,"0"-4"0,0 4 0,-5-5 0,3 1 0,-2-3 15,-1 1-15,3-3 0,2 0 0,0 0 16,0-2-16,0 2 0,2-2 16,3 0-16,1 0 0,5 0 0,3 2 15,-1-2-15,7 5 0,4-1 0,5 0 16,-3 5-16,0 2 0,-1 5 0,1-1 15,-4 5-15,3 2 0,-6 4 0,6 3 16,-6 6-16,1 0 0,-4 3 16,1 4-16,-3 0 0,-6 2 0,3-2 15,-11 2-15,0 11 0,-8-2 0,-1 0 16,-4-7-16,-1 0 0,-1-2 0,-3-6 16,3-5-16,-3 0 0,1-5 15,-5-3-15,2-3 0,-2-3 0,2-1 16,-7-3-16,7-1 0,-2-3 0,5-3 15,6 1-15,2 0 0,5 0 0,-3 2 16,7-2-16,4-1 0,3-1 0,4 0 16,7-1-16,-3 3 0,5-2 15,4 1-15,5 1 0,2-2 0,6 4 16,3-5-16,2 5 0,17-2 0,-4 0 16,-4 2-16,-5 0 0,-2 0 0,-2 2 15,-6-2-15,-5 2 0,-3-2 0,-4 0 16,-1 0-16,-6 0 0,1 0 0,-7 0 15,-2-2-15,-3 0 0,3-2 16,-5-1-16,3-1 0,-3-3 0,1-4 16,-1-1-16</inkml:trace>
  <inkml:trace contextRef="#ctx0" brushRef="#br1" timeOffset="35811.38">8498 15449 0,'4'-4'0,"-2"-3"0,-2 7 0,7-11 0,-3 0 0,7-2 0,-4-2 16,-1 1-16,3 3 0,-2-2 0,-3 0 15,1 2-15,-5 2 0,0-2 0,-3 5 16,-1-3-16,-3 2 0,-4 0 0,-2 1 16,-7 1-16,-8 1 0,-3 2 0,-4 2 15,1 2-15,1-2 0,3 4 0,-1 1 16,2 1-16,-2 3 0,0 0 15,5 2-15,-3 0 0,5 2 0,2 1 16,4 1-16,5 0 0,4 1 0,5-1 16,4-1-16,6 1 15,8-2-15,1 0 0,5-1 0,0 1 16,6-2-16,5 0 0,2 0 0,5 0 16,3 0-16,6 0 0,19 0 0,-4 0 0,-7 2 15,-5 0-15,-8 3 0,-2-3 0,-7 2 16,-4 3-16,-3-2 0,-4 3 0,-6 1 15,-3 2-15,-4 3 0,-5 3 16,-4 1-16,-4-3 0,-5 3 0,-4-5 16,-3 1-16,1-6 0,-9-1 0,2 0 15,0-5-15,-1 0 0,1-4 0,0-2 16,5-1-16,-1-1 0,3-3 0,1-2 16,1-2-16,-7-3 0,5 3 15,0-5-15,-1-2 0,-4 1 0,0-14 16,1-3-16,-1-3 0,2-8 0,5 1 15,-5-5-15,9 5 0,3 0 0,6 4 16,4 2-16,3 5 0,2 4 0,4 0 16,0 5-16,2-3 0,1 3 0,-1 0 15,-1 1-15,-1 1 16,-2 0-16,0 0 0,-5-1 0,1 3 0,-2-2 16,-1 2-16,0 2 15,-4-2-15,0 2 0,0 1 16,0-3-16,0 2 0,0 0 15</inkml:trace>
  <inkml:trace contextRef="#ctx0" brushRef="#br1" timeOffset="36400.07">9053 15072 0,'-2'3'0,"2"-3"0,0 2 0,0-2 0,4 2 0,1-2 15,1 4-15,-1-1 16,6 3-16,0 1 0,4 4 0,3 4 0,0 1 16,10 12-16,-1 3 0,-1 5 0,3 5 15,2 19-15,-3 6 0,3 22 16,-9-8-16,-6-14 0,-7-4 0,2-7 16,-7-2-16,0 0 0,-1-5 0,-6-4 15,-1-4-15,-3-3 0,-6-4 0,2-4 16,0-2-16,0-3 15,0 0-15,-2 0 0,-3-4 0,1-2 0,-1 2 0,1-5 16,2-2-16,2-2 0,-7 3 0,3-3 16,-1 2-16,1-2 0,-1-5 15,3-1-15,0-3 0,0 5 0</inkml:trace>
  <inkml:trace contextRef="#ctx0" brushRef="#br1" timeOffset="36974.04">6879 15079 0,'0'-2'0,"0"0"0,0 2 0,-4-3 0,4 1 0,-2 0 0,2 2 16,0 0-16,0 4 0,-3 1 0,1 4 15,-2 4-15,2 5 0,-1-1 0,1 18 16,-2-1-16,4 5 0,0 8 0,4-1 15,-4 7-15,7 15 0,2-6 16,2-3-16,4-6 0,7 9 0,0-9 16,0-5-16,0-3 0,0-1 0,0-5 15,5-6-15,-1-4 0,-2-5 0,3-4 16,2-2-16,-3-1 0,5 1 0,-5-3 16,1 1-16,-5-3 0,-2-2 15,-5 2-15,3-4 0,-5 0 0,-2-2 16,-4-1-16,1-4 0,1 3 0,-4-3 15,1 2-15,-3-4 0,1-2 0,0 0 16,-1-2-16,-1-1 0,0-1 16,0 1-16</inkml:trace>
  <inkml:trace contextRef="#ctx0" brushRef="#br1" timeOffset="37850.71">9867 14887 0,'0'-2'0,"2"2"0,-2-2 0,0 0 0,0-1 15,0 1-15,0 2 0,0 0 0,0-2 16,-2 4-16,2-2 0,-5 2 0,1 5 16,0-3-16,-1 7 0,-2 0 0,1 5 15,-1 2-15,1 4 0,-1 13 0,-2 7 16,0 0-16,5 0 0,-3 4 16,3 0-16,0 16 0,4 2 0,2 0 15,7 13-15,2-9 0,4-15 0,0-6 16,5-6-16,2-3 0,3 2 0,8-5 15,2 2-15,0-6 16,-2 0-16,3-7 0,-8 1 0,-3-6 0,-3-1 16,-5 0-16,-1-5 0,-1 0 15,-6-2-15,2 0 0,-7-6 0,1-1 0,1 3 16,-1-3-16,-1 0 0,-2-1 16,-2-1-16,3-2 0,-6 2 0,3-2 15,-2 0-15,2 0 0,-6-7 0,1 3 16,1 4-16,4-2 0,2 4 0,0 0 15,0-2-15,1 2 0,-1-2 0,2 0 16,1 3-16,-5-1 0</inkml:trace>
  <inkml:trace contextRef="#ctx0" brushRef="#br1" timeOffset="45586.47">10619 15011 0,'-3'2'0,"3"-4"0,-4 2 0,2-3 0,0 1 0,-1 2 15,1-4-15,0 4 0,2-5 0,-2 3 16,2 0-16,0-2 0,0-3 0,2 3 15,0-1-15,3-1 0,3-1 16,1 0-16,4 1 0,3-1 0,2 1 16,4 1-16,8 1 0,4-1 0,-4 5 15,-1 2-15,0 3 0,-3-1 0,-4 5 16,0 0-16,-2 2 0,-2 0 16,-3 2-16,-4 0 0,0 3 0,-4 2 15,-1-1-15,-6 1 0,0 4 0,-2-2 16,-2 2-16,-5 0 0,0-2 0,-2-1 15,-2 1-15,2 0 0,-2 0 0,2-2 16,0-3-16,0 1 0,2-3 0,4 0 16,1-2-16,4 2 0,0-2 15,7-2-15,1 0 0,1 0 0,4 0 16,1-5-16,1 3 0,3-1 0,-3 1 16,3 2-16,4-1 0,-2 1 0,0 2 15,-1 3-15,-1 1 0,-3 0 0,1 5 16,-7 0-16,-5 0 0,-8-2 15,2-3-15,-7 3 0,-2-1 0,-3 1 16,1 0-16,-11-3 0,4 3 0,-2-5 16,0 0-16,2-2 15,-2 2-15,2-4 0,3 0 0,-3-7 0,0 0 16,-2-6-16,0-5 0,0-2 0,0 0 16,2-7-16,2 3 0,5 0 0,0-1 15,6 1-15,3 1 0,-1 1 0,5 2 16,0-2-16,5 2 0,6 0 0,0 0 15,4-2-15,1 2 0,-3-3 16,-2 6-16</inkml:trace>
  <inkml:trace contextRef="#ctx0" brushRef="#br1" timeOffset="45800.91">11483 15405 0,'0'0'0,"0"0"0,0 0 0,-2 0 0,2 0 0,0 3 0,-2-1 0,-1 2 0,3 1 16,-2-1-16,0 3 0,2-3 0,0 3 16,0 1-16,2-1 0,0 2 0,3-2 15,-1-1-15,3 3 0,-3-2 16,3-3-16,-1 0 0,1-1 0,0-3 16,-1-3-16,3-1 15</inkml:trace>
  <inkml:trace contextRef="#ctx0" brushRef="#br1" timeOffset="46363.1">12188 14848 0,'-2'0'0,"0"-3"0,-2 1 0,-1 0 0,-1 0 0,-3 0 15,-2-1-15,0-1 0,-7 4 0,-2 0 16,-2 0-16,-4 2 0,-14 3 0,3-1 15,-1 3-15,1-3 0,1 3 0,1 1 16,6-1-16,1 0 0,4-3 0,1 0 31,4-1-31,3-6 0,3 1 16,4 0-16,3 0 0,1-3 0,1 3 16,4 0-16,0 2 0,0 2 0,2 0 15,0 7-15,3 0 0,-3 6 0,2 3 16,1 6-16,-1 3 0,-2 4 0,3 2 15,-3 0-15,0 0 0,0 0 16,0-2-16,-2-2 0,3-5 0,-3-4 16,2-3-16,-2-1 0,0-5 0,0-2 15,4-9-15,-4 2 0,0 0 0,2-4 16,3-3-16,1-3 0,1 3 16,2-4-16,2-2 0,4 0 0,5-2 15,2 2-15,5-2 0,10-3 0,3 3 16,-3 4-16,1 3 0,-3 3 0,0 3 15,-2 3-15,3 3 0,3 10 0,-3-1 16,-3 3-16,-5-3 0,-1 3 16,-3-1-16,-8 3 0,-3 0 0,-4 2 15,-9 0-15,0 0 0,-9 3 0,-2-1 16,-7-2-16,-2 0 0,0 0 0,-4-2 16,-2 0-16,1-5 0,1 3 15,-2-3-15,2-2 0,1-2 0,-1-2 16,4-2-16,1-1 0,-1-3 0,-2 1 15,0-4-15,2-4 0,0-1 0,0-4 16,5-2-16,4-2 0,2-2 0,4-3 16,3-4-16,2 2 0,2-2 15</inkml:trace>
  <inkml:trace contextRef="#ctx0" brushRef="#br1" timeOffset="48471.42">12528 14504 0,'-4'0'0,"-1"0"0,1 0 0,4-5 0,-5 5 0,5-4 0,0-1 15,0 3-15,3-2 0,-1 2 0,-2-1 16,0 3-16,0 0 0,0 0 16,2 0-16,0 0 0,0 3 15,1-1-15,1 0 0,0 2 0,1 1 16,-1 1-16,1 3 0,1 0 0,1 0 16,0 4-16,1 0 0,1 5 0,2 0 15,5 8-15,1 3 0,1-1 0,2 3 16,0-2-16,-1 2 0,1-3 0,0 1 15,2 6-15,-2 1 0,-2-1 0,-3-2 16,0 7-16,-6 4 0,-4 6 0,-1 1 31,3-7-31,-1-2 0,1-7 0,-5-1 16,-2-1-16,-2-3 0,2 1 16,2 2-16,-2 0 0,5 1 0,-1-4 15,0-1-15,1 0 0,-3-5 0,-2 0 16,-2-2-16,-3-2 0,1-2 0,0-3 15,-1 1-15,-1-3 0,3 0 0,-1 0 16,2 3-16,0-3 0,-3 0 16,1 0-16,-1-2 0,1-2 0,2 0 15,-3-2-15,3-1 0,0-1 0,2-3 16,-2 0-16,-1 0 0,3-2 0,-2 0 16,2-11-16,0 14 0,0-1 0,0-2 15,2-9-15,3 5 0,-5 8 16,0-4-16,0 0 0,0 0 0,0-2 15,-2 2-15,2-2 0,-3-1 0,3-1 16,0-3-16,0 1 0,-2-3 0,0 2 16,-2 1-16</inkml:trace>
  <inkml:trace contextRef="#ctx0" brushRef="#br1" timeOffset="49795.52">8381 16402 0,'0'-2'0,"2"0"0,-2 2 0,2-5 16,0-1-16,3-3 0,-1 0 0,-2-2 16,5 2-16,0-4 0,-3 2 15,3 0-15,-3-2 0,0 2 0,3-1 0,-3 1 16,-1 5-16,-1-3 0,0 5 16,0-3-16,-2 3 0,0 1 0,-2 1 15,0 4-15,0 1 0,-1 1 0,-3 3 16,1 1-16,1 3 0,-3 0 0,1 3 15,-1 1-15,1 3 0,-3-3 0,2 5 16,-2 0-16,0 2 0,-2 9 16,0 0-16,0 0 0,3 2 0,1-2 15,0 2-15,1-5 0,1 1 0,1 0 16,2-3-16,-3-4 0,5-2 0,0-2 16,0-3-16,-4-4 0,2 0 0,2-2 15,-5-3-15,5-1 0,-2-1 16,2-8-16,-2 2 0,2 8 0,-2-3 15,-1-1-15,1-2 0,2 0 0,-2 0 16,0-2-16,0-1 0,-1-1 0,3 2 16,0 2-16,0-5 15,0 5-15,0-4 0,0-1 0,0 1 0,0 0 16,0-3-16,3 3 0,-3-3 16,0-2-16,0 0 0,-3 3 0,1-3 15,0 0-15,-2-2 0,-3-2 0,-2 4 0,0-4 16,-2 0-16,-2-1 0,-2 1 0,1 2 15,-1 2-15,-3-2 0,1 2 16,1 5-16,1 0 0,2 1 0,2 1 16,-3 2-16,6 0 0,1 2 0,0 3 15,3 1-15,2-3 0,-1 3 0,3 3 16,5 0-16,-1 2 0,3 0 0,4 2 16,0-2-16,0 2 0,4 1 15,1-3-15,-1 0 0,5 0 0,-4 0 16,3-5-16,1 3 0,0-2 0,0-3 15,2-2-15,2 1 0,1-3 0,-1 0 16,-4-3-16,-1 1 0,1-2 0,-4-1 16,-1 1-16,-2 0 0,1-3 0,-3 3 15,0-1-15,-3-4 0,-1 5 16,2-3-16,-5 3 0,7 2 0,-4-1 16,2 1-16</inkml:trace>
  <inkml:trace contextRef="#ctx0" brushRef="#br1" timeOffset="50765.7">6434 17414 0,'0'0'0,"0"4"0,0 3 0,0 2 16,0 2-16,0-2 0,0 4 0,0-2 15,0 0-15,2-2 0,-2 0 0,0-3 16,0 1-16,2-3 0,-2-2 0,2 1 16,-2-3-16,5-3 0,-5-3 15,0-3-15,2-2 0,0-4 0,5-3 16,-5-2-16,2-4 0,3-3 0,4-8 15,0 0-15,-4 4 0,6 4 0,-2 3 16,0 7-16,0 1 0,-2 7 16,0 3-16,-1 1 0,-1 8 0,2 3 15,-2 3-15,-3-2 0,0 6 0,5 2 16,-7 3-16,3 2 0,-1 2 0,1 2 16,1-2-16,-1 0 0,-3 9 0,0-9 15,2-4-15,-4-1 16,3-3-16,-1-1 0,0-2 0,-2-5 0,0-1 15,0-3-15,0-2 0,4-4 0,-4-5 16,0-2-16,3-2 0,-1-5 0,0-4 16,3 0-16,-3-2 0,2-1 0,3 1 31,-3-5-31,3 3 0,-3 6 16,5 2-16,-5 7 0,3 0 0,0 3 15,-1 5-15,3 1 0,-5 7 0,5-5 16,-4 4-16,4 5 0,-1 2 0,-1 0 15,0 0-15,4 2 0,-5 0 16,3 7-16,2-2 0,-2-3 0,-5 1 16,3-5-16,-3-2 0,1-1 0,-1 1 15,-4-2-15,2-3 0,1 1 0,-1-3 16,2-2-16,-4-2 0</inkml:trace>
  <inkml:trace contextRef="#ctx0" brushRef="#br1" timeOffset="51066.43">6921 17308 0,'0'0'0,"-2"5"0,0-1 16,2 3-16,0-1 0,2 3 0,0 0 16,0 2-16,3 2 0,1-4 15,1 2-15,4-2 0,-4 0 0,1-3 16,1 1-16,0-5 0,4 0 0,-6-2 16,4-2-16,-2-2 0,0-1 0,-3-6 15,3 2-15,-2-4 0,-5-2 16,0-1-16,0 1 0,-2-3 0,-2 3 15,0-1-15,-5 3 0,1 2 0,-1 2 16,-2 3-16,0 1 0,-2 1 16,0 4-16,-2 4 0,2 3 0,-4-1 0,1 5 15,8 0-15,-5 1 0,4 1 16,3 0-16,4-2 0,0 2 0,4-2 16,3 0-16,4-2 0,-5 0 0,5-5 15,3-1-15,1-1 0,-6-4 0,2-1 16,-2 3-16</inkml:trace>
  <inkml:trace contextRef="#ctx0" brushRef="#br1" timeOffset="51384.5">7108 17279 0,'0'5'0,"-2"-3"0,2-2 0,-2 9 0,0-2 0,0 4 16,2 0-16,-3 0 0,3 2 0,0-2 16,3 2-16,-1-4 0,2 2 15,1-4-15,1-1 0,3-1 0,-7-3 16,7-2-16,-2-2 0,2-5 0,-1-2 15,1-4-15,0 0 0,0-3 0,0-1 16,-1-1-16,1 0 0,-2 1 0,4-1 16,-7 5-16,1 0 0,-1 2 15,3 4-15,-3 0 0,-4 3 0,2 4 16,1 2-16,-3 0 0,0 5 0,2 0 16,2 1-16,-4 6 0,5-3 0,-1 2 15,3 0-15,1 0 0,-1 1 16,0-1-16,4 0 0,-5-2 0,1 0 15,4-2-15,-4-2 0,1-1 0,-1-1 16,0-5-16,-3 0 0,0 0 0,-1-7 16,-3 0-16,0 1 0,-5-3 0</inkml:trace>
  <inkml:trace contextRef="#ctx0" brushRef="#br1" timeOffset="51524.79">7424 17169 0,'2'0'0,"-2"0"0,2 0 0,3 2 0,-5 3 15,2 1-15,0 1 0,5 2 0,-5 0 0,2 2 0,1 2 0,1-2 16,1 2-16,-1 3 0,1-1 16,4 3-16,-4 2 0,2-3 0,-3-1 15,-4 1-15,3-3 0,-5-3 0,2 0 16,-2-5-16,0-1 0,0-1 0,4-2 16</inkml:trace>
  <inkml:trace contextRef="#ctx0" brushRef="#br1" timeOffset="51682.28">7294 17310 0,'-3'0'0,"3"0"0,0 0 0,0-2 16,0 2-16,3-4 0,5 2 16,-3-3-16,8 1 0,0-1 0,5-1 15,4-1-15,5-2 0,-3 3 0,4-3 16,-1 2-16,2 1 0,-3-1 0,0 3 16,-1-3-16,-1 3 0,-4-3 0,-3 3 15,-1-3-15,2 3 0</inkml:trace>
  <inkml:trace contextRef="#ctx0" brushRef="#br1" timeOffset="52490.93">7635 16986 0,'0'2'0,"3"3"0,-3-5 0,6 13 0,-4 3 0,3-1 16,1 7-16,1 4 0,4 3 0,-2-2 15,2-1-15,0 1 0,0-3 16,0 0-16,0 0 0,0 1 0,-4-3 15,-1-3-15,1-3 0,-3 1 0,1-5 16,1-1-16,-3-3 0,1-5 0,0-1 16,1-7-16,-1-1 0,1-5 0,-1 4 15,3-6-15,-5-3 0,2-1 16,1-1-16,-5 1 0,2-1 0,0 2 16,0 3-16,0 0 0,-2 6 15,3 1-15,-1 4 0,-2-1 0,0 8 0,0-1 16,0 5-16,0 2 0,2 0 0,-2 2 15,5 0-15,-1 3 0,-2-3 16,3 0 0,1 1-16,-1-6 0,1 1 0,-1 0 0,1-5 0,-1-1 0,1-3 15,-4-3 1,-2-3-16,5-5 0,-3-2 16,-2-3-16,-2-1 0,0-6 0,-1-1 15,3-2-15,-2-14 0,2 5 0,-6 2 16,1 4-16,-1 9 0,1 9 15,3 2-15,0 3 0,2 4 0,-2-1 16,2 6-16,0 3 0,0 1 0,2 4 16,0 2-16,0 2 0,3-1 0,1 1 15,-1 1-15,1 1 0,-1-1 0,3 1 16,3-1-16,1 1 0,-6 1 0,5-3 16,0 5-16,0-2 0,0-3 15,-2-1-15,2-8 0,-4 1 0,1-5 16,1 0-16,-4-4 0,1-2 0,-1-5 15,-1 0-15,-2-2 0,3 2 0,-1-2 16,1 0-16,-5-2 0,0 0 16,4 2-16,-4 0 0,7 2 0,-7 4 15,2 3-15,0 2 0,2 2 0,1 3 16,-1 1-16,3 3 0,-5 0 16,7 2-16,-5 0 0,5 0 0,-2-2 0,2 2 15,-1-4-15,1 1 0,4-3 16,-6-1-16,4-4 0,-2-4 0,2-1 15,-2-1-15,-5-3 0,5-2 0,-2-7 16,-1-2-16,3 1 0,-5-1 0,-1 0 16,-1 2-16,0 3 0,0 4 0,-2 2 15,0 0-15,0 5 0,0-1 16,-2 5-16,0 3 0,2 1 0,-5 3 16,5 1-16,-4 3 0,4 3 0,0-1 15,-4 5-15,4-3 16,0 5-16,4 2 0,-4 2 0,2 11 0,3-2 0,1 1 15,1-1-15,2-3 0,-3-1 0,1-2 16,0-1-16,-3-4 16,3 0-16,-1-2 0,1-2 0,2-1 15,-3-4-15,5 3 0</inkml:trace>
  <inkml:trace contextRef="#ctx0" brushRef="#br1" timeOffset="53999.77">8687 16704 0,'2'0'0,"1"0"0,-3 0 0,4 4 0,3 3 0,4 4 0,2 5 0,0-1 15,3 5-15,6 6 0,0 5 16,0 0-16,0 2 0,-2 0 16,-1 2-16,6 10 0,-3-10 0,-5-4 0,-1 0 15,-1-9-15,-6-5 0,-5-6 16,3-2 0,-3-2-16,-6-12 0,2 10 15,-2-3-15,-5-2 0,-1-2 0,-3-5 16,-5 0-16,3 1 0,-3-3 0,-6 0 15,0 0-15,-4 1 0,-1-1 0,-6-2 16,3 4-16,5 3 0,-1 4 0,6 2 16,2 2-16,3 3 0,4 4 15,2 0-15,-2 2 0,7 0 0,4 3 16,0-3-16,2-2 0,4-2 0,1 2 16,6-4-16,5-1 0,0 3 0,12-5 15,1 1-15,2-3 0,0-2 0,-2 0 16,-4-2-16,-5 0 0,0-5 0,-4 0 15,-3 1-15,-2-3 0,-2-2 16,-2-2-16,-5 2 0,1 0 0,-5-3 16,0 1-16,0 2 0,0 0 0,-5 2 15,1 0-15,2 5 0,-3 4 0,3 0 16,-4 4-16,6 1 0,-5 2 16,5 1-16,0-1 0,0 2 0,5-3 15,-1 1-15,3 0 0,-1-1 0,3 1 16,2-3-16,2-2 0,3 1 15,1-3-15,1 0 0,0-3 0,-3-1 0,1-3 16,-1-1-16,-2-3 0,-2-3 16,0-1-16,-9-5 0,3 2 0,-5 1 15,0-1-15,-5 3 0,-1 2 0,-3 1 16,5 6-16,-3 1 0,-2 3 0,0 4 16,-2 1-16,2 5 0,1 1 0,-3 2 15,4 3-15,0 1 0,3 0 16,2-1-16,0 1 0,2 1 0,2-1 15,2-2-15,3 0 0,2-2 0,2-2 16,0 0-16,2-2 0,0-3 0,0 1 16,1-5-16,-1 0 0,2-3 0,1-1 15,-3-3-15,-4 1 0,2-3 16,-5 0-16,3-4 0,0 2 0,-2 0 16,-1 0-16,-1 4 0,-1 3 0,0 1 15,1 3-15,-3 5 0,0-1 0,1 3 16,-1 0-16,0-1 0,2 3 0,-4 0 15,3-3-15,-1 3 0,2-2 16,1-1-16,-1 1 0,0-3 0,3-1 16,-3 1-16,1-4 0,1-2 0,1 0 15,0-3-15,-3 1 0,3-7 16,-1 2-16,-1-2 0,-3 0 0,2-2 0,-1 4 16,-1-2-16,0 2 0,-2 2 15,2 3-15,-2 2 0,0 0 0,0 2 16,0 2-16,0 2 0,0 1 0,2-1 15,-2 5-15,3-2 0,-1-1 0,2 1 16,1-1-16,1-1 0,-1-3 0,3 2 16,1-1-16,-2-3 0,4 2 0,0-4 15,0-1-15,0-1 0,2-3 16,-2-1-16,0 1 0,0-2 0,-2 0 16,-2-2-16,-1 2 0,-1 1 0,-3-1 15,2 4-15,-4 1 0,3 0 0,-6-1 16,3 5-1,-2 0-15,0 0 0,-2 2 0,1 1 0,-1-3 0,2 2 0,-1 0 16,1 2-16,0-1 0,2 1 16,0 0-16,2 1 0,0-1 0,1 3 15,-1-3-15,2 1 0,-1-1 0,1 0 16,0 3-16,1-2 0,-3-3 0,2 0 16,1 0-16,-3 0 0,0-2 15,3 0-15,-3 0 0,0-2 0,0 0 16,0 0-16,1 0 0,-3-5 0,0-2 15,0 0-15,0-2 0,0-2 16,0 0-16,-3 0 0,1-1 0,2 3 0,-2 2 31,2 1-31,0 3 0,0 3 0,0 0 0,2 4 0,0 2 0,1 3 16,-1 2-16,2 0 0,3 2 0,-1 0 16,3 0-1,0 2-15,2-4 0,-2 2 0,4-2 0,0-1 0,1 1 0,1-2 31,0-3-31,-1 1 0,-1-5 16,-2 0-16,2-5 0,-2 1 0,-2 0 16,-2-8-16,1-5 0,-1-7 0,-3-1 15,1 1-15,-3 4 0</inkml:trace>
  <inkml:trace contextRef="#ctx0" brushRef="#br1" timeOffset="54352.86">9812 16578 0,'0'3'0,"2"3"0,-2-6 0,2 9 0,5 4 15,1 5-15,3 2 0,1 4 0,7 5 16,-1-1-16,0 1 0,-1 0 0,3-1 16,0-1-16,0 4 0,0-3 15,2 8-15,0-6 0,-2-1 0,-1-5 16,-3-4-16,2-4 0,-3-5 0,0-3 16,-1-1-16,-3-5 0,-3-2 0,-1-2 15,-3-5-15,1-1 0,-5-3 0,-2-5 16,-3 1-16,-1-1 0,1 5 15,-1 2-15,-5-2 0,0 5 16,-5-1-16,-1 5 0,-3 0 0,-5 4 0,1 2 16,-2 5-16,-1 0 0,1 2 0,2 5 15,4-3-15,-2 7 0,6-5 0,7-2 16,3-2-16,6 2 0,2-1 16,5-4-16,1 1 0,6-2 0,1-3 15,5-2-15,2 1 0,-2-6 0,2 1 16,0-2-16,-2-3 0,4-4 0,-2 0 15,-7 4-15,-3-4 0,-1 0 0,0-4 16,-3 0-16,-3 6 0</inkml:trace>
  <inkml:trace contextRef="#ctx0" brushRef="#br1" timeOffset="55225.51">11816 15683 0,'0'0'15,"0"2"-15,0-2 0,0 3 0,0-3 0,0 4 0,2 0 16,-2 5-16,0 0 0,2 4 0,-2 3 16,0 4-16,5 2 0,-5 2 15,4 9-15,-2 2 0,3-2 0,-3 3 16,0-8-16,3 3 0,-5-2 15,4-3-15,-4 3 0,2-3 0,0-1 0,1-3 16,-1-3-16,0-1 0,-2-2 16,0-1-16,2-4 0,-2-2 0,0-3 15,0 1-15,-2-11 0,0 6 0,0 2 16,-1-4-16,-3 0 0,-1-4 0,-2-5 16,0 0-16,1 3 0,-3-5 15,0-3-15,-3-1 0,1-3 0,0 3 0,-3-3 16,3 1-16,0 3 0,0 3 15,0 0-15,2 2 0,2 3 0,-2 1 16,4 3-16,-2 2 0,5 0 0,-1 5 16,3-1-16,0 5 0,4-3 0,3 3 15,1 2-15,1 0 0,2 0 16,2 0-16,2-2 0,2 0 0,1 0 16,1-3-16,1 1 0,2-5 0,0 0 15,2-2-15,-2-2 0,0 0 0,6-5 16,-4-1-16,0 1 0,-9 0 0,3 1 15,-3 1-15,-2-1 0,2 1 0,-4 1 16,-2 2-16,-3 2 0,0 2 16,-1-2-16</inkml:trace>
  <inkml:trace contextRef="#ctx0" brushRef="#br1" timeOffset="55672.62">11937 16428 0,'0'-2'0,"0"2"0,2-2 0,3 4 0,-3-2 0,5 5 16,-1-1-16,3 3 0,0-1 0,2 5 15,-2 3-15,4 3 0,5 7 0,-3 1 31,0 1-31,1 3 0,-3-3 0,0 3 16,3-5-16,-3 0 0,2 1 16,1-5-16,-7-3 0,2-1 0,-5-3 15,1-4-15,-3-3 0,-4-4 0,2 1 16,-2-6-16,0 6 0,3-3 0,-1 0 16,-2-5-16,0 1 0,4-3 0,-1-4 15,1 5-15,0 1 0</inkml:trace>
  <inkml:trace contextRef="#ctx0" brushRef="#br1" timeOffset="55927.26">12382 16329 0,'3'0'0,"1"-2"0,-4 2 0,5 2 0,1 0 16,1 3-16,2 1 0,2 5 15,0 0-15,-3 3 0,3 1 0,0 3 16,-2-1-16,5 10 0,-1-1 0,0 1 15,-2-3-15,2 3 0,-2-3 0,3-2 16,-3 0-16,-3-5 0,-1 1 0,2-2 16,-5-5-16,1-3 0,-3-3 0,2 1 15,-4-1-15,0-5 0,-2-2 16,-2-3-16,-3-4 0,3 3 0,-3-3 16,-2-4-16,-2 2 0,-2-3 0,-3-1 15,1 4-15,0 0 0</inkml:trace>
  <inkml:trace contextRef="#ctx0" brushRef="#br1" timeOffset="56197.31">12188 16356 0,'3'-3'0,"-6"3"0,3-2 0,0 2 0,0 0 16,0 2-16,0-2 0,-2 5 0,0-1 16,0 5-16,0 0 0,-3 2 0,3 0 15,-2 0-15,-1 2 0,3 0 16,0 3-16,2-3 0,-2 0 0,4-2 15,0 3-15,5-3 0,-1-3 0,5-1 16,5-3-16,4-4 0,2 0 0,11-6 16,2-1-16,-4-4 0,-3 5 15,1-3-15,-5 0 0,-2 5 0,-2-5 16,-2 4-16,-3 1 0,-1 2 0,-3-3 16,-3 5-16,-1 0 0,2 5 0,-5-3 15,3 2-15,0 3 0,-1 0 0</inkml:trace>
  <inkml:trace contextRef="#ctx0" brushRef="#br1" timeOffset="56724.21">12903 16376 0,'0'2'0,"-2"-2"0,2 0 0,-3 0 32,3 2-32,0 0 0,5-2 0,-5 5 15,4 1-15,1 3 0,1-2 0,3 4 16,0 0-16,0 0 0,2 2 0,0 0 15,2 3-15,5 1 0,-1 1 0,-1-5 16,1 2-16,1-3 0,-3-1 0,1-5 16,-3-1-16,0-1 0,-2-6 15,3 0-15,-3-5 0,-3-2 0,1-4 16,-2 0-16,-3-1 0,-2 1 0,-4-7 16,2 7-16,0 0 0,-2 0 0,0 2 15,0 4-15,-1 0 0,-1 5 16,0 0-16,1 4 0,-1 0 0,4 5 15,-2 0-15,4 1 0,0 3 0,5 3 16,-1-3-16,5 2 0,3-4 0,1 6 16,3-4-16,-3-2 0,3-5 0,-1 1 15,1-5-15,-2-5 0,-1-1 0,-4-3 16,0-2-16,-4-2 0,1-3 16,-5 1-16,-1-3 0,-2 1 0,-2-1 15,2 5-15,-7-3 0,0 1 0,1 2 16,1 4-16,3 0 0,-2 5 0,-1-3 15,3 3-15,0 1 0,-2 1 0,4 2 16,0 2-16,0-2 0,4 3 0,0-3 16</inkml:trace>
  <inkml:trace contextRef="#ctx0" brushRef="#br1" timeOffset="57359.61">13474 16415 0,'0'-2'0,"0"2"0,2 2 0,0-2 16,-2 2-16,5 1 0,-1-1 15,1 2-15,-1-2 0,3 1 0,1-1 16,3-2-16,-2 2 0,4-4 0,-2 0 16,5 2-16,-5-5 0,2 3 0,-2-2 15,-2-3-15,2-2 0,-4-2 16,-3 0-16,0-2 0,-1 2 0,-3-2 16,0 2-16,-5 2 0,1 2 0,-1 1 15,-1 3-15,-3 1 0,0 2 0,-2 5 16,2-1-16,-2 5 0,3 0 0,1-1 15,0 3-15,5-2 0,2 5 16,0-3-16,4 0 0,3 2 0,2-2 16,0 0-16,2 0 0,0 0 0,2-2 15,-2-3-15,2 1 0,-2-3 0,3 1 16,-3-3-16,2-2 0,-2 0 0,0 0 16,-2-2-16,2-3 0,-3 3 0,-1-4 15,2 1-15,-5-2 0,1 1 16,-3-1-16,0 1 0,-2 1 0,0-1 15,0 1-15,-2 1 0,0-1 0,0 3 16,-1 0-16,1 0 0,0 0 0,2 2 16,0-3-16,0 6 0,2-3 0,3 2 15,1 0-15,3 0 0,2 0 16,4-2-16,5 0 0,0 0 0,7 0 16,-1 0-16,-2-4 0,1 0 0,-6-1 15,-1-1-15,-3 1 0,-1-4 0,-5 1 16,-5-4-16,0 1 0,-1 3 15,-6 1-15,-1 0 0,0 3 0,-1 2 0,-2-3 16,-1 5-16,-1 0 0,-2 5 16,-2-1-16,2 1 0,2 1 0,0 1 15,2-1-15,1 3 0,1-2 0,5 0 16,2-1-16,5 3 0,2-2 0,4 1 16,-2-1-16,2-3 0,3 1 31,4-1-31,-3-4 0,1 0 0,0 0 15,-7-2-15,2 0 0,-2-3 0,0 1 16,-2-3-16,-3-1 0,-1-6 0,1 1 16,-1-2-16,1-1 0</inkml:trace>
  <inkml:trace contextRef="#ctx0" brushRef="#br1" timeOffset="57582.04">14074 16001 0,'4'-3'0,"-4"1"0,2 4 0,0 1 15,3 1-15,-1 5 0,3 2 0,-1-2 16,1 6-16,2 3 0,-2 4 0,6 9 16,-2 4-16,0 0 0,-2-2 15,4 3-15,-2-3 0,-2-5 0,0 1 16,-1-7-16,1-2 0,-2-2 0,-1-5 16,1-2-16,-3-2 0,-1-5 0,-1 0 15,-2-8-15,2 4 0,0 0 0,-2 0 16,2-4-16,-2-3 0,3 5 15,-1-5-15</inkml:trace>
  <inkml:trace contextRef="#ctx0" brushRef="#br1" timeOffset="57804.71">14323 16166 0,'-2'0'0,"-1"0"0,3 0 0,0 0 0,-4-2 0,0 0 16,1-1-16,-3 3 0,1 0 16,-1-2-16,-1 2 0,-2 2 0,5-2 15,-5 5-15,2-3 0,-1 5 0,1-1 16,3 5-16,-1 0 0,3 3 0,0 1 15,2 3-15,2-1 0,0-1 0,3 1 16,1 1-16,3-5 0,0 3 16,4-1-16,0-4 0,3 2 0,-3-4 15,2-2-15,-1-1 0,-1-3 0,-4 1 16,2-2-16,2-2 0,0 0 0,0 0 16,1-2-16,-3 2 0,0-2 0,2 0 15,0-3-15,3 3 0,-1-2 16</inkml:trace>
  <inkml:trace contextRef="#ctx0" brushRef="#br1" timeOffset="58331.17">14777 16168 0,'-2'0'0,"2"-2"0,0 2 0,2-4 0,0-1 16,0 1-16,1-1 0,-1 1 0,-2 0 15,0-1-15,-5 1 0,1 2 16,-3-1-16,1 3 0,-3 0 0,-4 3 16,-1 1-16,-1 0 0,0 3 0,-5 0 15,2 1-15,-2 3 0,3-2 0,6-2 16,2 2-16,4 0 0,3 2 15,4-3-15,5 3 0,4 0 0,2 3 16,3-3-16,1 2 0,-1 0 0,1-2 16,1 2-16,0 3 0,-3-3 0,1-2 15,-8-2-15,-1 2 0,-5-4 16,-2-1-16,-2 3 0,-5-5 0,-1 3 16,1-3-16,-4 1 0,-2-1 0,-1-2 15,1 3-15,0-5 0,0 2 0,0-4 16,2 2-16,2 0 0,2-2 0,0-1 15,5 3-15</inkml:trace>
  <inkml:trace contextRef="#ctx0" brushRef="#br1" timeOffset="59189.7">15156 16170 0,'-2'0'0,"0"0"0,-3 0 0,1-2 0,-3 4 0,-1-2 15,-1 5-15,-2 1 16,0 3-16,-3 0 0,3 7 0,3-3 0,1 7 16,0-3-16,5 1 0,4 6 0,5-4 15,0-5-15,4-1 0,6 1 0,3-2 16,0-2-16,0-2 0,0-4 16,-1-5-16,1 0 0,-2-5 0,0 1 15,-7 2-15,4-9 0,-4-3 0,-4 1 16,-1-2-16,-6-3 0,0-2 0,-2-4 15,-4 0-15,-1-1 0,-2 3 16,-6 2-16,1 3 0,-1 1 0,0 3 16,-5 4-16,0 5 0,0-3 0,0 7 15,0-2-15,3 4 0,3-2 0,1 5 16,4-5-16,3 4 0,1 1 0,8-3 16,1 2-16,5-4 0,0 2 0,4-2 15,0 0-15,5-2 0,-1 0 16,3-2-16,0-3 0,2 0 0,0 1 15,7-5-15,-3 2 0,1-2 0,-3 2 16,-2 0-16,0 3 0,-2 1 0,-2-1 16,-1 6-16,-1 0 0,-3 0 15,2 2-15,-1 2 0,-3 1 0,4-1 16,-4 3-16,4 1 0,-1-1 0,3 0 16,-1 2-16,6-3 0,0 1 0,7-3 15,-1-2-15,10 1 0,1-8 0,1-1 16,-5-3-16,-2-2 0,-4-3 0,-5-5 15,-4 1-15,-4-4 0,-8-7 16,-5-4-16,-10-9 0,-4-4 0,-18-9 16,-2 4-16,3 7 0,-3 13 0,4 9 15,-6 16-15,5 3 0,1 3 0,1 3 16,4 1-16,0 0 0,6 5 0,3 4 16,6 5-16,3 4 0,2 9 15,6 4-15,1 9 0,6 5 0,11 8 16,0-8-16,0-10 0,-2-6 0,-1-2 15,6 2-15,-3 0 0,2 1 0,-6-6 16,-1 3-16,-1-7 0,-3 1 0,0-6 16,-2-3-16,-2-3 0,2-2 15,-4-2-15,2 0 16,-3-3-16,1 3 0,-3-4 0,1-1 0,-5-2 0,2 0 16,-4-2-16,-3-2 0,-4 0 0,-2-2 15,2-1-15,3 3 0,-3 0 0,0 0 31,-4-1-31,0-1 0,-3 0 0,1-1 16,-3-1-16,-2-1 0,3 0 16,1 1-16,1-1 0,4-2 0,6 3 15,3-1-15,7-4 0,4 4 0,4-4 16,4 3-16,5 1 0,0-2 0,3 0 16,6 0-16,-3 5 0,-10 2 15,0 2-15,-3 2 0,-4 0 0,-2 3 16,-3-1-16,3-2 0</inkml:trace>
  <inkml:trace contextRef="#ctx0" brushRef="#br1" timeOffset="60193.78">12462 17235 0,'-2'0'0,"2"0"0,0 0 0,0 0 0,0 0 0,0-2 0,0 4 16,0-2-16,4 5 0,0-1 15,1 3-15,-1 2 0,3 4 0,-3 2 16,5 3-16,-2 4 0,2 7 0,-1-1 16,1 3-16,-2-4 0,-1-1 0,1-2 15,-5 1-15,3-6 0,-3-1 0,2-2 16,-1-1-16,-1-4 0,2-4 0,1 1 15,-1-3-15,3-3 0,1 0 16,1-2-16,2-2 0,5-2 0,-1-1 16,-2-1-16,5 1 0,0-1 0,-1-1 15,1 3-15,-5 1 0,3-1 0,-5 4 16,-3-4-16,1 4 0,0 0 16,-2 2-16,-5-2 0,2 2 0,-2-2 15,1 4-15,-1-1 0,0-3 0,2 0 16,1 0-16</inkml:trace>
  <inkml:trace contextRef="#ctx0" brushRef="#br1" timeOffset="60828.05">12839 17489 0,'0'2'0,"-2"-2"0,2 0 0,0 2 0,0-2 0,0 0 0,2 0 0,-2 0 0,4-2 16,1 2-16,1 0 0,3 0 0,0 0 15,2 0-15,2-2 0,3 2 0,-1 0 16,1-2-16,1 0 0,1-1 15,4-1-15,-2-3 0,0 1 0,-3-3 16,-4 0-16,-2-2 0,-4 0 0,-3 2 16,-1-4-16,-6 4 0,-3-4 0,-1 4 15,-4-2-15,2 2 0,-4 0 0,2 3 16,-4 1 0,-1 1-16,3 4 0,-2 0 0,4 4 15,-3 1-15,3 1 0,3 5 0,1 3 0,0-1 0,3 2 16,2 1-16,4 1 0,2-1 0,5 1 15,0-1-15,4-1 0,3-1 0,1-3 16,12 2-16,0-2 0,-1-5 16,3-1-16,-2-3 0,-1 0 0,-3-2 15,-1-4-15,-4 2 0,0-7 0,-5 2 16,0-6-16,-4 0 0,-2-3 0,-4-3 16,-1 1-16,-2 0 0,-2 1 0,0-1 15,0 5-15,-4 0 0,0 4 16,1 4-16,-1-1 0,-1 3 0,-1 3 15,1 3-15,-3 3 0,1-1 0,0 6 16,1 2-16,1 0 0,-1 0 0,4 5 16,-1-5-16,3 3 0,5-1 0,-1-2 15,1-2-15,1 0 0,1-2 16,2 0-16,-1-5 0,3-1 0,-2-1 16,0-4-16,2-1 0,-4-1 0,2-5 15,-3 0-15,1-2 0,-1 0 0,-3-2 16,-1 2-16,2 0 0,-4 2 0,0 0 15,2 3-15,-2 1 0,0 1 0,3 4 16,-3 0-16,0 2 0,4 3 16,-2 1-1,3 1-15,4 2 0,-3-3 16,5 3-16,0 0 0,5 2 0,-1-2 16,3-3-16,-3-1 0,-2-3 0,3 0 15,-5-4-15,2 0 0,0-3 16,-4-3-16,-2-3 0,-3-5 0,-2 3 15,-2-5-15,0 5 0</inkml:trace>
  <inkml:trace contextRef="#ctx0" brushRef="#br1" timeOffset="61192.58">13531 17044 0,'2'2'0,"5"2"0,-7-4 0,7 11 0,6 2 0,0 5 15,3 0-15,-1 2 0,3 6 0,-1 0 16,3 3-16,-4 2 0,-1-2 0,-2-1 15,3 5-15,-1 0 0,3 9 16,-1-9-16,1-2 0,-3-9 0,1-6 16,-3-3-16,0-4 0,-2-3 0,-4-1 15,2-5-15,-5 0 0,-4-5 0,0-6 16,-6-2-16,-1 0 0,-2-2 0,-2-1 16,-4-2-16,-1 3 0,-1 0 0,1 4 15,-1 2-15,-1 0 0,2 5 16,1 4-16,-3 2 0,3 2 0,2 3 15,-1 4-15,3 0 0,3 2 0,1-2 16,3 2-16,1 1 0,6-3 0,1 0 16,5 0-16,0-3 0,4 1 15,0-2-15,3-1 0,1-1 0,7-5 16,-4 2-16,0-4 0,4 0 0,3-3 16,-3-1-16,-4 1 0,2-6 0,-2 2 15,-3-2-15,1 0 0,-2-2 0,-1 4 16,-4-4-16,-2 4 0,-3 0 15,-1 1-15</inkml:trace>
  <inkml:trace contextRef="#ctx0" brushRef="#br1" timeOffset="61430.27">14138 17158 0,'0'-2'15,"0"0"-15,2 2 0,-2 2 0,2 2 0,2 1 0,1 1 0,-1 3 16,3 5-16,-1-3 0,1 4 0,4 3 15,0 8-15,2 1 0,-2-3 16,3 0-16,-1 0 0,-2-2 0,2 0 16,0-2-16,1-4 0,-1-1 0,-2-4 15,-2-2-15,-3-2 0,1-3 0,-1-2 16,-3-2-16,-3-2 0,-3 0 0,1-3 16,-4-1-16,-3-5 0,-2 2 0,0-4 15</inkml:trace>
  <inkml:trace contextRef="#ctx0" brushRef="#br1" timeOffset="61698.75">14034 17304 0,'0'0'0,"-7"-2"0,7 2 0,-4 0 0,-3-3 0,3 3 16,-1-2-16,1 0 0,4 2 0,4-2 16,1 0-16,2-1 0,4 1 0,4-2 15,5-1-15,4 3 0,14-5 16,-1 1-16,3 1 0,-1 1 0,-3 0 16,-1 1-16,-2-1 0,-7 4 0,-1-4 15,-3 4-15,-2 0 0,-5 0 16,-2 0-16,-2 4 0,-6 3 0,-3 1 15,0 3-15,-2 3 0,0-1 0,0 2 16,-2 1-16,2-1 0,0 3 0,0-3 16,0 1-16,0-3 15,2 0-15,0 3 0,3-5 0,-3 0 0,5-3 16,-3 1-16,0-4 0,1-1 0,-1-2 16,1 1-16,-3-6 0,0 1 0,-2-2 15,0-5-15,0 0 0,0-2 0,0 0 16</inkml:trace>
  <inkml:trace contextRef="#ctx0" brushRef="#br1" timeOffset="62464.54">14285 17125 0,'0'-4'0,"0"2"0,0-1 0,0 1 0,3 0 0,-1 2 16,-2 0-16,4 0 0,1 0 0,3 0 16,-1 4-16,2-1 0,2-1 15,0 2-15,0 1 0,0 1 0,2 1 16,0-1-16,1 5 0,-1-2 0,-2 0 15,4 0-15,1 2 0,-5-2 0,-2-3 16,-3 1-16,1 0 0,-5-1 0,2 1 16,-1-1-16,-1 5 0,0-2 15,0 0-15,-2 0 0,5 2 0,-3 0 16,0-2-16,0 2 0,3 0 0,-1 0 16,0-2-16,1-1 0,-1 1 0,3-4 31,-3-1-31,3 1 0,0-5 0,-1 0 15,1-5-15,2 3 0,-5-2 0,5-5 16,0 0-16,-3-2 0,3-5 16,-2-6-16,1-2 0,-1 6 0,-2 7 15,1 0-15,-1 3 0,-1-1 0,0 2 16,1 5-16,-1 0 0,-2 2 0,3 2 16,-1 0-16,1 5 0,-3-3 0,4 5 15,-1 0-15,1 2 0,-1-2 0,1 2 16,3 2-16,0 0 0,0-4 15,0 0-15,0-5 0,-1-2 0,1 1 16,0-6-16,0-1 0,0-3 0,-1 1 16,-1 1-16,0-3 0,-1-6 0,1 3 15,0-2-15,-1 4 0,-1 3 0,-1-1 16,0 3-16,1-1 0,-3 5 0,2 0 16,1 2-16,-3 1 15,2 1-15,1 5 0,1 0 0,1 4 0,-3-4 16,5 4-16,0-2 0,2-2 0,0 0 15,5-3-15,-1 1 0,3-3 0,-3-2 16,5-4-16,0 0 0,-3-5 0,1 1 16,0-3-16,-3 0 0,1-2 0,-3 0 15,-2-2-15,0 2 0,-2-2 16,0-3-16,-5 1 0,-2-3 0,3 3 16,-5-5-16,-3 2 0,1 3 0,2-1 15,-2 3-15,0 4 0,0 5 0,-1 2 16,1 4-16,2 2 0,0 5 0,0-2 15,0 2-15,0 2 0,2 0 16,3 0-16,-3 2 0,5-2 0,-3 2 16,5 0-16,0 1 0,2-1 0,4 2 15,3 1-15,4-3 0,4-2 0,5 0 16,4-4-16,1-3 0,1 0 0,9-1 16,-6-6-16,-2 3 0,-5-4 0,0 0 15,-2-1-15,-1 3 0,1-2 0,-4-1 16,-3 3-16,-2-3 0,-4 3 15,2-2-15</inkml:trace>
  <inkml:trace contextRef="#ctx0" brushRef="#br1" timeOffset="65709.61">11221 6590 0,'0'-2'0,"4"0"0,-4 2 0,2 0 0,3 0 15,-1-2-15,0 0 0,-1-1 16,-1 3-16,2 0 0,-2 0 0,-2 0 16,3 0-16,-1-2 0,-2 2 0,0 0 15,0 0-15,0 2 0,0 1 0,-5 1 16,3 0-16,-2 3 0,-1 0 0,1 1 15,0 1-15,-1 0 0,3 0 0,-2 0 16,-1-1-16,1-1 0,-1 0 0,1-1 16,-3 1-16,1 0 0,-3-1 15,-4 1-15,2-1 0,-5 1 0,1-3 16,-3 1-16,-6 1 0,2-1 0,0-1 16,2 1-16,0-5 0,0 2 0,0-2 15,1-2-15,-1 2 0,0-5 0,0 1 16,0-3-16,-4-2 0,4 1 15,-4-3-15,2 2 0,0-7 0,-3 5 16,1-9-16,0 3 0,2-3 0,2 0 16,0-2-16,3 0 0,-1 0 0,0 0 15,5 2-15,2-2 16,0 2-16,2-2 0,0 0 0,1 2 0,1-2 16,-4 2-16,0-4 0,2 2 0,0 0 15,0-2-15,-2 0 0,3-3 0,-1 1 16,-2-3-16,0-2 0,0 2 0,0-4 15,0 5-15,-5-5 0,3 4 0,-2 2 16,1 3-16,1 0 0,0-3 16,2 1-16,0-3 0,0-1 0,2 1 15,2 2-15,-1-1 0,3-1 0,-1 0 16,3 5-16,-1-2 0,-1 1 0,3 3 16,0-2-16,-2-2 0,-3-1 15,0-1-15,1-1 0,1-4 0,-1 2 16,-1 2-1,1 1-15,1-1 0,3-2 0,0 7 0,2-5 0,-2 3 0,6-1 16,0-1-16,3-1 0,-3-2 0,7 0 16,-4 0-16,2 3 0,0-3 0,2 4 15,2 1-15,-2-1 0,2 3 16,3 0-16,-1 2 0,-2-2 0,3 2 16,-1 0-16,-2-3 0,3 3 0,-1-2 31,1-3-31,-1 3 0,1 0 0,1 2 15,-1 0-15,1 0 0,3 2 0,-2 2 16,-1 1-16,1 1 0,-3 3 0,1 0 16,-1-3-16,1 5 0,1-2 15,1 0-15,2 2 0,2 0 0,-2 2 16,2 0-16,0 3 0,-2-5 0,0 4 16,-3 3-16,1-3 0,-3 3 0,1 1 15,-3-1-15,0 4 0,-2 0 0,0-2 16,2 2-16,-2 2 0,0 2 15,3-1-15,-5 1 0,2 3 0,0-1 16,0 1-16,0 4 0,4-2 0,-2 4 16,1-2-16,-1 2 0,2 0 0,-2 3 15,1 1-15,1 1 0,0 0 0,1-5 16,2 2-16,-1-1 0,-1 1 16,1 3-16,-1-3 0,-1 1 0,1 1 15,-1 1-15,-2-3 0,0 1 0,1 1 16,-1 3-16,-2 2 0,0-2 0,0 0 15,4 2-15,-1 2 0,-1 0 0,2-2 16,-1 1-16,1-4 0,-2 3 16,0 0-16,3 1 0,-3 1 0,0-2 15,1 2-15,-3-2 0,0 0 0,-3 2 16,1-2-16,0 1 0,-2-1 0,-1 0 16,-1 0-16,1-2 0,1-1 0,-3 3 15,3-2-15,0 2 0,-1 3 16,-1 1-16,-1 0 0,0 3 0,-1 0 15,1-1-15,-2 1 0,0 2 16,-2-5-16,3 1 0,-1-3 0,-2 0 0,0 1 16,0-1-16,-2 0 0,-1 0 0,1 1 15,0 3-15,0-3 0,-3 3 16,1-1-16,-3-1 0,1 3 0,1-3 16,1 3-16,0-5 0,-1 0 0,3 1 15,-2-1-15,-1 0 0,1 5 0,-3-3 16,-2 5-16,-2 0 0,0-2 15,-2 2-15,2-3 0,-4 1 0,1 0 16,-1-5-16,2 0 0,-1-2 0,1-2 16,2 0-16,0 0 0,0-3 0,0 3 15,2-2-15,-2-1 0,2-1 0,-2-3 16,-2 3-16,2-8 0,0 3 16,2 0-16,-4 3 0,2-3 0,-4 0 15,-5-2-15,2-1 0,-8 3 0,-1 3 16,-1-1-16,-3-4 15,2-3-15,-2-1 0,3 1 0,1-3 0,1 1 0,-1-4 16,3 0-16,-3 0 0,3 2 0,-4 0 16,-3-2-16,-2 3 0,-3-1 15,1-4-15,0-1 0,-1-1 0,6 4 16,3-2-16,3 0 0,4-3 0,0-2 16,5-1-16,-3-1 0,3-2 0,-3 0 15,0-5-15,3 1 0,-3-3 16,5-4-16,0 0 15,0-2-15,2-3 0,-3-3 0,3 1 0,-2 0 0,2-2 16,-2 3-16,2-1 0,2-2 0,-2 3 16,2-3-16,-2 0 0,2-2 0,1-5 15,1 3 1,3 0-16,-1-3 0,1 5 0,4-2 0,-3 2 0,3-5 16,-4 3-16,2 0 0,0-3 0,2-1 15,-3 1-15,1 3 0,2 0 0,0 1 16,-2-1-16,0 0 0,0-3 0,2-1 15,-5-3-15,3 4 0,0 1 0,2 2 16,-2 2-16,-1 2 0,3 2 16,5-4-16,-3-5 0,0 3 0,3-2 15,-3 1-15,2-1 0,1 2 0,-1-5 16,3 0-16,2 3 0,6 2 0,0 1 16,1 1-16,-1 0 0,3 0 0,0-2 15,1 0-15,3-5 0,3 7 16,-3 0-16,0 2 0,0 2 0,0 3 15,-2 2-15,0-1 0,-5 1 16,3 0 0,-3 2-16,3-2 0,-1-1 0,1 5 15,2-2-15,4 5 0,3-5 0,3 8 16,6-1-16,-1 0 0,0 6 0,-4-2 16,0 4-16,-5 5 0,1-5 15,-5 5-15,0 0 0,2-2 0,-2 4 16,0 0-16,3 4 0,-3-2 0,2 3 15,2 3-15,1-1 0,1 2 0,-3 2 16,1 2-16,-4-2 0,0 5 16,-2-3-16,-2 0 0,-3 5 0,-2 1 15,3 3-15,-1 3 0,1-1 0,1 0 16,-1 3-16,-1-1 0,1-2 0,-3 3 16,5 2-16,-3 1 0,0 8 0,1-1 15,-1 1-15,1-3 0,-3 0 0,-2-2 16,0 1-16,2-1 0,3-3 15,-3 6-15,0-5 0,-2 4 0,-2 0 16,-2 5-16,-3-3 0,5 5 0,0-2 16,-3 2-16,1-2 0,-5-3 0,2 0 15,-1 3-15,1 2 0,3 0 16,-5 2-16,0-2 0,0-2 0,-2-1 16,3-6-16,-3 3 0,4-5 0,-4 2 15,4 4-15,-4-2 0,3 3 0,-1-3 16,-4 3-16,-1-1 0,3-4 15,-4 0-15,0 0 0,-3 0 0,-2 0 16,0 1-16,3 1 0,-1 0 0,0-2 16,-4 2-16,3-1 0,-1-6 0,2-1 15,-2-1-15,0-2 0,1 1 0,-6-3 16,3 0-16,-2 0 0,0 0 16,-2-2-16,-3 2 0,-2 0 0,-2-5 15,0 3-15,-2-4 0,-3 1 0,1 1 16,-3-3-16,0 1 0,1-3 0,-3 0 15,-2 1-15,-5-8 0,-4 3 16,-2-2-16,5-1 0,-1 3 0,5-2 16,4-1-16,4 1 0,1-3 0,2 1 15,4-3-15,2-2 0,3 0 0,-1 0 16,1-2-16,2-1 0,-3 1 0,3 2 16,2-4-16,-2 2 0,2-1 15,2-1-15,2 2 0,-2-3 0,1 1 16,-1-3-16,0 1 0,-2-1 15,-2-2-15,4 3 0</inkml:trace>
  <inkml:trace contextRef="#ctx0" brushRef="#br1" timeOffset="75229.71">14290 15447 0,'0'0'0,"0"-2"0,0 0 0,-2 0 16,-1-1-16,3-1 0,0 2 0,0 0 16,-2-1-16,2 3 0,0-2 0,2 0 15,1 0-15,1 0 0,3 2 0,1-5 16,3 3-16,7 0 0,0 0 15,4-3-15,9 1 0,-1 2 0,10-1 16,0 1-16,4 0 0,4 0 0,16-3 16,-4 3-16,-12 0 0,-4-3 0,-2 3 15,-4 0-15,-7-2 0,0 1 0,-5-1 16,-2 0-16,1-1 0,-6 5 16,-3-4-16,-5 4 0,0 0 0,-2-2 15,0 2-15,-3 0 0,1 0 0,-5 0 16,-11 2-16,5 0 0,6 0 0,-2-2 15,0 2-15,-4 1 0,-1-1 0,5 0 16</inkml:trace>
  <inkml:trace contextRef="#ctx0" brushRef="#br1" timeOffset="75514.71">14415 15233 0,'-2'0'0,"2"0"0,0 0 0,0-2 0,5 0 0,-3 2 0,4-4 0,1 1 0,4 1 16,2-2-16,7-1 0,0 1 0,15-3 16,5 3-16,2-1 0,4 1 0,0 2 31,3-3-31,13 1 0,-3 0 0,-4-1 0,-4 3 0,-7-2 0,-6-3 15,-5 0-15,-7 1 0,-4-3 0,-6 5 16,-8-3 0,1 5-16,-2-3 0,2 5 15,-5 0-15,3 0 0,-5 5 0,-2-1 16,2-2-16,-2 3 0</inkml:trace>
  <inkml:trace contextRef="#ctx0" brushRef="#br1" timeOffset="86539.83">16032 14757 0,'0'0'0,"0"-2"0,0 2 0,-3 0 0,3 0 0,0 0 0,0 2 16,0 0-16,-2-2 0,2 5 15,-2-1-15,2 3 0,-2-1 16,0 3-16,-3 0 0,1 2 0,-1 0 0,-1 0 16,-3 2-16,-2-2 0,-5 0 15,-3 7-15,-6-5 0,-1 3 0,-1-3 16,-3-2-16,1 4 0,0-4 0,-2 0 16,3-2-16,-1 0 0,3-5 0,3-1 15,-3-6-15,8-1 0,1-5 0,1 0 16,3-6-16,4 0 0,3-10 0,-1 1 15,5-7-15,4-4 0,7-11 16,4-3-16,3 1 0,3 3 0,3 4 16,3 5-16,1 8 0,5 3 0,-2 8 15,-1 6-15,3 0 0,2 6 0,-2 5 16,-2 0-16,-1 7 0,-1 2 16,-3 4-16,-2 7 0,-4 2 0,-3 4 0,1 10 15,-1 1-15,-2 20 0,1 1 16,-3-3-16,2-7 15,-2 3-15,4-2 0,3 1 0,2 5 16,4-6-16,-2-1 0,-4-10 0,2-9 16,-5-7-16,3-3 0,-3-1 0,1 0 15,-1-3-15,-6-2 0,2-2 0,-5 3 16,1-8-16,-3 3 0,3-2 0,-3-1 0,1-3 16,-5-1-16,0-2 0,-2 0 0,-1 0 15</inkml:trace>
  <inkml:trace contextRef="#ctx0" brushRef="#br1" timeOffset="87094.5">16869 14590 0,'0'-5'0,"3"1"0,-3-5 0,4-2 0,-4 0 0,0-2 15,-4 4-15,-1-2 0,-6 2 0,-2 0 16,0 0-16,-5 5 0,-4-3 0,-11 7 15,-2-2 1,-5 4-16,-2-2 0,0 5 0,0 1 0,-2 3 0,-7 4 0,10 1 16,8-1-16,6 0 0,9 0 15,5 1-15,4-3 0,5 2 0,0 0 16,6 0-16,4 3 0,3-1 0,7 3 16,6-3-16,6 5 0,8 0 0,21 2 15,2-4-15,5-1 16,16 1-16,-12-1 0,-13 3 0,-2-2 15,-4 0-15,-1 1 0,1 1 0,-10 5 0,-3-3 16,-8 4-16,-8 3 0,-4 4 0,-8-2 16,3 6-16,-6-4 0,-5 0 0,0-2 15,-5-4-15,-1 1 0,-7-3 16,-3-6-16,-1-1 0,-6 0 0,-1-3 16,-2-4-16,-1 2 0,-1-4 0,1-2 31,3-1-31,2-3 0,4-1 0,1-2 0,6-5 0,-3 5 0,3-6 0,0-1 31,3-4-31,-4-2 0,4-7 16,-3-2-16,4-4 0,0-3 0,3-13 15,0-7-15,1-3 0,1-1 0,4-13 16,3 8-16,4 7 0,2 7 0,-5 7 16,3 2-16,-5-5 0,5-2 0,0 2 15,-2 1-15,2 8 0,-3 2 16,3 3-16,-2 4 0,-1 4 0,1 0 15,-3 7-15,1 0 0,-3 2 0,-2 3 16,0-3-16</inkml:trace>
  <inkml:trace contextRef="#ctx0" brushRef="#br1" timeOffset="92447.37">18960 17308 0,'-3'0'0,"1"0"0,2 0 0,-2 2 0,-2-2 0,1 0 0,-1 0 0,2 0 16</inkml:trace>
  <inkml:trace contextRef="#ctx0" brushRef="#br1" timeOffset="93417.58">18865 17125 0,'0'-2'0,"2"-5"0,-2 1 0,2-5 0,3-3 0,-3-1 0,2-5 15,3 0-15,4-6 0,-2-3 16,4 5-16,2 2 0,-1 2 0,1 2 15,-2 3-15,0 4 0,1 0 16,-5 4-16,-1 1 0,-1 4 0,0 2 16,-3 0-16,0 4 0,-1 3 0,1 1 15,-2 1-15,0 7 0,-4-1 0,0 7 16,0 0-16,-3 2 0,-1 1 0,-3-1 16,0 0-16,-2-2 0,0-2 0,-7 4 15,-1-2-15,1-4 0,-4-5 16,0-2-16,-2 0 0,-1-4 0,1 0 15,-2-3-15,1-4 0,1 2 0,-2-2 16,-3-2-16,5 2 0,-5 0 0,3 0 16,-1 0-16,1 0 0,1 2 0,-1 3 15,-5 1-15,2 5 0,3 5 0,0 1 16,1 7-16,3 5 0,0 2 16,7 0-16,4 0 0,2-3 0,5-3 15,-1-1-15,7-4 0,3 0 0,4-3 16,-1-1-16,3-5 0,3-2 0,-1 2 15,0-5-15,3-1 0,1-3 0,3 0 16,-2-2-16,4-2 0,-2-3 0,-1 1 16,1 0-16,0-3 0,-5-2 15,3 0-15,-5-4 0,1 2 0,-3-2 16,0 0-16,-3-1 0,-1-1 0,-3 4 16,1-2-16,-5 2 15,0-3-15,-2 3 0,-1 0 0,-3 0 0,-1 3 16,-2-3-16,1 2 0,-3-2 0,0 4 15,-3 0-15,3 3 0,-2-3 16,2 5-16,2 0 0,3 0 0,1 2 0,-1 2 16,1-2-16,1 4 0,-1 3 0,3 0 15,2-1 1,2-1-16,-2 1 0,3 1 0</inkml:trace>
  <inkml:trace contextRef="#ctx0" brushRef="#br1" timeOffset="93796.12">19103 17202 0,'0'0'0,"0"3"0,2-1 0,3-2 0,-1 4 0,0 1 0,1-1 15,-1 3-15,-2-1 0,3 3 0,-1 4 16,1 0-1,-1 5-15,3 0 0,-3 6 0,0 5 0,1-3 0,1 3 0,-1-5 16,-1 0-16,1 1 0,-3-6 0,2-1 16,-1 0-16,-1-5 0,0 0 15,0-2-15,0 0 0,1-2 0,1 0 16,3-3-16,-3 1 0,5 0 0,0-3 31,-1-2-31,6 0 0,-1-2 0,-2 3 0,4-3 0,1 0 0,-1 0 16,1-3-16,-1 3 15,1 0-15,-3-2 0,2 0 0,-4 2 0,5 0 0,-5-2 16,0 2-16,-2-2 0,-1 2 16,1 0-1,-4 0-15,3-3 0,-1 3 0,-3 0 16,3 0-16,-3 0 0,1-2 0,-1 2 0,-2 0 0,3 0 0,1 0 31,1 2-31,0 1 0,-1 1 0</inkml:trace>
  <inkml:trace contextRef="#ctx0" brushRef="#br1" timeOffset="94033.75">19767 17571 0,'2'-3'0,"0"1"0,-2 2 0,4-2 0,3 0 0,4 0 15,-2-1-15,2-1 0,0 2 0,0-1 16,0 1-16,2 0 0,-2 2 0,0-4 15,2 1-15,-2 1 0,1 0 0,1 2 16,-2-2-16,2 0 0,0-1 16,-4 1-16,0 2 0,-3-2 0,-1 2 15,-1-2-15,1 2 0,-1-2 0,-4-1 16,2 1-16,-2 2 0,0-2 0,3 0 16,-3-3-16</inkml:trace>
  <inkml:trace contextRef="#ctx0" brushRef="#br1" timeOffset="94208.66">19875 17357 0,'-3'2'0,"6"-2"0,-1 0 0,4-2 0,3-1 0,4 3 16,1-2-16,1 0 0,1-2 0,3 1 16,3-1-16,1 0 0,-4-1 15,-1 3-15,0 0 0,-5 2 0,0-2 16,-2 2-16,-4 2 0,2-2 0,-3 2 15,-1 2-15,1-1 0</inkml:trace>
  <inkml:trace contextRef="#ctx0" brushRef="#br1" timeOffset="95839.09">20704 17103 0,'4'-4'0,"-4"-1"0,0 5 0,4-4 0,-4-3 0,5 1 0,-3-1 16,2 0-16,1-1 0,-1 1 15,1-2-15,-3 0 0,0-2 0,0 3 16,-2-4-16,-2-1 0,0 2 0,-2 2 16,-3 1-16,0-1 0,1 2 0,-3-2 15,-4 5-15,-3 2 0,-6 2 0,-9 0 16,-4 6-16,0 3 0,-3 0 15,5 4-15,2 3 0,0-1 0,3 3 16,6-3-16,2 3 0,4-1 0,5-1 16,5 1-16,1-1 0,5-3 0,3 3 15,5-1-15,1-4 0,2 2 0,7 1 16,2-3-16,4 0 0,2 2 0,8-2 16,-4 2-16,6-2 0,-3 2 15,-2 1-15,-1 1 0,-3 3 0,2 1 16,-3-1-16,-8 2 0,-1-2 15,-3-1-15,-1 1 0,-7-1 0,3-1 0,-7-3 16,1 3-16,-1-3 0,-4 0 0,-1 2 16,-1-1-16,-3-1 0,-4 0 15,0 0-15,-2 1 0,0-1 0,-3 0 16,1-2-16,0 0 0,-1-2 0,1 0 16,-1-3-16,1-1 0,-1-1 0,1 1 15,0-3-15,-1-4 0,1 2 16,-3-5-16,3-1 0,1-1 0,-1-2 15,4 0-15,0-4 0,2-2 0,0-1 16,5-1-16,-1-3 0,5-5 0,3-1 16,3 0-16,5-10 0,0 1 0,11-13 15,3 1-15,-1 8 0,-2 1 0,0 7 16,-4 5-16,-3 4 0,-2 2 16,-2 2-16,0-2 0,-2 5 0,0-3 15,0 3-15,-5-1 0,1 3 0,-3 0 16,0 2-16,0 0 0,0 0 0,1 0 15,1 0-15,0 0 0,1 0 0,-3 0 16,2 4-16,-4-2 0,5 3 0,-1-1 16,-4 0-16,0 5 15,0 0-15,-4 9 0,-1-5 0,5 0 0,0-6 16,0 1-16,0 1 0,0 0 0,3 2 16,-1-2-16,-2 0 0,2 4 0,0-2 15,-2 2-15,0-2 0,0 2 0,2-2 16,-2 2-16,0 5 0,3-3 0,-1 3 15,0 0-15,0-1 16</inkml:trace>
  <inkml:trace contextRef="#ctx0" brushRef="#br1" timeOffset="105271.08">21037 17286 0,'-5'0'0,"5"0"0,0-2 0,0 2 0,0 0 0,0 0 0,5 0 15,-1 2-15,0 3 0,5 1 0,-2 1 16,4 4-16,2 4 0,0 3 0,7 8 15,0 3-15,2 4 0,0-2 0,2 2 16,3 2-16,8 9 0,-2 0 16,2-2-16,-4-2 0,-4-7 0,-3 0 15,-4-4-15,-2-3 0,-3-1 0,-2-6 16,-4-1-16,-2-3 16,-3-4-16,0 3 0,-4-8 0,3 1 0,-1-5 0,-9-8 15,3 6-15,2-3 0,2 8 0,2-3 31,-2 0-31,0-4 0,-2 0 16,2-5-16,-3 3 0,1-5 0,0-7 16,0-1-16,0-7 0,-3-3 0,1-2 15,2-4-15,-1 0 0,-3-13 0,-3 0 16,2 2-16,-2 2 0,1-2 0,-1-3 16,-2 1-16,-5-18 0,-1 5 15,-3 1-15,-7-15 0,-1 7 0,8-2 16,0-3-16,2 3 0,3 4 0,4 7 15,2 4-15,3 7 0,1 4 0,1 2 16,2 9-16,-1 0 0,3 5 0,0 4 16,5 2-16,-1 4 0,1 3 0,-1 4 15,5 1-15,0 1 0,-1-4 16,3 4-16,5-1 0,2 1 0,1 0 16,6 3-16,1-1 0,3 1 0,4 0 15,0-1-15,2 3 0,0 0 0,3-5 16,2 3-16,6-1 0,5-3 15,-5-3-15,-6-3 0,-3 6 0,-2 1 16,1 0-16,3 1 0,5-5 0,5 2 16,8-2-16,1-2 0,-3 4 0,2-2 15,-2 4-15,7 3 0,11-1 0,-1 3 16,-5 2-16,-8 2 0,-2 0 16,5 3-16,4-1 0,-4 3 0,-2 0 15,-8-1-15,-7-1 0,-4 3 0,-3-1 16,4 0-16,0-3 0,-5 0 0,3 1 15,-7-3-15,-4 0 0,-3-2 0,1 2 16,-3 1-16,0 1 16,-2-2-16,-2 3 0,0-3 0,-3-2 0,-1 0 15,-3-2-15,-2 2 0,-2 0 0,0-5 16,-3 3-16,5-5 0</inkml:trace>
  <inkml:trace contextRef="#ctx0" brushRef="#br1" timeOffset="107431.5">21921 16933 0,'0'0'0,"-2"0"0,-1 0 0,1 0 0,0 0 0,2-2 15,-2 0-15,0 2 0,-1-4 0,1 1 16,2-1-16,-2-1 0,2-1 0,-2-1 16,2 1-16,2-1 0,0-2 15,0 0-15,1 1 0,1-1 0,0-2 16,3 2-16,2-2 0,-3 2 16,3 0-16,2 3 0,2-3 0,-2 4 0,7-1 15,2-1-15,-5 5 0,1-2 16,1 1-16,6 1 0,-6 4 0,3 1 15,-5 1-15,1 0 0,-3 3 0,3 0 16,-1 1-16,-2 1 0,0 4 0,1-1 16,-6 1-16,6 2 0,-3 1 0,-2 1 15,-1 3-15,1 2 0,-2 0 16,-1 2-16,-1 5 0,-3 0 0,0-1 16,-2 3-16,-4-2 0,-1 0 0,-3 1 15,-6 8-15,1-5 0,-2 5 0,-1-3 16,1 0-16,-3-4 0,3 0 0,-3 0 15,-4-3-15,2-1 16,-2-5-16,2-2 0,-4-7 16,4-2-16,0-4 0,1-3 0,1-2 0,2 0 0,5 1 15,0-3-15,5 0 0,-1 2 0,3-2 16,2 0-16,8-5 0,-6 5 0,0 3 16,5-3-16,1-3 15,5 3-15,-2 0 0,4 0 0,1 0 16,5 0-16,3-2 0,3 2 0,3 0 0,-1 0 15,1-2-15,3 2 0,13-2 16,1 0-16,-1-1 0,2 1 0,-2 0 0,-2 2 16,-2 0-16,-3 0 0,-2 0 15,5 0-15,-2 2 0,-5-2 0,-3 2 16,-3 3-16,2-1 0,-3 3 0,0-3 16,-1 3-16,1-3 0,-4 1 0,0-1 15</inkml:trace>
</inkml:ink>
</file>

<file path=ppt/ink/ink11.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09:59:53.045"/>
    </inkml:context>
    <inkml:brush xml:id="br0">
      <inkml:brushProperty name="width" value="0.05292" units="cm"/>
      <inkml:brushProperty name="height" value="0.05292" units="cm"/>
      <inkml:brushProperty name="color" value="#FF0000"/>
    </inkml:brush>
  </inkml:definitions>
  <inkml:trace contextRef="#ctx0" brushRef="#br0">21908 16856 0,'0'0'0,"-3"0"0,1-2 0,0 2 0,2-2 0,-2 2 16,-1-5-16,3 3 0,0-2 15,0 2 1,3-3-16,1 1 0,1-3 0,-1 0 0,3 3 0,1-3 0,3-1 16,0 3-1,0-4-15,5 3 0,-1-3 16,-1 5-16,1-3 0,0 0 0,3 1 0,-3-1 0,3 0 0,-2 3 15,-1-3-15,-2 3 0,0 2 0,3 0 32,-3 2-32,3 0 0,-1 0 0,0 4 15,1 3-15,-3-1 0,0 1 0,1 0 16,-3 1-16,-3 1 0,-1 0 0,2-2 16,-3 1-16,-1 3 0,-3-2 15,0 0-15,-2 2 0,2-2 0,-2 0 16,0-3-16,-2 3 0,2 0 0,0-2 15,0 1-15,-2 1 0,0-2 0,-3 6 16,1-4-16,2 0 0,-5 0 16,1 2-16,-1 0 0,-2-3 0,0 3 15,-2-2-15,2 2 0,-4 0 0,-4 3 16,-3-1-16,0-2 0,-2 2 0,2-2 16,-4 2-16,4-2 0,0 0 0,-2-2 15,4 2-15,-1 0 0,3-2 0,1 0 16,1-3-16,3 1 0,0-5 15,3 3-15,1-3 0,0 2 0,3-4 16,-3 2-16,5-4 0,0 2 0,-2 0 16,8-4-16,-6 4 0,0-2 0,2 2 15,0-3-15,0 3 0,2-4 16,2 2-16,1-3 0,1 1 0,1 0 16,2-1-16,2 1 0,2 2 0,-2-1 15,2 1-15,0 0 0,3 0 0,1 2 16,-1-2-16,1-1 0,-1 3 0,4 0 15,-3 0-15,1 0 0,-3 3 16,10-1-16,-8 4 0,3-3 0,-2 1 16,-1-2-16,-1 3 0,-3-1 0,0 3 15,1-1-15,-1 1 0,-2-3 0,0 3 16,-2 0-16,-1-1 0,1 1 16,-2 2-16,-3-5 0,1 5 0,-1-3 15,-2 1-15,1 0 0,-3 4 0,-3-3 16,1 1-16,-2 0 0,-1 2 0,1 0 15,-5 2-15,2-2 0,-1 3 0,-3 1 16,2 1-16,-2-3 0,-2 2 0,2 1 16,-3-1-16,1-2 0,0 0 15,-3 3-15,1-5 0,0 2 0,-3 0 16,-2-2-16,0-2 0,0 0 0,-2 0 16,0-2-16,2 1 0,-2-3 0,0-3 15,5 0-15,-1 0 0,0-2 0,3-2 16,4 0-16,-2 0 0,4-3 15,-2 3-15,2-2 0,2 2 0,1-3 16,-1 5-16,3-2 0,2 0 0,-1 2 16,1 0-16,2 0 15,5 2-15,-1 0 0,0 0 0,3 1 0</inkml:trace>
  <inkml:trace contextRef="#ctx0" brushRef="#br0" timeOffset="523.69">22717 17361 0,'2'0'0,"-2"-2"0,0 0 0,0 2 0,0-5 0,0 3 0,0-2 0,0 1 15,-2 1-15,-1-2 0,1 2 0,-2-1 16,2 1-16,-1 0 0,-1 2 0,2-2 16,0 2-16,-1-2 0,1 2 0,0 0 15,2 2-15,0-2 0,-2 2 16,2-2-16,2 2 0,-2 0 0,2-2 16,3 3-16,-3-3 0,2 2 0,1-2 15,1 0 1,1 0-16,-3-2 0,5-1 0,-2 1 0,2 0 0,-3-5 0,1 3 15,-1 0-15,-1-5 0,1 2 0,-3 1 16,-1-3-16,-4 0 0,-1 2 16,1 1-16,-4-3 0,-1 2 0,0 3 15,-1-1 1,1 1-16,-2 4 0,0-2 0,0 2 16,-2 0-16,3 2 0,-1 0 0,2 3 0,-2-1 0,3 0 0,1 3 31,1 0-31,4-1 0,-2 1 15,2-1-15,2 1 0,2 0 0,-1-1 16,-1-1-16,4-1 0,-3 1 0,1-1 16,-2-4-16,3 2 0,-1 0 0,-2-4 15,0 0-15,1 2 0,-3-4 0,0 1 16,2 1-16,-2 0 0,2 0 0,-2 2 16,0 0-16</inkml:trace>
  <inkml:trace contextRef="#ctx0" brushRef="#br0" timeOffset="1383.12">23319 16925 0,'0'0'0,"0"0"0,0-5 0,2 3 0,0-3 0,0 1 16,0 0-16,3-1 0,-3-1 0,0 1 15,0 1-15,-2-3 0,0 3 0,0-1 16,0 3-16,0-2 16,-4-1-16,0 3 0,-3 0 0,0 2 0,-4 0 0,0 0 15,-4 2-15,-1 0 0,-1 3 16,1-1-16,-3 1 0,1-1 0,0 0 16,1-1-16,1 1 0,1 0 0,-1 1 15,3-5-15,2 4 0,-2-2 0,2 1 16,2-3-1,-2 2-15,4 0 0,-1-2 0,3 2 16,1 0-16,-1 1 0,1 1 0,0 1 0,1 1 0,-1 3 16,-1 0-16,3 2 15,0-2-15,-2 2 0,1 4 0,3 1 16,-2-1-16,2-2 0,0 3 0,2-5 16,-2 0-16,0 2 0,5-4 0,-3 0 0,0-3 0,0 1 15,-2-1-15,3-1 0,-1-3 16,-2 2-16,2-4 0,0 0 0,1 0 15,-1-4-15,4 4 0,-1-4 0,-1-1 16,1 1-16,3-3 0,1 3 16,0-1-16,2-1 0,2-1 0,-4 3 15,7-3-15,-5 5 0,2-3 0,2 3 16,-2 2-16,3-2 0,-3 4 0,3 0 16,-1 1-16,5 1 0,-3 0 0,3 3 15,-2 0-15,2 4 0,-5 0 0,3-2 16,-3 4-16,-1-2 0,-3 2 15,2-2 1,-4 2-16,-3-2 0,1 3 0,-3-3 16,-2 2-16,-2 0 0,-2-2 0,0 2 15,0-2-15,-3 5 0,1-5 0,-3 2 0,-1 2 0,-3-1 0,-3-1 16,-1 0 0,-3 0-16,-2 1 0,-2-1 0,-2-2 0,0 2 15,-3-2 1,1 0-16,-1-2 0,1 0 0,0-3 15,1-1-15,3-3 0,0 0 0,5-2 16,-3 0-16,6 0 0,-1 0 0,4 0 16,-2 0-16,6-2 0,1 0 15,-1 0-15,5-1 0,0 3 0,-3 0 16,5 3-16,0 1 0,0 0 0,0 3 16,0-3-16</inkml:trace>
  <inkml:trace contextRef="#ctx0" brushRef="#br0" timeOffset="16666.68">11659 13145 0,'0'0'0,"-2"5"0,0-3 0,0 5 0,-1-1 0,-3 5 0,-3 2 16,-2 1-16,-4 1 0,-12 7 0,-4 0 16,-2-4-16,-4 2 0,-7-3 0,-16 5 15,-4-2-15,-4-7 16,-25 3-16,3-9 0,10-5 0,14-2 15,5-9-15,-1-2 0,-2-5 0,-4-6 0,10 3 16,7-8-16,1-4 0,1-6 0,1-7 16,-5-16-16,7 1 15,4 3-15,2-1 0,13-11 0,-1 2 0,8-7 16,2 0-16,7 3 0,5-1 0,6 3 16,4-5-16,3 5 0,6-1 0,0 10 15,7 4-15,4 2 0,7 4 0,13 3 16,9 0-16,24 1 0,-8 1 31,1 9-31,7 4 0,3 3 0,6 5 16,2 1-16,-2 11 0,-2 0 0,2 9 15,-2 2-15,-5 9 0,-6 2 0,-1 7 16,1 6-16,-4 5 0,-6 10 0,-5 1 16,-7 8-16,-3 10 0,5 1 0,-2 5 15,2 2-15,-12 1 0,-3 3 0,-14 9 16,-4 3-16,-7 0 0,-6 4 15,-3 2-15,-13 0 0,1 0 0,-10 0 16,-11-6-16,-4-3 0,-13-1 0,-9-6 16,-2-3-16,-1-5 0,3-3 0,-4-8 15,-8-9-15,-3-4 0,-1-14 16,3-6-16,4-6 0,0-10 0,5-6 16,-3-11-16,2-10 0,7-16 0,9-16 15,11-23-15,-2 10 0,-3 9 0</inkml:trace>
  <inkml:trace contextRef="#ctx0" brushRef="#br0" timeOffset="42461.41">23832 17831 0,'-2'2'0,"2"-2"0,0 0 0,0-2 0,0 0 0,5 2 0,-1-3 16,3 1 0,1 0-16,3-3 0,3 1 0,5 2 0,1-3 0,16-1 0,1-1 31,3-2-31,-1 1 0,3 1 0,2-2 16,14-4-16,1 2 0,-1-2 15,12-3-15,-17 1 0,-9 4 0,-17 0 16,-10 4-16,-1-2 0,-10 3 0,1 1 15,0 1-15,-5-1 0,-2 1 0,-5 0 16,-1 4-16,-5 0 0,4 0 0</inkml:trace>
  <inkml:trace contextRef="#ctx0" brushRef="#br0" timeOffset="42668.1">24093 17650 0,'-3'0'0,"1"2"0,-2-4 0,1 2 16,1-2-16,2 2 0,2 0 0,3-5 15,4 5-15,0-4 0,2-1 0,4 1 16,5 2-16,0-5 0,11 1 0,2 1 16,6 1-16,3-1 0,2-1 0,3 6 15,10-2-15,-6-1 0,-5 3 0,-4 0 16,-2 0-16,-5 0 0,-2 0 16,0 0-16,-2 0 0,-7 0 0,3 0 15,-3-4-15</inkml:trace>
  <inkml:trace contextRef="#ctx0" brushRef="#br0" timeOffset="42906.38">25054 17330 0,'0'0'0,"2"0"0,-2 0 0,0 2 16,2 3-16,0-1 0,3 5 0,-1 2 15,1 5-15,1-1 0,-1 7 0,4 7 16,-1 2-16,1-3 0,-2 3 15,4-2-15,-2 2 0,2-1 0,-3 1 16,3 2-16,3-2 0,-1 7 16,0-7-16,-2-1 0,-2-3 0,0-7 0,-5-5 15,3-2-15,-3 1 16,1-3-16,-1-2 0,1-1 16,-1-1-16,0-3 0,1 5 0</inkml:trace>
  <inkml:trace contextRef="#ctx0" brushRef="#br0" timeOffset="43286.07">25918 17370 0,'-2'-2'0,"2"-1"0,-2-1 0,0 2 0,-3-3 0,1 1 16,-3 2-16,0 0 0,-6 2 0,0 0 15,-2 4-15,-5-2 0,-5 3 16,-5 3-16,-6 4 0,3-1 0,-2 0 15,6 0-15,-2 2 0,7-4 0,2 4 16,5-2-16,3 0 0,3 0 0,7 0 16,4 2-16,4 0 0,5 3 15,2-1-15,5 1 0,3-1 0,1 1 16,4 1-16,-1 1 0,-1 0 0,-3 4 16,1 0-16,0 2 0,0 5 0,2 4 15,-2 2-15,-5-2 0,-4 0 0,-4-2 16,-3-5-16,-4 1 0,0-7 15,-2-1-15,-2-3 0,-1-3 0,1-2 16,-1-2-16,1 0 0,0-3 0,-3-1 16,-2-3-16,0-2 0,3-4 0,-5-1 15,2 1-15,-2-5 0,2-2 0,-2 0 16,2-2-16,0-1 0,1 3 16,-3 3-16,0 3 0</inkml:trace>
  <inkml:trace contextRef="#ctx0" brushRef="#br0" timeOffset="43461.02">25572 17458 0,'0'-2'0,"0"-5"0,-2-2 0,0 1 0,2-3 0,0 0 0,4 0 0,0 0 0,5 0 16,7-3-16,-1 3 0,9-4 0,7 4 31,7 0-31,6 0 0,9 2 15,28 0-15,3 5 0,24-1 0,-13 1 16,-9 2-16,13 2 0,-26 0 0,-5 4 16</inkml:trace>
</inkml:ink>
</file>

<file path=ppt/ink/ink12.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0:01.433"/>
    </inkml:context>
    <inkml:brush xml:id="br0">
      <inkml:brushProperty name="width" value="0.05292" units="cm"/>
      <inkml:brushProperty name="height" value="0.05292" units="cm"/>
      <inkml:brushProperty name="color" value="#FF0000"/>
    </inkml:brush>
  </inkml:definitions>
  <inkml:trace contextRef="#ctx0" brushRef="#br0">4758 5569 0,'0'0'0,"4"3"0,-1-3 0,-1 2 0,2-2 15,3 0-15,2 0 0,-3-2 0,3-1 16,0-1-16,-5 0 0,3-1 0,0-6 31,-1-2-31,-1-5 0,1-1 0,-1-6 16,-3-14-16,2-3 0,-8 0 0,-1 4 15,-3-1-15,-6 3 0,-12-6 16,-7 3-16,-7 3 0,-10 8 0,-14 8 16,-14 13-16,1 16 0,-26 15 0,25-4 15,-10 2-15,7 5 0,3 6 0,8 0 16,10 20-16,7 22 0,5 0 0,6 6 15,9-6-15,9-13 0,22 9 16,8-1-16,10-10 0,10-7 0,9-9 16,9-13-16,3-1 0,1 1 0,-4 0 15,7-4-15,6-8 0,7-5 0,2-8 16,-6-6-16,-5-8 0,-4-6 16,-5-8-16,3-2 0,-1-5 0,1-2 0,1 3 15,-10 4-15,-7 1 0,-6-3 16,-8-5-16,-1-9 0,-3-1 0,-6-4 15,0-1-15,0 6 0,-5 5 0,-4 11 16,-4 2-16,-3 6 0,-4 3 0,-2 7 16,-2 1-16,-1 1 0,-4 2 0,5-1 15,-7 3-15,-7 9 0,-6 4 0,0-2 16,-3 3-16</inkml:trace>
  <inkml:trace contextRef="#ctx0" brushRef="#br0" timeOffset="191.2">4271 5783 0,'0'0'0,"2"5"0,-2-5 0,4 4 0,5 7 0,2 0 0,3 2 15,5 3-15,8 6 0,6-2 0,2 2 16,5-2-16,0 2 0,-3 0 0,16 9 16,0 2-16,-2 0 0,15 4 0,-13-8 15,0-7-15,-14-9 0,-3-8 0,-8-1 16,-8 0-16,2 1 0,-4-3 15,-3-2-15,1-2 0,-1-3 0,-2 1 16,-2-7-16</inkml:trace>
  <inkml:trace contextRef="#ctx0" brushRef="#br0" timeOffset="412.47">5576 6094 0,'0'0'0,"5"0"0,-5 0 0,8-2 0,3 0 15,5 2-15,4-5 0,2 5 16,0-4-16,2 2 0,2 0 0,-1-1 16,-3-1-16,0 2 0,-5 0 0,1-3 15,0 3-15,-1-5 0,-3 1 0,3 1 16,-1-1-16,-3-1 0,0-2 16,-2 3-16,-2-3 0,-2 2 0,-1 1 15,1-1-15</inkml:trace>
  <inkml:trace contextRef="#ctx0" brushRef="#br0" timeOffset="587.15">5413 5878 0,'4'2'0,"1"-2"0,-5 0 0,13 0 16,-2-2-16,4 0 0,10 0 0,17 0 16,-7-3-16,2 3 0,-4-2 15,3-1-15,-10 1 0,1 4 0,-3-3 16,-4 1-16,0-2 0,-7 4 0,0-5 15,-2 1-15,-7-3 0,3 1 0,-7-3 16</inkml:trace>
  <inkml:trace contextRef="#ctx0" brushRef="#br0" timeOffset="1240.55">4800 5060 0,'0'0'0,"2"-4"0,7 2 16,2-3-16,2 1 0,9-1 0,3 1 15,10-3-15,2 3 0,-1-1 0,-1 3 16,-2 0-16,2 2 0,-6 2 15,4 0-15,-2 3 0,-3-3 0,3-2 16,-6 0-16,-1-7 0,-2 1 0,-4 1 16,-1-6-16,-4-2 0,-2 2 0,-8-4 15,-1 2-15,0 1 0</inkml:trace>
  <inkml:trace contextRef="#ctx0" brushRef="#br0" timeOffset="1446.71">5129 4776 0,'0'0'0,"0"-2"0,0-3 0,0 5 0,0 0 16,0 0-16,0 0 0,2 7 0,0-3 16,0 7-16,3 2 0,-5 3 0,2 6 15,-2 4-15,0-4 0,-2 18 16,-3-5-16,1-2 0,-3 0 0,0-4 16,1-2-16,-1-3 0,-4-2 15,2-4-15,-2-3 0,7-4 0,-5-2 16,7-5-16,-2 1 0,1-3 0,1 0 15,2 0-15,0-2 0,0 5 0</inkml:trace>
  <inkml:trace contextRef="#ctx0" brushRef="#br0" timeOffset="1765.01">5012 4930 0,'-3'0'0,"-5"2"0,8-2 0,-7 2 15,0-2-15,-1 5 0,-1-5 0,-2 0 16,0 0-16,2-5 0,-2-1 16,-5-1-16,8-2 0,-8 1 0,5-6 0,2 1 15,-2 4-15,0-2 0,2 0 16,7 5-16,-4-1 0,-1 3 0,7-1 16,-4 3-16,4 0 0,0 2 0,4 2 15,0 5-15,5 4 0,2 2 0,0 2 16,7 3-16,2 4 0,-3 2 0,5 1 15,7 10-15,0-4 0,2 0 16,-3-5-16,1-2 0,-5 1 0,1-3 16,-3-5-16,-5-4 0,3 3 0,-2-3 15,2-2-15,-5-2 0,3 2 0,-7-2 16,0-3-16,2 3 0,-7-2 16,-1-1-16,2 1 0,1 0 0</inkml:trace>
  <inkml:trace contextRef="#ctx0" brushRef="#br0" timeOffset="4451.5">6791 5248 0,'-4'-3'0,"4"1"0,-7 0 0,3 0 0,1 0 0,3 2 16,-6-3-16,4 3 0,2-2 0,2 4 15,4-2-15,1 3 0,6-3 0,3 2 16,1 0-16,5 0 0,0-2 0,5 2 16,6 1-16,0-3 0,2 0 0,3-3 15,6 1-15,-5 2 0,6-2 0,-1-2 16,-5 4-16,-17-3 16,-4 1-16,-3 2 0,-3 0 0,-4 0 0,-3 2 15,-1 3 1,-4 4-16,0-1 0,0 6 0,-4 1 0,-3 3 0,-2 4 0,0 2 15,-6 5-15,2 2 0,2-3 16,-5 5-16,3-4 0,2 0 0,0 1 16,-2 4-16,2-6 0,-2 12 0,-1-3 15,6-1-15,-1-5 0,2-3 0,3-1 16,-1-8 0,3-1-16,-5-7 0,3 0 0,4-2 0,-4 2 0,-1-4 15,3-1-15,-2-1 0,-1-1 0,1-2 16,-3 0-16,3-2 0,-12-2 0,-1-2 15,-10-3-15,-6 1 0,-11-8 0</inkml:trace>
  <inkml:trace contextRef="#ctx0" brushRef="#br0" timeOffset="4621.37">6846 5625 0,'0'0'0,"0"-3"0,2 1 0,1-2 16,3 2-16,1-1 0,4-1 0,6 2 15,-1-3-15,4 3 0,15-2 0,5-1 16,8 3-16,1 2 0,1 0 16,12-4-16,-7 2 0,-2-1 0,-4-6 15,-3 1-15,2-3 0,5 0 0,-2 11 16</inkml:trace>
  <inkml:trace contextRef="#ctx0" brushRef="#br0" timeOffset="4938.13">7909 5318 0,'-2'0'0,"-3"0"0,5 0 0,-6-2 0,-3 2 0,-4 0 0,-1 0 16,-3 2-16,-3 0 0,0 3 0,-9 1 15,5 3-15,0 0 0,4 2 0,5 2 16,6 3-16,7 1 0,2 1 16,6 0-16,1-5 0,10 4 0,3 1 15,-4-2-15,10 1 0,1 1 0,-1-1 16,1 3-16,1-2 0,-1 2 0,4 2 15,-3 2-15,-1 3 0,-3-3 0,2 11 16,-10-4-16,-5 0 16,-9-3-16,-6-1 0,-10-7 0,-3 0 15,-5-5-15,-7-4 0,5 0 0,-9-2 0,6 0 16,-1 0-16,1-3 0,5 1 0,2-3 16,7-4-16,2-6 0,4 1 15,-1-1-15,-1 1 0,2-1 0,-4-1 16,4 3-16,3-5 0,2 0 0,2 2 15</inkml:trace>
  <inkml:trace contextRef="#ctx0" brushRef="#br0" timeOffset="5112.77">7613 5444 0,'0'-5'0,"3"1"0,-3 4 0,6-4 15,5-1-15,2-1 0,7-1 16,0 3-16,13-7 0,2 4 0,1 0 0,6-2 15,0 3-15,6-3 0,23-2 16,-7 0-16,-5-2 0,-8 0 0,-7-1 16,0-1-16,-9 4 0,-4-2 15,0 2-15,-5 2 0,3 0 16</inkml:trace>
  <inkml:trace contextRef="#ctx0" brushRef="#br0" timeOffset="12074.28">4030 8356 0,'5'-2'0,"-3"2"0,3-4 0</inkml:trace>
  <inkml:trace contextRef="#ctx0" brushRef="#br0" timeOffset="13694.68">3883 8118 0,'0'3'0,"-2"-3"0,-5 0 0,5 2 0,2-2 0,-7 4 16,5-4-16,-2 5 0,4-3 0,-5 2 15,5 3-15,0-1 0,0 3 0,0 0 16,5 4-16,-5-2 0,4 5 0,-2-1 15,3 1-15,-3 1 0,0 1 0,0 2 16,3 4-16,-3 2 0,-2-1 16,0-1-16,0 2 0,0 1 15,0-1-15,0 1 0,-2-3 0,2 2 16,-5-1-16,3-3 0,2 0 0,0 0 16,2-5-16,-2 1 0,5 0 0,-5-3 15,0-2-15,0 1 0,0-3 0,0 0 16,0 0-16,0-2 0,0-3 0,0 1 15,0-5-15,0-6 0,2 1 0,-2 3 16,0 3-16,0-1 0,0-4 0,0-1 16,0 1-16,0-2 0,0-3 15,0-2-15,-2-2 0,2 0 0,0-4 16,0-1-16,0-1 0,0-5 0,0 0 16,-5-3-16,3-1 0,2-3 0,-2-2 15,0 1-15,-5-15 0,3 4 16,-1-1-16,1 0 0,-1 0 0,-1 0 15,3-13-15,3 0 0,3 4 0,3 0 16,1 7-16,2 5 0,4 5 0,0 6 16,5 4-16,-1 2 15,3 2-15,2 4 0,-4 1 0,6 4 16,0 2-16,5 2 0,0 5 0,2 2 16,-5 2-16,5 3 0,-7 4 0,1-1 0,-3 3 15,0 0-15,-7 3 0,-2-1 0,-2 5 16,-6 1-16,-1 3 0,-8 0 15,-1 1-15,1 3 0,-12 0 0,-1 3 16,-7 0-16,-5 2 0,-6-3 0,-7 1 16,-7-5-16,5-6 0,9 2 0,4-5 15,5 1-15,1-3 0,10-4 0,-3-1 16,3-1-16,8-3 0,3 1 0,-5-3 16,9 2-16,-2 1 0,4-1 15,0 1-15,5-1 0,2 3 0,-3 2 16,12-1-16,-5 3 0,9-2 0,2 7 15,3-3-15,8 2 0,5 3 0,-1 0 16,8 1 0,3 8-16,1 2 0,-5-3 0,-4-2 0,-9 1 0,-6-1 15,-5 0-15,0-4 16,-9-2-16,0 1 0,-2-3 0,-4-3 0,-2 2 0,-1-4 16,-2 1-16,3-4 0,-3 1 0,-2-4 15,2-1-15,0 0 0,3-6 0,-3-2 16,9-3-16,-5 1 15,5-3-15,0 0 0,0 4 0</inkml:trace>
  <inkml:trace contextRef="#ctx0" brushRef="#br0" timeOffset="13948.05">4846 8608 0,'0'0'0,"0"0"0,0-2 0,7-1 0,-3-3 0,10 1 0,-3-1 15,4-1-15,5 0 0,-5 3 0,5-3 32,7 1-32,-1-1 0,3 3 0,-5-1 0,2 3 0,5-2 0,-6-1 31,1 1-31,7-3 0,-9 1 0,-2 1 16,3-3-16,-3 1 0,-9-2 0,2 0 15,-1 3-15,-6-3 0,1 0 0,-7 2 16,3 3-16,-5 0 0,0-3 0,-2 3 15,-3-1-15,-6 1 0,0-1 16,2 3-16,-2 0 0</inkml:trace>
  <inkml:trace contextRef="#ctx0" brushRef="#br0" timeOffset="14185.59">4846 8343 0,'0'-2'0,"0"2"0,0-4 0,5 4 0,1-7 15,5 5-15,-2-3 0,7 3 0,-3-2 16,2-1-16,5 1 0,4 0 16,3-1-16,-1-2 0,3 3 0,-7 0 15,7-3-15,2 3 0,-7-1 0,4 1 16,-3-1-16,-3 1 0,-2 0 0,-3 1 16,-1-1-16,-3 0 0,-2 4 15,-4-5-15,-1 5 0,-1-4 0,-1 2 16,-11 4-16,7-4 0,0 4 0,-4-2 15,-3 0-15,3 0 0,-1-2 16</inkml:trace>
  <inkml:trace contextRef="#ctx0" brushRef="#br0" timeOffset="20590.54">5874 7949 0,'-5'-3'0,"5"1"0,0 2 0,0 2 0,-4 1 0,4 1 0,0 0 15,-2 7-15,0-2 0,-3 2 0,-2 2 16,-1 3-16,1 4 0,-4 4 0,-9 0 15,5 0-15,-5 1 0,2-3 16,-4-2-16,0-3 0,0-4 0,0 1 16,0-3-16,4-2 0,-4-5 0,3 0 15,1-4-15,0-4 0,7-5 0,0-6 16,5-5-16,1 2 0,5-2 16,5-2-16,-1-4 0,7-5 0,4 0 15,3-2-15,4 2 0,0 0 0,-2 7 31,4 0-31,-2 6 0,0 3 0,0 6 16,-2 0-16,5 5 0,-10 4 0,5 2 16,-3 7-16,1 2 0,-3 4 0,1 3 15,-1 8-15,1 5 0,-1 4 16,1 5-16,-1 4 0,5 0 0,-5 14 16,1-8-16,4-3 0,-5-3 0,3-2 15,-7-3-15,0 1 0,-2-7 0,-5 0 16,0-4-16,3-5 0,-7-8 0,0-3 15,0-4-15,2-1 0,0 1 16,1-4-16,1-3 0,-2-4 0,3-3 16,-3-1-16,2-1 0</inkml:trace>
  <inkml:trace contextRef="#ctx0" brushRef="#br0" timeOffset="21017.41">6564 7913 0,'0'-2'0,"0"0"0,0 2 0,-7-7 0,1 1 15,-5 1-15,-3-1 0,-5 1 0,-6 1 16,-10-1-16,-2 1 0,-5 4 16,2 4-16,0 1 0,5-1 0,4 5 15,7 0-15,2 2 0,9 0 0,2-2 16,4 4-16,7 0 0,7 3 0,4-3 16,6 4-16,3-1 0,9 4 0,6 0 15,7-1-15,2 3 0,5 1 16,-3-1-16,16 8 0,-5 3 15,-4-2-15,-7-2 0,7 4 0,-11 0 16,-7 0-16,-6 0 0,-12-2 0,-3 4 0,-8-4 16,-6-2-16,-2 0 0,-7-5 15,-4-2-15,-7-2 0,3-7 0,-12-2 16,0-2-16,-4-3 0,2-1 0,0-5 16,-2-2-16,7-1 0,-5-3 0,5-3 15,4-2-15,6-2 0,-2-3 16,10-6-16,3-2 0,5-5 0,9-4 0,2-6 15,5-5-15,3-3 0,10-10 16,6 4-16,-4 0 0,-9 7 0,2 4 16,-4 7-16,-4 4 0,-1 6 0,-2 3 15,5 3-15,-5 1 0,-2 7 0,0 0 16,-2 4-16,0 3 0,2 4 0,0-5 16,0 3-16,4 0 0,-1 0 15</inkml:trace>
  <inkml:trace contextRef="#ctx0" brushRef="#br0" timeOffset="21239.49">7296 8284 0,'6'0'0,"1"0"0,-7 0 0,13 0 0,5 0 16,4 0-16,0 0 0,7 0 0,6-3 15,0 1-15,3 2 0,-3-2 16,3 0-16,-3 0 0,0-1 0,-4-1 15,0 4-15,-3-4 0,-3-1 0,-3 3 16,-2-2-16,-5-1 16,-2 1-16,1-1 0,-6 1 0,-1 0 0,0-1 0,-5 1 15,-2 2-15,0-1 0,-5 6 16,-1-3-16,-1 4 0</inkml:trace>
  <inkml:trace contextRef="#ctx0" brushRef="#br0" timeOffset="21493.39">7433 7938 0,'-5'0'0,"3"0"0,0 0 0,2 2 0,0 0 0,0 2 16,0 5-16,0 0 0,0 4 0,0 3 16,0 3-16,0 6 0,0-1 0,0 16 15,2-5-15,0 2 0,3-4 16,-3 3-16,2-5 0,1 0 0,-3-3 15,0 3-15,5-2 0,-3 2 16,0-5-16,1-2 0,-3-4 0,0-2 16,0-3-16,3 1 0,-5-3 0,-5-2 15,3-2-15,2-3 0,0 3 0,7-2 16</inkml:trace>
  <inkml:trace contextRef="#ctx0" brushRef="#br0" timeOffset="23782.2">8584 7651 0,'-3'0'0,"6"0"0,-3 0 0,2 0 16,-2 2-16,0 5 0,2 2 0,0 6 0,0 5 16,1 4-16,-3 11 0,2 3 15,-2-1-15,-2 7 0,2 0 0,0 5 16,2 24-16,0-9 0,7-3 0,-7-5 15,-2-15-15,2-7 0,-6-8 0,4-2 16,2-2-16,5 0 0,4 0 0,-5-4 16,3-3-16,-7-4 0,3 0 0,-1-4 15,-2 0-15,0-3 0,1-2 16,-3-4-16,0-2 0,-3-5 0,3 0 16,0-6-16,5 6 0,2 2 0,1-2 15</inkml:trace>
  <inkml:trace contextRef="#ctx0" brushRef="#br0" timeOffset="24098.96">8963 8229 0,'-2'-3'0,"-5"3"0,7 0 0,-4 0 0,-3 3 0,3-1 16,-1 2-16,1 1 0,1 1 15,1-1-15,2 1 0,0-1 0,0-1 0,0 0 16,0-1-16,5-1 0,-1-4 15,5-1-15,2 1 0,0-2 0,2-3 16,5 3-16,-5-7 0,2 4 16,1 1-16,-3-5 0,0 4 0,-4 0 15,-2-2-15,-3 3 0,-2 1 0,-4-1 16,-4 1-16,-3 1 0,-4 2 0,-3 0 16,1-1-16,-3 6 15,5-3-15,-7 4 0,7 0 0,0 1 0,2 1 0,-1-1 16,4-1-16,3 3 0,-1-3 15,3 1-15,-1-1 0,4 1 0,-2-1 16,4 0-16,0-1 0,3 1 0,1 0 16,5 1-16,-2 1 0</inkml:trace>
  <inkml:trace contextRef="#ctx0" brushRef="#br0" timeOffset="24543.8">9571 7913 0,'-2'0'0,"-2"-2"0,4 2 0,-5-2 0,3 0 0,-2-3 16,1 1-16,1-1 0,4 1 0,1 0 15,1-3-15,5-2 0,-2 3 16,6-3-16,-2 2 0,2 0 0,2 3 15,-4 4-15,7-2 0,4-3 0,5 3 32,1 0-32,-1 2 0,-3 2 0,-2 3 15,-2 1-15,-5 1 0,-1 6 0,-3 0 16,-7 5-16,0 2 0,-4 2 0,-4 7 16,-5 1-16,-2 3 0,-4 1 15,-3 1-15,0 0 0,-4-2 0,-2 0 16,2-2-16,-2-4 0,4-1 0,0-4 15,7 0-15,4-2 0,5-5 16,4 1-16,4-3 0,7 0 0,2-4 16,5-2-16,2-3 0,0 1 0,4-8 15,0 1-15,3-2 0,-1-1 0,3-1 16,2-1-16,-1 0 0,6-6 0,-3 2 16,-5 0-16,-5 2 0,-4 1 0,-3 1 15,-3 0-15,-4 3 0,-3-3 0,-1 1 16,-5 1-16,4-1 0,-2-1 15,7 0-15</inkml:trace>
  <inkml:trace contextRef="#ctx0" brushRef="#br0" timeOffset="25099">10519 7889 0,'3'-2'0,"-3"0"0,0 2 0,2-5 16,2-1-16,-2-1 0,1 0 0,-6 1 15,1-3-15,-4 2 0,-8 1 0,1-1 16,-7 3-16,-4-1 0,-13 1 0,-1 2 16,1-1-16,-1 6 0,5-1 15,2 2-15,3-2 0,1 3 0,3-1 16,4 3-16,5-1 0,3 3 0,8 2 16,2 0-16,6 3 0,1-1 15,4 0-15,2 2 0,4 1 0,3 2 16,1-1-16,4-1 0,3 1 0,3 1 15,4 0-15,-5-1 16,3 3-16,-2-5 0,-5 5 0,0-2 0,1-3 0,-3 1 16,0-3-16,-2 2 0,-1-4 15,-3 3-15,-5-1 0,-2-2 16,-5 0-16,1 0 0,-5 0 0,-5 2 0,1-2 16,-1 3-16,-6-3 0,2-3 0,-6 1 15,-3-2-15,1-1 0,-1 1 16,-2-3-16,3 1 0,-5-3 0,2 2 15,-5-1-15,3-1 0,3 0 0,1-4 16,0 0-16,5-3 0,0-1 0,2-3 16,4 0-16,1-2 0,3-4 0,1 1 15,2-1-15,2-1 0,1 1 0,1-3 16,5-6-16,2 2 0,-2 0 0,2-2 16,2 0-16,-2-1 0,4 5 15,-1-2-15,1 3 0,-4-1 0,2 0 16,1 2-16,-3 3 0,-3-1 0,1 5 15,0 0-15,-5 2 0,1 1 16,-1 1-16,1 0 0,-5 3 0,2-3 16,-2 5-16,2-4 0,-2 1 0,2 1 15</inkml:trace>
  <inkml:trace contextRef="#ctx0" brushRef="#br0" timeOffset="25593.33">10916 7541 0,'2'0'0,"1"-3"0,-3 3 0,6 0 0,1 3 16,2-3-16,0 4 0,2 0 0,0 5 16,0 2-16,0 5 0,2 4 0,5 13 15,-1 4-15,-1 3 0,1-1 16,-1 1-16,-1 0 0,-2 15 0,-2 2 16,-6 3-16,-5 17 0,-7-13 0,-6-13 15,-7-9-15,0-7 0,-4 0 0,0-2 16,-5 2-16,5 1 15,0-3-15,4 2 0,4-6 0,1 4 0,-3-5 16,3-3-16,-5-1 0,0-4 0,-2-5 16,4-1-16,3-6 0,2 1 0</inkml:trace>
  <inkml:trace contextRef="#ctx0" brushRef="#br0" timeOffset="26389.53">8363 7395 0,'0'2'0,"0"-2"0,0 0 0,0 0 0,-2 3 15,-3-1-15,1 4 0,-5 3 0,0 4 16,1 3-16,-8 1 0,5 1 0,-2 2 16,-3 13-16,1 4 0,2 10 0,2 1 15,0 18-15,11-8 0,0-3 0,4-7 16,3-6-16,2-2 0,6 4 16,9 13-16,12 3 0,1-7 0,0-9 15,1-11-15,2-4 0,-5-9 0,-6-1 16,-1-1-16,-8-3 0,-2 3 15,-3 0-15,1-3 0,-5 1 0,0-1 0,-5-2 16,-4 0-16,3-1 0,-5-4 16,4 1-16,-1-4 0,-3 1 0,0-1 15,-7-12-15,5 3 0,-1 1 0,3 6 16,3-3-16,-1 0 0,-2-3 0,4-1 16,-1 2-16,-1 2 0,0 0 0</inkml:trace>
  <inkml:trace contextRef="#ctx0" brushRef="#br0" timeOffset="28113.09">11600 7490 0,'-2'-2'0,"2"0"0,0-1 0,0 3 0,-3-4 16,3 4-16,-4-2 0,2 2 0,-5 2 15,1 0-15,-6 5 0,-1-1 16,-2 8-16,-1 3 0,-8 14 0,-5 7 15,5 6-15,2 2 0,-4 16 0,4-3 16,0-6-16,2-2 0,9 0 16,2 10-16,16-3 0,6-1 0,9-6 0,4-3 15,-1-13-15,5-8 0,3-7 0,3-5 16,1 9-16,3 1 0,-5 3 16,-4-1-16,-4-1 0,-5 3 0,0-7 15,-7-7-15,5-4 0,-5-6 0,-4-1 16,0-2-16,-4 3 0,0-1 15,-3 1-15,-2-1 0,-2-2 0,-2 3 16,2-1-16,-2-4 0,-3-2 0,1 2 16,0-2-16,-1-3 15,-1 1-15,1-3 0,3 3 0,0-3 0</inkml:trace>
  <inkml:trace contextRef="#ctx0" brushRef="#br0" timeOffset="28367.13">12003 7693 0,'-2'-2'0,"0"-1"0,2 3 0,-2 3 0,-1-1 0,1 2 0,-2 5 0,2 4 0,-1 3 16,-1 3-16,0 1 0,1 9 0,1 0 15,2 2-15,2-3 0,1 1 16,-1 2-16,2-3 0,1 1 0,1-5 15,-1 1-15,1-6 0,-1 1 0,-3-2 16,2-5-16,1-2 16,-5-2-16,4-2 0,-2-3 0,1-2 0,-1-4 0,-2-2 15,0-3-15,-2 3 0</inkml:trace>
  <inkml:trace contextRef="#ctx0" brushRef="#br0" timeOffset="28685.44">12506 7576 0,'2'2'0,"-4"-4"0,2 2 0,0 0 0,-2 0 0,2 0 0,-5 0 0,1 0 0,-5 4 0,0-1 15,-4 3-15,0 1 0,-5 4 0,1 2 16,-8 7-16,3 0 0,2 2 16,5-2-16,6-1 0,5 1 0,4-2 15,6-3-15,8 3 0,3 0 0,5-5 16,5 4-16,6 1 0,7-2 0,-1 1 15,5 1-15,-2 2 0,11 6 0,-9 1 16,-11-1-16,-6 3 0,-7-5 16,-7 2-16,-9 1 0,-6-5 0,-7 2 15,-4-2-15,-9-2 0,-2 0 0,-5-5 16,-4-1-16,-2-6 0,-1-1 16,-1-5-16,8-2 0,3-4 0,4 2 15,6-3-15,1 1 0,2-7 0,2 4 16,2-6-16,4-3 0,1-3 0,2-6 15,2 1-15,0-2 0,2 4 0</inkml:trace>
  <inkml:trace contextRef="#ctx0" brushRef="#br0" timeOffset="28891.7">12263 7596 0,'-4'0'0,"0"-5"0,-3 1 0,3 0 16,-1-1-16,5 3 0,5-3 0,6 1 15,2 0-15,7-3 0,4 3 16,16-1-16,4-1 0,4 1 0,3 1 16,4-1-16,13 1 0,-4 0 0,-11-3 15,-9 3-15,-4 1 0,-9 1 0,-2-2 16,-5 2-16,-4-1 0,-5 3 16,3-4-16,-1 4 0,5-7 0</inkml:trace>
  <inkml:trace contextRef="#ctx0" brushRef="#br0" timeOffset="29210.15">13326 7232 0,'0'2'0,"0"0"0,0-2 0,2 7 0,3 4 0,1 4 0,5 7 16,0 3-16,3 10 0,1 2 15,3 3-15,-5 2 0,2 9 0,3 19 16,-3 8-16,1 14 0,-7-21 0,0-14 16,-1-8-16,-5-5 0,-3 2 0,-5-4 15,-1-3-15,-8-3 0,-3-3 16,-1-7-16,-4-4 0,0 0 0,2-4 16,-4 2-16,4-2 0,0-3 0,0-2 15,3 0-15,-1-2 0,5 0 0,2-4 16,6 2-16,1-3 0,4 1 0,-2-2 15,2 1-15,0-4 0,-2 1 0,2 1 16,-7 0-16</inkml:trace>
  <inkml:trace contextRef="#ctx0" brushRef="#br0" timeOffset="38691.92">14082 8343 0,'3'0'0,"-1"0"0,-4 0 0,2 0 0,-3 0 0,1 0 15,0 0-15,2-2 0,-2 2 0,2 0 16,-2 0-16,2 0 0,0 0 0,-3 0 15,3 0-15,3 0 16,-3 0-16,4-2 0,3 2 0,1 0 0,6 0 16,1-2-16,5 2 0,0-3 15,2 1-15,2 0 0,-2 0 16,9 0-16,-4-1 0,-1 1 0,-4 0 0,0 2 0,-4-2 16,-3 0-16,1 2 0,-5-3 0,0 1 15,-3 2-15,-3 0 0,1 0 16,-1-2-16,-5 0 0,-2 2 0,-5 0 15,5 0-15,2 2 0,0 0 0</inkml:trace>
  <inkml:trace contextRef="#ctx0" brushRef="#br0" timeOffset="38882.89">14111 8242 0,'-2'-2'0,"-5"-3"0,7 5 0,-4-2 0,-1-2 16,3 1-16,0 1 0,2 0 0,2 0 15,3 0-15,1-1 0,8 1 0,1 0 16,5 0-16,2-3 0,7-4 0,-1 3 15,3 1-15,-4-3 0,-1 1 16,-2 3-16,-4-3 0,0 3 0,-2-1 16,-3 3-1,-4 0-15,0-3 0,-4 3 0,-1 0 16,-1 2-16,-3-2 0,0 0 0</inkml:trace>
  <inkml:trace contextRef="#ctx0" brushRef="#br0" timeOffset="39343.6">15013 7605 0,'0'-3'0,"0"3"0,0 0 0,-2 0 16,-1 0-16,3 0 0,0 3 0,-2 3 16,2 5-16,2 2 0,-2 7 0,0 7 15,5 1-15,-1 14 0,5-2 0,0 4 16,2-2-16,0 4 16,4 16-16,-1 0 0,-1 2 0,2 4 0,-4-15 15,-4-18-15,2-8 0,-5-3 0,1-6 16,1-1-16,-4-1 0,-2-1 15,3 5-15,-1-2 0,2-3 16,-2-2-16,1 3 0,-3-8 0,-3 1 16,-1-6-16,0-3 0,1-3 0</inkml:trace>
  <inkml:trace contextRef="#ctx0" brushRef="#br0" timeOffset="39581.17">15401 7536 0,'0'-2'0,"0"2"0,0 0 0,2 2 0,3 3 0,1 1 0,1 5 0,4 7 0,-5 4 16,5 15-16,-4 5 0,2 5 0,-2-1 15,1 5-15,1 19 0,0 1 16,-2 21-16,-3-17 0,3-15 0,-3-16 16,5-9-16,0-8 0,-3-1 0,-1-4 15,1 0-15,1-2 0,-5-4 0,3-1 16,-3-4-16,0-2 0,5-5 0,-3 3 15,0-7-15,1 0 0,6-5 16,-2 1-16,8 4 16</inkml:trace>
  <inkml:trace contextRef="#ctx0" brushRef="#br0" timeOffset="40042.94">15899 7554 0,'0'0'0,"0"0"0,0 0 0,2-2 0,1-1 0,-1 3 0,2 0 16,5-2-16,4 0 0,5 2 0,6-4 15,5 1-15,19 1 0,3-4 16,2 1-16,0 1 0,11-3 0,0 1 16,-5 1-16,-6-1 0,11-3 0,-13 2 15,-11-2-15,-10 3 0,-5-1 0,-5 3 16,-3 1-16,-8 1 0,-2 2 0,-1 2 31,-1 1-31,-3 1 0,-4 5 0,-1 0 16,-1 6-16,0 5 0,-7 6 0,2 10 15,-2 3-15,-2 8 0,-3 3 16,-4 12-16,0-5 0,5-1 0,2-3 16,0 13-16,6-2 0,7-5 0,0-13 15,0-8-15,0-7 0,0-9 16,0-2-16,-2 0 0,-3-3 0,3-1 16,0-1-16,-3 0 0,1 1 0,0-1 15,1-1-15,-1-3 0,0 4 0,-1-6 16,1 2-16,2-2 0,-3 2 15</inkml:trace>
  <inkml:trace contextRef="#ctx0" brushRef="#br0" timeOffset="40280.56">15917 8057 0,'2'0'0,"3"0"0,3-3 0,-8 3 0,18-4 0,8 0 0,19-3 15,12-2-15,5 0 0,28-2 0,5 5 16,33-5-16,-11 4 0,17 0 0,-61 5 16,-9 2-16,2 0 0,7-2 0,-16 0 15,5-3-15,-14 3 0,-8 0 16,-7 2-16,-9 0 0,-2 0 0,-6 0 16,-3 0-16,-4 0 0,2 0 0,-2 0 15,4 0-15,0 0 0</inkml:trace>
  <inkml:trace contextRef="#ctx0" brushRef="#br0" timeOffset="48490.98">29230 1958 0,'-2'-2'0,"2"2"0,-5-2 0,3-3 0,-2 3 0,-1 0 15,3-1-15,0 3 0,0 0 0,-1 0 16,6 0-16,-1 0 0,4 0 16,3 0-16,4 0 0,5 0 0,4 0 0,9 0 15,15 0-15,3-6 0,4 1 16,4-3-16,22-1 0,5 4 0,24 1 15,-11-5-15,-17 0 0,-12 7 0,-6-4 16,-1 3-16,3 3 0,0-4 0,-6 4 16,-3-2-16,-4 2 0,-3-5 15,5 3-15,6 0 0,3 0 0,-2-5 16,-10 5-16,1 0 0,-2 2 0,4-5 16,2 10-16,0-5 15,-2-5-15,-11 5 0,-5-2 0,-10 0 0,-1 2 16,-2-2-16,1 2 0,-3 0 0,0 0 0,-3 0 15,4-3-15,-6-1 0,3 2 16,0 2-16,-3 0 0,-3 0 0,-1-2 16,-2 2-16,0 0 0,0 0 0,-2 0 15,0 0-15,-3 0 0,-4 0 0,3 0 16,-3 0-16,3 0 16,-5 0-16,2 0 0,-2 0 0,-9 0 15,4 0-15,8 0 0,-1 2 0,2-2 0,-1 0 16,-3 2-16,2-2 0,0 4 15,0-4-15,-2 3 0,2-3 0,-2 0 0,0 0 16,0 0-16,0 0 0,-2 0 16,2 0-16,0 0 0,0 0 0,-2 0 15,2 0-15,0 0 0,0 0 0,0 0 16,0 0-16,-2 2 0,2-2 0,-2 0 16,2 0-1,0 0-15,0 0 0,0 0 0,0 0 0,0 0 0,0 0 16,2 0-16,-2 0 0,2 0 0,-2 0 15,0 0-15,2 0 16,-2 0-16,2 2 0,-2-2 0,3 2 0,-1-2 16,-2 5-16,2-3 0,-2-2 0,2 2 15,0 5-15,-2-5 0,3-2 0,1 2 16</inkml:trace>
  <inkml:trace contextRef="#ctx0" brushRef="#br0" timeOffset="57921.18">16519 9558 0,'-5'0'0,"-6"7"0,11-7 0,-19 4 15,-6 1-15,-14 3 0,-3 1 0,-5 0 16,-3 0-16,-1 0 0,-17 2 0,6-5 16,2-1-16,10-3 0,1-2 0,-8-5 15,2-3-15,2-3 0,6-7 16,6-2-16,1-2 0,0-4 0,1-1 15,-6-2-15,-5 1 0,-3-3 0,-2 2 16,2-6-16,2-2 0,3-5 0,-1 0 16,-4-2-16,-11-3 0,0 3 0,7 0 15,11 2 1,2 0-16,6-6 0,-2-3 0,-4-8 0,2-1 0,0 3 16,7-1-16,2-1 15,7-9-15,1-1 0,8-1 0,4 1 0,-3 5 0,9-4 16,-6 0-16,4 6 0,5 0 0,0 7 15,1 7-15,1-3 0,2-2 0,2-4 16,5-5-16,2 2 0,6 3 16,1 0-16,4 2 0,2-5 0,4-4 15,12-2-15,-1 4 0,9 0 16,1 7-16,-3-4 0,0 1 0,-7 3 16,5 2-16,-4 7 0,8 6 0,5 3 15,-1 2-15,3-1 0,-4 1 0,-5 0 16,2 2-16,1 4 0,8 0 0,6 3 15,8 8-15,-10-6 0,-4 6 0,-2 1 32,7 1-32,4 1 0,15 4 0,-6-4 15,-3 6-15,3 0 0,2 2 16,5-2-16,-3 3 0,-4-1 0,-3 5 16,-4 4-16,3 3 0,-3 1 0,-7 1 15,-4 6-15,-6 0 0,-5 7 0,2 0 16,1 6-16,3 5 0,-3 2 0,-3 9 15,-5 2-15,-3 5 0,-3 6 16,4 0-16,1 0 0,10 9 0,-4-2 16,0 11-16,0-1 0,-8 1 0,-8 7 15,-1-1-15,-9 7 0,-3 4 0,-4 1 16,-7 4-16,-4-1 0,-4 1 0,-7 2 16,-4 0-16,-3 0 0,-2-4 15,-4-1-15,-3-1 0,-6-3 0,-2-2 16,-5-4-16,5-5 0,0-2 0,-1 0 15,3-3-15,0-1 0,5-3 0,-12 1 16,-9-3-16,-8 2 0,-7 1 0,2-8 16,5-6-16,0-2 0,-5-4 15,-4 2-15,-5-5 0,3-9 0,6-1 16,9-6-16,0-1 0,3-2 0,1-8 16,5-8-16,9-4 0,15-5 0,7-4 15,6-2-15,1-5 0,3-4 0,3-5 16,-2 0-16</inkml:trace>
  <inkml:trace contextRef="#ctx0" brushRef="#br0" timeOffset="81065.14">25720 7893 0,'-5'0'0,"-1"-2"0,-1 0 0,3 0 0,-1 2 16,1-2-16,-1 2 0,1-3 0,4 3 16,-4 0-16,4 3 0,0-1 0,2 0 15,0 2 1,2-1-16,3 1 0,2-2 0,6 5 0,5-3 0,2 1 16,13-1-16,5 0 15,2 3-15,0-2 0,0-3 0,0 0 0,2 2 0,15-1 31,1-1-31,4 0 0,9 0 0,-5-2 16,-15 2-16,-9-2 0,-2 3 16,-7-3-16,3 0 0,-3-3 0,2 3 15,5 0-15,-4 0 0,6-2 0,-9 0 16,0-2-16,-6 1 0,-2 1 0,1 0 16,-4 0-16,-4 0 0,-4-3 0,-1 1 15,-2-1-15,-4-1 0,-2 1 0,2-1 16,-3 1-16,1-4 0,-1 3 15,-3-3-15,1-2 0,-2-2 0,0-3 16,1-1-16,-3-5 0,2 0 0,-2-12 16,2-3-16,0 2 0,5-5 0,2 3 15,0-3-15,-1 7 0,3 0 16,-2-3-16,2-8 0,5-2 0,-5-2 16,2-1-16,-4 3 0,-5 4 0,3 7 15,-1 4-15,3 2 0,0 0 0,-2 1 16,-1-3-16,1 0 0,-5 4 0,0 5 15,0 3-15,-2 8 0,0 2 0,0 4 16,0 1-16,0 0 0,-2-1 0,-2 5 16,-1 2-16,-6 1 0,3 1 15,-10 0-15,-2 5 0,-6 0 0,-5 0 16,-2 2-16,-5-5 0,-1 3 0,-8 2 16,-21 3-16,-7 1 0,-26 3 0,6-10 15,11-8-15,-13 7 0,26-3 16,-8-4-16,6-2 0,0-4 0,10 1 15,3 7-15,3 1 0,2-3 0,-1 0 16,1-5-16,9 1 0,4 2 0,9 4 16,9 4-16,4 1 0,5-3 15,3 3-15,8 2 0,-5-3 0,5 6 16,2 1-16,-3 2 0,5-2 0,0 3 16,2-1-16,3 5 0,4 0 15,-3 2-15,3 2 0,0 3 0,6 8 16,-6 0-16,2 1 0,-2-1 0,-2 0 15,-3 0-15,0-2 0,1-2 0,-5-6 16,0 1-16,-2-2 0,-1 1 0,1-1 16,-2-2-16,-1 2 0,1 0 0,-3-2 15,1 0-15,1-4 0,1-2 16,0-3-16,-1 0 0,3-4 0,-2 2 16,1-2-16,3-1 0,-2-1 0,0-3 15,2 1-15,2-14 0,-2 13 0,-2 1 16,2-1-16,0 3 0,0 4 0,2 2 15</inkml:trace>
  <inkml:trace contextRef="#ctx0" brushRef="#br0" timeOffset="82628.25">26513 7933 0,'-2'0'0,"2"0"0,0 0 0,-2-2 0,2 2 15,0-2-15,2 2 0,-2 2 0,5-2 16,-1 2-16,-2 3 0,5 1 0,-3 5 16,3 5-16,0 3 0,-1 6 15,5 14-15,0 3 0,0 2 0,2 5 16,1 6-16,6 20 16,-1 2-16,10 22 0,-3-10 0,-1-17 0,-5-8 0,-5 0 15,-4 0-15,0 0 16,-2-4-16,0-3 0,0-4 0,-5 2 0,-2 7 0,-6 8 15,-3 5-15,7-4 16,0 4-16,0 2 0,-2 2 0,2 3 0,2 4 16,0-2-16,1 4 0,-1-2 15,2 2-15,1-6 0,-1 1 0,0 6 0,-1-3 16,3-3-16,-4-1 0,1-5 0,-3-2 16,-3 0-16,1-2 0,2-3 0,-4 1 15,-1-3-15,-1 3 0,-3-5 16,2 2-16,5 3 0,-7-5 0,0 7 15,1-3-15,1-4 0,-2 3 0,3-5 16,-8 6-16,3-1 0,0-3 0,3-2 31,1 0-31,-2-5 0,2-1 0,1-8 16,-1-1-16,3-3 0,-1 3 0,-1-8 16,1 1-16,1-2 0,0-5 15,-1 3-15,1-5 0,2 0 0,2-4 16,-5-3-16,5 3 0,-4-3 0,-3 1 15,3-3-15,-1 0 0,3 0 0,-2 1 16,1-5-16,1-1 0,-2-3 16,2-3-16,-1-4 0,3 0 0,-2-3 15,0-1-15,2-5 0,-4 0 0,4-5 16,-5 1-16,1-5 0,-1-2 0,-1-4 16,-1 6-16,-2-4 0,1-1 0,-1-1 15,0-1-15,-4 1 0,-5-9 16,5 8-16,0 3 0,-3 2 0,-8-9 15,2 3-15,-2 1 0,2 1 0,-1 1 16,4 1-16,-3 2 0,4 0 16,0 5-16,5-1 0,0 3 0,2-3 15,2 5-15,2 0 0,1 2 0,1 2 16,3 0-16,2 5 0,2-1 0,1 1 16,1 4-16,5 2 0,0 0 0,2 0 15,0 1-15,6 1 0,1 3 0,4-1 16,0 1-16,2 0 0,9 2 0,-4 2 15,-5-5-15,-4 3 0,-2-7 16,-5 1-16,0-6 0,-2 1 0,0-2 16,-2-3-16,2-2 0,-2-2 0,2-4 15,-2-3-15,0-1 0,2-3 0,2-11 16,2 6-16,1-10 0,1 1 0,3-1 16,-2-3-16,2 1 0,0-1 15,-1 0-15,3 5 0,-2 2 0,-4 2 16,-1 2-16,-2 1 0,-2 4 0,-2 2 15,-4 2-15,1 2 16,-1 1-16,-1 3 0,-4 1 0,4 2 0,-4-2 0,0 2 16,3 0-16,-1 0 0,0 2 0,2-2 15,1 0-15,-1 2 0,-1 1 16,-1-3-16,2 0 0</inkml:trace>
  <inkml:trace contextRef="#ctx0" brushRef="#br0" timeOffset="106441.37">27622 13633 0,'0'4'0,"0"-2"0,0 3 0,0-1 0,3 0 0,-1 1 0,0 2 16,0-3-16,-2 7 0,0-2 0,0 0 15,0 4-15,-2 0 0,0 2 0,-3 1 16,1-1-16,-3 5 0,-1 2 0,-6-4 15,3 2-15,-4-3 0,-3 3 0,1-2 16,-3-1-16,-4 1 0,-1-2 16,-1-1-16,-3-2 0,-2 3 0,-6-3 15,-3 2-15,0-4 0,-1 0 0,-3 0 16,-12-2-16,6-4 0,3-3 0,1 2 16,9-4-16,-3 0 0,5-2 0,-5 0 15,7 2-15,-5 0 0,1 0 16,4-5-16,-2 1 15,-1-5-15,8-4 0,-3 0 0,2-3 0,3-4 0,-1-4 16,1 0-16,-5-3 0,0-3 0,-4-3 16,2-7-16,0 2 0,-1 3 0,12 0 15,7 2-15,2-5 0,4-1 16,0-3-16,5-2 0,4-3 0,0 3 16,2 7-16,2 8 0,5 0 0,2 1 15,2-1-15,-2-2 0,3-8 0,3-3 16,1 0-16,6-5 0,5 6 15,-1 1-15,3 0 0,2 9 0,-2 0 16,-2 1 0,2-1-16,-2 0 0,-1 7 0,3-1 15,-2 5-15,8 1 0,3 1 0,2 3 16,0-1-16,-7 3 0,0 2 0,-6 2 16,2 2-16,0 1 0,2-1 0,0 5 15,4 0-15,1-3 0,-1 5 0,-2 0 0,-1 3 0,-4-1 31,-1 2-31,0 3 0,-3-1 0,1 1 16,1 4-16,1 2 0,2 3 0,0 4 16,2 2-16,-2 4 0,-3-2 0,-6 3 15,-2-3-15,-2 2 0,-3-1 16,1-1-16,-3 0 0,2 1 0,-1-1 16,-3 0-16,2 0 0,-4 3 0,2 1 15,2 5-15,2 7 0,3 4 0,2-2 16,0-4-16,2-3 0,-5-6 15,1-5-15,-3 4 0,-1-3 0,-5 6 16,-1-3-16,-5 5 0,-3-4 0,0 4 16,-7-2-16,-2 0 0,0-5 0,-2-4 15,-2 0-15,2-6 0,-2 1 0,2-1 16,-2-1-16,-1-1 0,3-1 16,-2 2-16,4 1 0,-2 3 0,-2-1 15,2 0-15,2-1 0,-2-1 0,2-1 16,-2 3-16,2-3 0,-4 3 0,0-3 15,-2 1-15,-3-1 0,2-1 16,3-1-16,0 0 0,0-2 0,0-4 0,-3 1 16,3 1-16,-3 0 0,1-2 15,2 1-15,-3-1 0,3 0 0,2-3 16,-2 1-16,4-3 0,0 2 0,3-2 16,-3 3-16,0-3 0,-2 0 0,-2 3 15,2-1-15,2 0 0,0-1 0,-2 1 16,-2 0-16,-3-1 0,3 1 0,-4-2 15,1 0-15,1 1 0,-3-3 16,0 0-16,-1 0 0,-1 0 0,0 0 16,-2 0-16,-2-5 0,1 5 0,1-2 15,3 0-15,-1 0 0,7 2 0,-3-3 16,1 3-16,6 0 0,-2-2 0,4 2 16,1 0-16,-1-2 0,3 2 0,4 0 15,6 0-15,-1-2 0,-12 2 16,5 0-16,0 0 0,2 2 0,-3-2 15,3 4-15,0-4 0,0 5 0</inkml:trace>
  <inkml:trace contextRef="#ctx0" brushRef="#br0" timeOffset="112828.19">3506 9170 0,'0'0'0,"0"0"0,2 0 16</inkml:trace>
  <inkml:trace contextRef="#ctx0" brushRef="#br0" timeOffset="127137.09">25837 13697 0,'0'0'0,"0"0"0,0 4 0,0 0 0,0 1 0,0 4 0,-3-1 15,1 3-15,-2 1 0,-1 3 0,-1-2 16,1 7-16,-6 2 0,0 0 0,-2 2 15,2-4-15,-4 0 0,-3-2 0,-4-3 16,-5 1-16,-6-3 0,-6-4 0,-16-1 16,-3-5-16,1-10 0,-16-4 15,9-4-15,7 4 0,-3-9 0,1-5 16,1-3-16,8-5 16,8-3-16,9 1 0,4-2 15,7-3-15,4-4 0,7-13 0,7-12 0,15-12 0,0 8 0,4-2 16,14 0-16,0-2 0,15 2 31,7 22-31,2 9 0,8 9 0,1 12 16,-7-1-16,5 11 0,1 4 0,1 3 15,9 8-15,-10 0 0,1-2 0,-2 4 16,-1 12-16,-1 1 0,1 10 0,-6-5 16,-2 9-16,-7 13 0,-9 7 15,-4 15-15,-22 13 0,6-15 0,-8-2 16,-7-5-16,-9 0 0,-11 5 0,-4 0 15,-25-7-15,5-4 0,-6-9 16,-12 2-16,5-7 0,1-4 0,6-2 16,1-2-16,5-3 0,-2-1 0,2-3 15,4-5-15,3-1 0,8-1 0,5 1 16,2-1-16,2-2 0,0 3 0,0-3 16</inkml:trace>
  <inkml:trace contextRef="#ctx0" brushRef="#br0" timeOffset="128577.9">25005 14510 0,'-2'0'0,"0"2"0,2 1 0,0-3 0,0 4 0,0 3 16,0 1-16,0 1 0,-4 4 0,1 3 15,-3 2-15,-1-1 0,-4 12 16,0-3-16,-2 1 0,0-3 0,-5 0 16,0 1-16,-2-6 0,1 1 0,-3-4 15,0-1-15,-1-4 0,1-2 16,-2-5-16,2-1 0,2-3 0,3-5 0,-1-1 16,5-8-16,4 1 0,2-11 15,5-5-15,9-6 0,4-5 0,9-6 16,15-9-16,2 4 0,5 9 0,-2 7 15,-5 8-15,-4 5 0,-4 7 0,-3 6 16,-4 3-16,-5 6 0,1 4 0,-8 0 16,3 3-16,-2 2 0,-2 4 15,-1 2-15,-3 3 0,-1 6 0,-2 3 16,0 4-16,-2 6 0,-3 12 0,-1 4 16,1-5-16,3-6 0,0-2 0,0-5 15,-1-6-15,1-3 0,-2-4 16,-1 0-16,3-2 0,0-2 0,0-1 15,2-1-15,2-3 0,-2-2 16,4 0-16,1-2 0,1-3 0,3 1 0</inkml:trace>
  <inkml:trace contextRef="#ctx0" brushRef="#br0" timeOffset="129052.94">25495 14594 0,'-2'-2'0,"-1"-3"0,3 5 0,-2-4 0,-2-3 0,-3 1 16,1-1-16,-1 0 0,-4 3 0,2 0 0,-2 1 16,-2 1-16,0 2 0,-5 2 0,3 3 15,-3 1-15,-4 8 0,0-1 0,2 2 16,5 1-16,-1-1 0,7 3 0,3 0 16,3-3-16,6 5 0,1-5 0,7 3 15,2 0-15,5-1 0,-5-4 16,3 1-16,8 3 0,2-4 0,3 3 15,-3-3-15,3 0 0,0 1 0,-1-3 16,-1 2-16,-1 0 0,-4 0 0,0 1 16,-6 1-16,-1 0 0,-6 1 0,-2-1 15,-3-1-15,-6 1 0,-7 0 16,0 3-16,-4-3 0,-2 1 0,-5 2 16,-4-3-16,4-2 0,-5-2 0,3-2 15,3-2-15,1-3 0,-2-2 0,5-2 16,4-2-16,0-2 0,2-1 15,2-1-15,3-3 0,2-2 0,2-2 16,0-3-16,2 1 0,2-3 0,5-4 16,0-2-16,2-1 0,2-1 0,7-9 15,-5 4-15,-1 9 0,1-7 0,-2 1 16,-2-1-16,-2 2 0,-2 1 0,-1 2 16,-1 2-16,-1 2 0,-4 2 15,0 1-15,0 3 0,-2 1 0,0 4 16,0-2-16,-3 5 0,5-1 0</inkml:trace>
  <inkml:trace contextRef="#ctx0" brushRef="#br0" timeOffset="130071.95">26877 14473 0,'-2'2'0,"-2"-2"0,4 0 0,-3 2 0,-1-2 16,2 5-16,0-3 0,-1 2 0,1 1 15,-2-1-15,4 5 0,-5-3 16,5 1-16,-2 0 0,2 1 0,0 1 16,2-2-16,-2 4 0,3-2 0,-1-3 15,-2 5-15,0-2 0,-2 2 0,-1 0 16,1 2-16,2 1 0,-4 1 15,2 3-15,-1 2 0,1-1 0,0 1 16,0 0-16,0-2 16,2-3-16,0-2 0,0 1 0,-3-6 0,3 1 0,-2-2 15,0-3-15,2 1 0,0-3 0,0 2 16,0 1-16,0-5 0,0 4 16,0-4-16,0 2 0,0-4 0,0 2 15,0 0-15,2-2 0,-2 0 0,0 2 16,0-5-16,2 5 15,1-2-15,-3 0 16,0 2-16,0-2 0,0 0 0,0 2 0,0 0 0,0 0 16,0-3-16,2 3 0,-2-2 0,0 2 0,2 0 15,-2-2-15,0 2 0,0 0 0,2 0 16,0-2-16,-2 2 0,0-2 16,3 2-1,-1 0-15,2-3 0,-2 1 0,3 2 0,-3 0 0,0 0 16,3-2-16,-1 4 0,3 0 0,-3 1 0,-2 5 15</inkml:trace>
  <inkml:trace contextRef="#ctx0" brushRef="#br0" timeOffset="131221.51">24086 13661 0,'-2'-6'0,"4"-1"0,-2-2 0,2 0 0,0 5 0,-2-3 16,0 5-16,0 2 0,0 0 0,-4 5 16,-1-1-16,-6 5 0,0 2 0,-4 4 15,-3 3-15,-15 13 0,-2 2 0,-5 11 16,-21 22-16,-1 5 0,-26 21 15,2-6-15,-20 11 0,49-42 16,-1 12-16,7-15 0,1-3 0,-5-3 0,4-15 16,2 4-16,8-1 0,5-1 0,10-5 15,6 1-15,2-3 0,5-6 16,-2-2-16,-1-3 0,7-1 0,3-6 16,1-1-16,1-7 0,2 2 0,0-4 15,-3-2-15,5-5 0,2-2 0,1-9 16,1-2-16,-2 4 0,0-6 0,3 0 15,-3 2-15,-2 0 0,2 2 0,-2 2 16,-2 3-16,0 6 16,-3 0-16,-1 5 0,-1 4 0,-4 4 0,2 5 15,-2 0-15,0 10 0,2 1 0,5 2 16,2-4-16,4 6 0,2-10 16,5 3-16,9 5 0,0-6 0,-3-3 15,3-4-15,8 4 0,5-4 0,-9-3 16,9-1-16,0-3 0,-5 2 0,1-4 15,-8 5-15,-1-5 0,-5 2 0,-4 2 16,-7-1-16,1 1 0,-6 0 0</inkml:trace>
  <inkml:trace contextRef="#ctx0" brushRef="#br0" timeOffset="131539.9">21156 14989 0,'0'0'0,"0"0"0,0 0 0,0 4 0,0 0 16,2 5-16,0 5 0,-2 1 15,4 7-15,-1 4 0,3 10 0,1-3 0,-3 2 16,3 0-16,0 1 0,-1-1 0,-1 0 16,1 0-16,3 10 0,-2-6 15,-1-3-15,-1-6 0,-1-5 0,-2-8 16,0-3-16,1-1 0,-3-2 0,2-5 16,0 1-16,0-5 0,3-2 0,1-2 15,1-5-15,0-1 0,1-1 0</inkml:trace>
  <inkml:trace contextRef="#ctx0" brushRef="#br0" timeOffset="131762.97">21493 14945 0,'-2'0'0,"0"2"0,-3 0 0,3 0 16,0 3-16,0 3 0,-1 1 0,3 7 15,-2 1-15,2 5 0,2 5 0,1 10 16,1 3-16,3 0 0,-3-1 15,3 1-15,-1 0 0,1-1 0,4 10 16,-2-9-16,2-5 0,-5-4 0,1-7 16,-3-6-16,-1-3 0,-1-2 0,0-4 15,-2-2-15,0-5 0,4 0 16,-1-4-16,1-2 0,3-7 0,-1-3 16,3 5-16,-2 1 0</inkml:trace>
  <inkml:trace contextRef="#ctx0" brushRef="#br0" timeOffset="132113.07">21874 14997 0,'-2'3'0,"2"-6"0,0 3 0,0 0 0,0-2 0,2 0 15,1 2-15,-1 0 0,2-2 0,5 2 16,2-2-16,2 2 0,7-3 0,2 3 16,2-2-16,12 0 0,-3-2 0,0-1 15,-2 3-15,0-2 0,-3-3 16,1 0-16,-5 3 0,0-5 0,-1 0 15,-4 3-15,-1-3 0,-5 2 0,-2 1 16,-4 1-16,-3 3 0,1 0 0,-5 2 16,2 2-16,-4 2 0,-3 7 0,5 0 15,-2 5-15,-5 10 0,1 3 16,1 4-16,-1 0 0,1 2 0,3-1 16,-2-4-16,2-1 0,-3 2 0,3-5 15,-2 3-15,4-2 16,-5-3-16,5 0 0,-4-2 0,4 0 0,-5-2 0,3-2 15,2 1-15,0-5 0,0 1 0,0-4 16,0 0-16,0-4 0,0 2 16,0-3-16,0-4 0,0 1 0,2 1 15,1 3-15</inkml:trace>
  <inkml:trace contextRef="#ctx0" brushRef="#br0" timeOffset="132271.96">22066 15300 0,'2'0'0,"1"0"0,-3 0 0,4-5 0,3 3 0,4-2 0,0-1 0,4 1 16,1-1-16,3 1 0,10-3 0,0 1 15,2-1-15,0 3 0,-1 1 0,1-1 16,0 4-16,0 0 0,-5 2 16,-1 3-16</inkml:trace>
  <inkml:trace contextRef="#ctx0" brushRef="#br0" timeOffset="133052.38">26699 14479 0,'0'-2'0,"-3"-2"0,3 4 0,-2-7 0,0 3 0,2-1 15,0-1-15,0-1 0,2 3 16,3-5-16,-1 2 0,5-2 0,2-2 16,2-2-16,3 2 0,6-7 0,0 5 15,0 2-15,0 0 0,-2 2 0,-1 5 16,1 4-16,-4-2 0,1 4 15,-1 2-15,-1 5 0,1 2 16,-5 2-16,2 1 0,-4 1 0,-3 3 0,-1-1 16,-1-1-16,-2-1 0,-4 3 0,0-3 15,-2 3-15,-3-3 0,0 3 0,3-5 16,-9 5-16,2 0 0,-3-3 0,1 5 16,0-5-16,-2 1 0,-3-1 0,0 1 15,1-1-15,-3 0 0,4 3 16,-1 0-16,1-1 0,5-1 15,-2 1-15,6-1 0,1-1 16,4-1-16,2 1 0,4-2 0,3 0 0,1 1 0,3-1 16,3 2-16,1-4 0,3 3 15,-3-6-15,1 3 16,-3 0-16,2 0 0,1-2 0,-3-2 0,-2-1 0,-2-1 16,0-1-1,-3 1-15,1-1 0,-3-2 0,3 3 0,-3-1 0,1-2 0,4 3 16</inkml:trace>
  <inkml:trace contextRef="#ctx0" brushRef="#br0" timeOffset="133496.42">26890 15335 0,'3'0'0,"-3"2"0,0-2 0,0 0 0,0 4 0,2-1 0,-2 3 0,2-1 16,0 1-16,3-1 0,-1 3 0,3-1 15,-3 0-15,5-1 0,0 1 0,0 0 16,2-3-16,-3 0 0,6-1 0,-5-1 16,4-2-16,-2-2 0,0 2 15,0-5-15,-2 1 0,-1-3 0,1-2 16,-2 3-16,-3-1 0,-2-4 0,-2 4 16,-2-1-16,0-1 0,-5 2 15,1 1-15,-5 1 0,0 3 16,-2-2-16,-1 4 0,-1 0 0,-1 2 0,1 0 15,0 2-15,-1 1 0,5 1 0,0 1 16,2 2-16,5-3 0,-1 3 0,1 0 31,2 0-31,4 0 0,0 0 0,5-3 16,-3 1-16,5-1 0,4-1 16,1-1-16,-3-2 0,4-2 0,0 0 0,1-4 15,-1 0-15,1-1 0,-3-1 16,-2-3-16,-2 2 0,0-2 0,-7 1 15,0-1-15,-4 0 0,-5 2 0,-2-2 16,1 3-16,-6 1 0,1 1 16,0 2-16,0 0 0,-1 2 0,1 0 15,2 2-15,2 0 0,1 5 0,1-3 16,-2 3-16</inkml:trace>
</inkml:ink>
</file>

<file path=ppt/ink/ink13.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8:12.585"/>
    </inkml:context>
    <inkml:brush xml:id="br0">
      <inkml:brushProperty name="width" value="0.05292" units="cm"/>
      <inkml:brushProperty name="height" value="0.05292" units="cm"/>
      <inkml:brushProperty name="color" value="#FF0000"/>
    </inkml:brush>
  </inkml:definitions>
  <inkml:trace contextRef="#ctx0" brushRef="#br0">3204 6749 0,'0'0'0,"0"-2"0,-3 2 0,3-2 0,0-1 16,3-1-16,5 2 0,6-3 0,8 1 15,2-3-15,22-1 0,3-1 0,2 0 16,12 0-16,26-4 0,39-5 16,-9 1-16,22-8 0,-57 12 0,4 2 15,-2-4-15,4 1 0,-2 1 0,7-2 16,4 4-16,-6-2 0,6 2 16,5-3-16,-1 3 0,14 0 0,2-2 15,-2 2-15,0 0 0,7-2 0,-8 2 16,3 2-16,7-4 0,0 4 0,-14 0 15,7-2-15,3-2 0,-14 0 0,8-1 16,-5 3-16,-5-2 0,-3 2 16,3-4-16,-5-3 0,-1 3 0,1-3 15,-6 2-15,6-1 0,-1 4 0,-3-1 16,0 1-16,-5 0 0,1 4 0,-3 0 16,-6 3-16,-2-1 0,1 3 0,-3-3 15,-5 0-15,-5 1 0,-4 1 16,5 1-16,-1-3 0,-8 1 0,-4-3 15,-8 2-15,-8 1 0,0-3 0,-2 4 16,-3-1-16,1 1 0,-7 3 16,-5-4-16,-2 3 0,-4-1 0,-4 2 0,-3-3 15,-7 3-15,3 0 0,-2 2 16,-5 0-16,0 0 0,-13 0 0,5 2 16,8-2-16,0 2 0,-2 3 0,-2-1 15,2 1-15</inkml:trace>
</inkml:ink>
</file>

<file path=ppt/ink/ink14.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6:20.793"/>
    </inkml:context>
    <inkml:brush xml:id="br0">
      <inkml:brushProperty name="width" value="0.05292" units="cm"/>
      <inkml:brushProperty name="height" value="0.05292" units="cm"/>
      <inkml:brushProperty name="color" value="#FF0000"/>
    </inkml:brush>
  </inkml:definitions>
  <inkml:trace contextRef="#ctx0" brushRef="#br0">13419 12678 0,'-2'-2'0,"-3"0"0,1-3 0,-3 1 0,3-1 0,-1 1 15,3-1-15,-4 1 0,6 2 0,-3 0 16,3-1-16,3-1 0,-1 4 0,7-2 16,-1 0-16,6 2 15,3-3-15,3 1 0,0 2 0,13 0 0,-2 0 16,-2 0-16,-1 0 0,3 0 0,-5 0 16,1 0-16,4 0 0,2 0 15,4 0-15,12 5 0,2-3 0,-3 2 16,-2 1-16,1-1 0,1 3 0,-1-1 15,-1 1-15,2-3 0,10 1 0,-1-1 16,-4-2-16,-5 1 0,-3-1 0,1 0 16,2 0-16,7-2 0,5 2 0,-1-2 15,-3 3-15,-10-3 0,-2 6 16,2-1-16,5-1 0,4 0 0,0-1 16,-4-1-16,-3 0 0,-3 0 0,-4 5 15,8-3-15,2 3 0,2-3 0,0-6 16,-3 2-16,-3-2 0,-6 2 0,-3 0 15,-3 0 1,-4-2-16,2 2 0,0 0 0,-2 2 0,-4 0 0,-3 0 16,-4 1-16,-3-1 15,-3-2-15,-3 2 0,-3 0 0,3-2 0,-4 5 0,2-3 16,-3 0-16,1 0 16,-3 0-16,1 1 0,-1-3 0,-4 0 0,2 2 15,-13-2-15,7 0 0,2 0 0,-3 0 16,10 0-16,-1 0 0,-4 0 0,5-2 15,-3 2-15,-2-3 0,4 1 0,-4-2 16,0-3-16,2 1 0,-2-6 16,0-1-16,0 0 0,0 0 0,3-3 15,-6-1-15,3-5 0,3 0 0,-1 0 16,0-3-16,2 1 0,1-2 0,2-5 16,-3-2-1,3 0-15,1-12 0,1 1 0,0 3 0,0 3 16,2 3-16,-5 4 0,3 7 0,-2-1 15,-3 6-15,1-1 0,-1 2 0,-4 0 0,-2 1 16,0 1-16,-3-1 0,1-3 0,-1 4 16,-1-1-16,-1-1 0,1 3 0,1 1 15,1-1-15,-1 4 0,-1-4 16,-1 6-16,3-2 0,-3-2 0,1 1 16,-5 4-16,2 1 15,0-2-15,-2 3 0,-2-1 0,-5 0 0,-2 3 16,-2 0-16,-4-1 0,-10 5 15,-3 0-15,-3 2 0,-5-2 0,6 3 0,-1 1 16,-7 0-16,1 1 0,-3-1 16,-2 1-16,-4-3 0,2 0 0,-1 0 15,6 3-15,-1-3 0,-4 0 0,-5-2 0,-8 2 16,2 0-16,6-2 0,3 0 16,0 0-16,-9 0 0,-12 0 0,12 0 15,5 3-15,5-3 0,3 0 0,-6 0 16,-5 2-16,2 4 0,7-1 0,4 2 15,10-1-15,-1-1 0,-2 1 16,-5 1-16,1-1 0,-1-1 0,3-1 31,6-2-31,5 3 0,4-1 0,4 1 16,-1-1-16,-5 0 0,0 3 0,-3 0 16,3-1-16,0-1 0,5-1 0,1-2 15,5 3-15,2-5 0,3 4 0,1-4 16,3 5-16,4-5 0,0 4 15,0 0-15,1 1 0,1-1 0,0 3 16,3 2-16,0 2 0,-1 0 0,1 2 16,2 0-16,2 3 0,0 1 0,0 3 15,4 2-15,-2-2 0,0 4 0,-2 0 16,9 10-16,-2-4 0,2 6 0,2-1 16,-7-2-16,3 4 0,-1-1 15,1-3-15,-3-2 0,3 0 0,-3-5 16,1-2-16,-3-2 0,0-2 0,3-2 15,-3-3-15,2 1 0,1-3 0,-1-4 16,-4 4-16,4-2 0,-4-2 0,3-3 16,-3 3-16,2-4 0,-2 3 15,0-1-15,-2 2 0,-1 2 0,3 2 16,-2 3-16</inkml:trace>
</inkml:ink>
</file>

<file path=ppt/ink/ink15.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2:19.093"/>
    </inkml:context>
    <inkml:brush xml:id="br0">
      <inkml:brushProperty name="width" value="0.05292" units="cm"/>
      <inkml:brushProperty name="height" value="0.05292" units="cm"/>
      <inkml:brushProperty name="color" value="#FF0000"/>
    </inkml:brush>
  </inkml:definitions>
  <inkml:trace contextRef="#ctx0" brushRef="#br0">25484 4042 0,'2'0'0,"-2"-3"0,0 3 16,2-2-16,-2 2 0,2 0 0,1 0 0,-1 0 0,2 2 15,1 1-15,-1-3 0,0 4 16,1 0-16</inkml:trace>
  <inkml:trace contextRef="#ctx0" brushRef="#br0" timeOffset="3064.26">32094 3854 0,'0'0'0,"0"0"0,-2 5 0,0-5 0,2 4 16,-5 3-16,3-5 0,0 2 0,0 3 15,-3 4-15,3-7 0,0 3 0,-3 4 16,-1-2-16,1 2 0,-4-3 0,3 1 16,-5 2-16,0 0 0,0 0 15,-7 0-15,3 3 0,-3-8 0,-4 5 16,0-2-16,0 0 0,-2 2 0,-3-2 16,1 0-16,-5-1 0,0 1 0,0-4 15,-6 1-15,1-4 0,1 3 0,6-5 16,1 0-16,-1-5 0,-2 1 0,3 0 15,-3-1-15,2-6 0,-2 2 16,3 1-16,1-3 0,-2 0 0,3-1 16,4 4-16,-2-8 0,4 3 0,0-2 15,0 1-15,5 1 0,-1-2 16,3-1-16,0 1 0,2-5 0,-2 0 16,1 0-16,1 0 0,3-2 0,-3 3 15,6-8-15,1 1 0,-1 1 0,3-3 16,0 3-16,4 1 0,0 0 0,3-5 15,1 5-15,1-11 0,0-1 0,-1 1 16,3-11-16,-5 0 0,-4 8 0,3 3 16,-1 4-16,2 7 0,1 8 15,-3-4-15,2 7 0,-1 0 0,-1-5 16,2 3-16,1-5 0,6 2 0,-3-4 16,3 3-16,3 1 0,-3-4 0,4 2 15,3 0-15,2 0 0,2 3 0,2 1 16,0 3-16,3 0 0,-1-3 15,3 5-15,-3 5 0,1-3 0,-5 4 16,0-3-16,-2 5 0,2-3 16,-3 1-16,4 5 0,-1-2 0,2 2 0,0 0 15,3 0-15,1 0 0,1 2 0,6-2 16,-4 0-16,2 0 16,-2 0-16,0 3 0,-5-1 0,3 0 15,-5 2-15,-2-1 0,-2 1 0,-2 0 0,-5-1 16,0 1-16,0 3 0,1-5 15,-1 7-15,2-3 0,-1 3 0,1 2 16,-2 5-16,3 1 0,1 5 0,3-2 16,0 7-16,0-3 0,-3 2 0,3 1 15,-2 4-15,-3-9 0,1 2 0,-7 0 16,2-8-16,-5 3 0,-1-3 0,1 4 16,-1-9-16,-3 4 0,-2 1 15,-2-1-15,-1 3 0,1-1 0,2 8 16,2-3-16,-2 2 0,0 0 0,-2 5 15,-2-1-15,-1-1 16,1 2-16,4-1 0,-4-1 0,1-5 0,-1 2 0,-3-2 16,-1 0-16,-1 2 15,4-2-15,-1 3 0,-3-1 0,2-2 16,-4 2-16,0-6 0,0 2 0,2 2 0,-2-9 16,3 2-16,-1-4 15,2-2-15,-2 0 0,3-2 0,-1-1 0,3 1 16,1-3-16,-1 1 0,2 1 0,-3-6 15,5 3-15,-2-3 0,2 2 0,-2 0 16,2-2-16,-2 0 0,0 2 0,-3 0 16,1 1-16,-1-1 0</inkml:trace>
  <inkml:trace contextRef="#ctx0" brushRef="#br0" timeOffset="3876.39">31560 4134 0,'-2'0'0,"2"0"0,0 0 0,-2-2 0,0 0 0,2 0 16,-2 2-16,-1 0 0,1 2 16,-2 2-16,-1 3 0,1 4 0,0 2 15,-5 5-15,0-1 0,-4 8 0,-3 8 16,-4 2-16,1-4 0,-4 2 16,-1 2-16,-2 3 0,-10 12 0,-1-1 15,4-1-15,2-4 0,-4 3 0,6-10 16,3-2-16,4-6 0,0-9 0,0 0 15,4 0-15,0-3 0,1 5 0,3-8 16,1 3-16,4-4 0,1-2 0,-1 0 16,4-4-16,1 0 0,-1-1 15,1-1-15,4-3 0,7-11 0,-3 5 16,-2-1-16,-2 8 0,0-6 0,0-1 16,5-7-16,-5 4 0,2-4 0,2-2 15,1-2-15,-1 1 0,1-6 0,-3 5 16,2-3-16,-2 1 0,1 1 15,-3 1-15,0 2 0,0-1 0,0 1 16,0 4-16,-3 1 0,1 1 0,2 0 16,-4 3-16,2 4 0,-3 0 0,-1 0 15,-1 4-15,0 3 16,-2 2-16,3 0 0,-1 2 0,1 0 16,1 0-16,1 2 0,2-2 0,-1 4 0,3-1 15,3 1-15,-1-2 0,2 0 16,5 1-16,0-1 0,2-2 0,4-2 15,1 0-15,1-3 0,1-1 0,0-1 0,6-2 16,-6 0-16,-1 1 0,-4-1 16,3-2-16,-5 0 0,0 0 0,-2 0 15,0 0-15,-3-2 0,1 2 0,-1-3 16,-1 3-16,-1 0 0,-2-2 0,1 2 16,1 0-16,0-2 0,-1 2 0,-1 0 15,0 2-15,-2 0 0</inkml:trace>
  <inkml:trace contextRef="#ctx0" brushRef="#br0" timeOffset="4819.75">31640 5087 0,'-2'0'0,"-1"-3"0,-1-1 0,0-3 0,-3 3 0,0 0 0,1-3 16,-5 5-16,-3-3 0,-3 5 0,-3 5 16,-2-1-16,-2 1 0,-9 10 0,2-6 15,0 2-15,2 4 0,3-6 0,4 4 16,4 1-16,5-3 0,2 4 15,6 0-15,5 5 0,5 0 0,6 7 16,4 1-16,5 1 0,2 2 0,0 0 16,2 0-1,-4-1-15,-2-3 0,-3-3 0,-4-2 16,0-4-16,-2 2 0,-7-3 0,-2 1 0,-4-3 0,-3 3 0,-4 0 31,-2-3-31,-11 5 0,-5-5 16,1-1-16,1-3 0,-2-3 0,3-1 15,6 0-15,0-5 0,3 0 0,3 0 16,1-2-16,0 0 0,2 0 0,4 0 16,1 0-16,1-2 0,3 0 0,2-3 15,5-1-15,-1 1 0,0-1 0,-1 4 16</inkml:trace>
  <inkml:trace contextRef="#ctx0" brushRef="#br0" timeOffset="5217.29">32039 5289 0,'0'0'0,"0"-4"0,0 4 0,2-7 0,-2 3 0,-2-3 0,0 1 0,-3-1 15,-1 1-15,-3-1 0,-2 0 16,-5 3-16,1 0 0,-5-1 0,-9 1 16,1 4-16,-3 0 0,4 4 0,1-2 15,6 5-15,0 0 0,9 1 16,2 6-16,5 3 0,6 1 0,5 6 15,4 0-15,2 5 0,7 0 0,2-3 16,0 1-16,2-3 0,-4 2 0,4-1 16,-4 1-16,0-2 0,-5 1 0,3 1 15,-5 0-15,1 10 0,-3-5 16,-7-1-16,-2-1 0,-4-5 0,-2 1 16,-7-3-16,-5-2 0,-1-3 0,-10-4 15,1-6-15,-5 2 0,-5-5 0,-1 1 16,2-3-16,4 0 0,2-2 0,5-2 15,4 2-15,5 0 0,6 0 0,-2 0 16,6 0-16,3 0 0,0 0 0,4 0 16,0-2-16,5-1 0,0 3 15,1 0-15,3-4 0,0 2 16,-6 2-16,-1-2 0,3-1 0</inkml:trace>
  <inkml:trace contextRef="#ctx0" brushRef="#br0" timeOffset="7209.31">8299 6723 0,'0'0'0,"0"0"0,0 4 0,0-2 16,0 3-16,5 3 0,-3 8 0,2 2 0,1 6 15,6 15-15,-7 3 0,5 2 0,-5 1 16,3 3-16,-1-4 0,1 22 0,0 0 15,1 23-15,-3-1 0,-1-22 16,1-13-16,-8-22 0,1-7 0,-2-2 16,-1 0-16,-3-2 0,-1-2 0,-2-1 15,-5-4-15,8-4 0,-8-2 0,5-5 16,2 0-16,0-4 0,1 0 0,-1-7 16,0-4-16,2-7 0,1 0 15,-1-4-15,3-5 0,2-2 0,-1-10 0,1-6 16,2-8-16,7-24 0,2-3 15,8-26-15,1 7 0,6-27 0,-4 62 16,6 8-16,5 14 0,5 11 0,-3 7 16,2-5-16,2 0 0,1-4 15,2 2-15,-1 8 0,5 8 0,-4 10 16,2 5 0,-2 8-16,-5 6 0,-2 5 0,-7 7 0,-6 3 0,-9 2 0,-6-1 15,-1 3-15,-4 2 16,-4-4-16,-7-5 0,-3-2 0,-5 0 0,-1 7 0,-9 4 15,-11 4 1,-6 1-16,-2-1 0,6-6 0,2-7 0,9-6 0,9 0 16,4 2-16,7-5 0,0-2 0,5-4 15,-1-5-15,5 1 0,0 4 0,4-3 16,2 1-16,5 4 0,7-2 16,1 2-16,5 2 0,5 5 0,1 2 15,14 4-15,2 2 0,1-2 0,3 1 16,7-1-16,-11 0 0,-6 0 0,-5-4 15,2-6-15,0-1 0,1-2 0,-1 2 16,-4 2-16,-3-6 0,-3-2 31,-1 2-31,-6-7 0,-1 5 0,-4-5 16,-2 2-16,-2 3 0,2-3 0</inkml:trace>
  <inkml:trace contextRef="#ctx0" brushRef="#br0" timeOffset="7415.83">9770 7505 0,'0'-2'0,"2"0"0,-2 2 0,9-4 15,2 4-15,6-5 0,3 3 0,0-2 16,9-1-16,-5 1 0,2-3 16,-6 3-16,2-1 0,-4 1 0,0-1 15,-3 3-15,-2 0 0,-2 2 0,0-2 16,-2 0-16,-2-1 0,-1-1 0,-3 2 15,-1-3-15,-2 1 0,-2 0 0,-3-1 16,-1-1-16,-1-1 0,0-2 16</inkml:trace>
  <inkml:trace contextRef="#ctx0" brushRef="#br0" timeOffset="7590.91">9609 7320 0,'0'-4'0,"0"2"0,2-1 0,2-3 0,3 1 16,4-4-16,0 3 0,4-1 0,3-4 15,0 2-15,8-2 0,3 0 16,-3 0-16,5 5 0,-4-3 0,-1 2 16,-2 1-16,-2-1 0,-4 3 0,-2 1 15,-3 1-15,-7 0 0,-1 0 0,-3 2 16,-2-2-16</inkml:trace>
  <inkml:trace contextRef="#ctx0" brushRef="#br0" timeOffset="9187.33">10698 6828 0,'2'-2'0,"-2"2"0,0-2 0,0 0 0,0 0 0,0-1 15,0 3-15,0 3 0,0-1 16,0 0-16,0 2 0,2 5 0,-2 5 15,3 5-15,-3 6 0,0 3 0,0 14 16,0 0-16,-3 0 0,1 2 0,0 2 16,-2 16-16,-5 2 0,4-2 15,1 2-15,-3-11 0,-1-23 0,3-1 16,-4-5-16,3-2 0,1 0 0,3-4 16,0-5-16,-3-4 0,3-2 0,0-1 15,0-3-15,2-1 0,0-4 0,2-3 16,0-1-16,5-8 0,-3-1 0,1-1 15,1-1-15,3-7 0,0-9 0,2-3 16,0-8-16,7-22 0,-3 2 16,3-2-16,-3-5 0,9-23 0,-4-1 15,7-18-15,-16 27 0,-2 29 0,-12 17 16,3 7-16,0 5 0,0 3 0,3 5 16,-1 3-16,0 6 0,0 2 0,-4 2 15,2 3-15,-2 2 0,0 2 16,2 4-16,0 3 0,0 6 0,-3-4 15,1 4-15,0 2 0,2-1 0,-5 6 16,1 8-16,0 3 0,-3 4 0,5 3 16,2-1-16,2-1 0,0-3 15,9 9-15,3-12 0,1-1 0,3-7 16,1-4-16,1-3 0,-2-4 0,4-4 16,-2-7-16,4-2 0,-2-5 0,2-6 15,3-3-15,-1-3 0,1-6 0,-1 1 16,-2-5-16,1-1 0,-3-1 15,-5 0-15,-6 2 0,-6 5 0,-1 4 16,-4 2-16,2 7 0,-4 0 0,2 5 16,-2-1-16,0 5 0,-3 0 15,5 4-15,-2 0 0,2-2 0,2 2 16,1 7-16,3-2 0,1-1 0,-1 3 16,1 2-16,4 0 0,-2 2 0,0 1 15,2 1-15,0 7 0,0-4 0,0-1 16,-2-1-16,-1-3 0,1 0 0,-4-2 15,-1 0 1,1-2-16,-1-4 0,-2 1 0,3-1 0,-1-1 16,0 0-16,3-4 0,-3 0 0,5-4 0</inkml:trace>
  <inkml:trace contextRef="#ctx0" brushRef="#br0" timeOffset="10114.26">12136 7521 0,'-3'-2'0,"1"-1"0,2 3 0,0-4 0,0 4 0,0-4 0,5 1 0,-1 1 15,3-2-15,4 4 0,2-2 0,4-1 16,3 1-16,2 2 0,5-2 0,8 2 15,0-2-15,1 4 0,-3-4 16,2 2-16,-6 0 0,-1 0 0,-1 0 16,-1 0-16,-4 0 0,0-2 0,-4-1 15,-3 3-15,-6-4 0,-2 4 0,-3 0 16,-4-2-16,-2 2 0,-2-3 16,-5 1-16,4 0 0,-1-5 0</inkml:trace>
  <inkml:trace contextRef="#ctx0" brushRef="#br0" timeOffset="10272.37">12290 7294 0,'-2'0'0,"2"-3"0,0 3 0,-5-2 0,3 0 0,0 2 15,-3 0-15,5 2 0,0 5 0,5 4 16,-3 2-16,2 5 0,3 2 0,0-1 16,4 10-16,2-2 0,-2-1 0,2 3 15,3-1-15,-3 3 0,-2-2 0,0 0 16,2-1-16,-2 3 0,0-4 15,2-1-15,1-2 0,6 1 0,-5-3 16</inkml:trace>
  <inkml:trace contextRef="#ctx0" brushRef="#br0" timeOffset="10637.52">13626 6822 0,'0'0'0,"-2"-2"0,2 2 0,-5-7 0,-1 3 0,-1-1 0,-2 1 16,-6-1-16,-3 5 0,-6 3 0,-16 5 16,-6 1-16,2 4 0,0 5 15,2 2-15,9 2 0,9 0 0,4 4 16,11-1-16,7 3 0,11 1 0,10-2 16,10-1-16,24 3 0,7-3 15,1 3-15,14 8 0,-11-1 0,-9 5 16,-2-3-16,-4 4 0,1-5 0,-12-4 15,-12-4-15,-8-7 0,-5-4 0,-4-1 16,-7 3-16,-4 0 0,-9 2 0,-4 0 16,-10 0-16,-3 5 0,-12-3 0,-15 2 15,0-4-15,4-2 0,7-2 16,0 0-16,2-5 0,2-4 0,3-3 16,6 1-16,7-3 0,6-4 0,9 0 15,7-11-15,4 2 0,5-6 0,-1-1 16,1-1-16</inkml:trace>
  <inkml:trace contextRef="#ctx0" brushRef="#br0" timeOffset="10985.89">14726 6778 0,'2'0'0,"-4"-5"0,2 5 0,-4-6 0,-1 1 0,-6 1 0,-6-1 0,-5 1 16,-18 0-16,-6 4 0,-3 2 15,-6 4-15,-24 6 0,4 5 0,-22 10 16,24 3 0,20-1-16,24 2 0,18-5 0,9 5 0,13-2 0,9 6 15,13 1-15,22-1 0,5-7 0,-7-1 16,-5 2-16,-1 6 0,-3 2 0,0 7 16,-5 1-16,-1-4 0,-3-5 0,-4-8 15,-7-3-15,-8-5 0,-3-1 16,-4 1-16,-3-2 0,-6-1 0,-6 1 15,-5 0-15,-7-1 0,-2 3 0,-8-2 16,-8 2-16,-3-5 16,1 1-16,-2-5 0,5 0 0,4-3 0,0-3 0,5 1 15,4-3-15,2-1 0,7-2 0,4-2 16,2-1-16,3 3 0,4-6 0,0 1 16,-2 1-16</inkml:trace>
  <inkml:trace contextRef="#ctx0" brushRef="#br0" timeOffset="11771.04">7867 9430 0,'2'-4'0,"0"-1"0,-2 1 0,3 0 0,-1 1 0,-2 3 0,4 5 15,-2 1-15,3 1 0,-1 4 0,-4 4 16,5 5-16,1 20 0,-6 2 0,0 6 16,2-4-16,1 1 0,-1-1 15,0-7-15,-2 12 0,2-10 0,0 1 16,3-2-16,1-5 0,-1 0 0,2-5 16,-1-1-16,1-5 15,-1-2-15,1-5 0,2-2 0,-7-2 0,5 3 16,-1-6-16,3-3 0,-5-1 0,5 1 31</inkml:trace>
  <inkml:trace contextRef="#ctx0" brushRef="#br0" timeOffset="12008.53">8396 9355 0,'0'0'0,"2"2"0,-2-2 0,3 5 0,1 4 0,0-1 15,1 4-15,-1 3 0,1 5 0,-3 13 16,0 13-16,2 5 0,-4 4 0,-4 2 16,4 12-16,0-12 0,4-4 15,-1-5-15,1-6 0,0 0 0,1-7 16,-1 1-16,1-10 0,-1-6 0,3-11 16,-1 0-16,-1-3 0,-1-3 0,3-6 15,-1 1-15,1-2 0,-3 4 16</inkml:trace>
  <inkml:trace contextRef="#ctx0" brushRef="#br0" timeOffset="12359.31">8756 9435 0,'2'0'0,"2"0"0,3-3 0,4 1 0,2 2 0,2 0 15,3 0-15,2 0 0,2 2 0,0 1 16,13-1-16,-6 2 0,4-4 0,-2 2 15,2-4-15,2-2 0,1-3 0,-1-2 16,-2 1-16,2-3 0,-4 4 0,-5 3 16,-6 1-16,-4 1 0,-3-2 15,-2 6-15,0 0 0,-7 3 0,-4-1 16,0 5-16,-2 6 0,0 5 0,-2 4 16,1 7-16,-1 4 0,2 7 0,-5 18 15,1-5-15,-3-4 0,4-7 0,5-5 16,-4-5-16,2-6 0,2 3 15,6-2-15,-1-1 0,-1-3 0,1-1 16,-3 2-16,2-4 0,-2 5 0,1-5 16,1-7-16,-4-1 0,0-6 0,0 3 15,0-4-15,-2-5 0,0-2 0,-5-4 16,-2-5-16,0-2 0,1 2 16,-1-2-16</inkml:trace>
  <inkml:trace contextRef="#ctx0" brushRef="#br0" timeOffset="12502.66">8965 9902 0,'4'-2'0,"1"-3"0,4-1 0,6-1 0,3-2 0,6 3 0,13-3 15,5 0-15,0 2 0,0 1 16,0-1-16,2 3 0,11 2 0,-2-1 16,0 1-16,-7 0 0,-2 0 0,-6 0 15,-7-1-15,-7-1 0,-4 0 0,-5-1 16</inkml:trace>
  <inkml:trace contextRef="#ctx0" brushRef="#br0" timeOffset="12740.91">10548 9955 0,'0'-2'0,"4"0"0,1-3 0,4 1 0,2-1 16,2 1-16,-2-3 0,4 3 0,-1 2 15,1-1-15,1-1 0,1 0 0,1 1 16,-1 1-16,-1-2 0,-1 2 31,-1-3-31,-3 3 0,0-5 0,-3 3 16,-1-3-16,0 3 0,-3 0 0,-2-1 16,3 1-16,-5-3 0,-3 5 0,-3 0 15,-1 2-15,-2-3 0,3 1 0</inkml:trace>
  <inkml:trace contextRef="#ctx0" brushRef="#br0" timeOffset="12884.54">10411 9798 0,'3'-2'0,"1"-2"0,-4 4 0,7-5 0,1-1 0,3 1 16,3-1-16,1-1 0,1 1 0,-3-1 16,2 0-16,1 3 0,-3-1 15,2 3-15,1-2 0,1 2 0,-3-1 0,-1 3 16,-4 0-16,2 0 0,-5-2 15,3 0-15</inkml:trace>
  <inkml:trace contextRef="#ctx0" brushRef="#br0" timeOffset="13346.78">11419 9424 0,'2'0'0,"3"-7"0,1 0 0,1 3 0,2 0 16,-3 1-16,1 3 0,2 0 0,-3 5 16,3-3-16</inkml:trace>
  <inkml:trace contextRef="#ctx0" brushRef="#br0" timeOffset="13508.06">11423 9488 0,'-4'4'0,"-5"3"0,9-7 0,-13 13 16,0 0-16,-7 5 0,-9 4 0,-2-2 15,-2-5-15,7-2 0,-3-8 16,0-1-16,3-6 0,4-5 0,4-6 16,5-2-1,2-5-15,7-2 0,4-5 0,4-1 16,7-6-16,5-1 0,1-5 0,7-4 0,1 5 0,1-3 16,3 4-16,-3 5 15,1 7-15,8 2 16,-15 8-16,2 3 0</inkml:trace>
  <inkml:trace contextRef="#ctx0" brushRef="#br0" timeOffset="13616.27">11684 9798 0,'0'5'0,"4"4"0,-4-9 0,4 15 16,3 3-16,2 2 0,0 4 0,2 9 16,0-2-16,2 0 0,0-3 0,0 1 15,5-7-15,2-4 0,2-3 0,0-4 16</inkml:trace>
  <inkml:trace contextRef="#ctx0" brushRef="#br0" timeOffset="13759.07">12444 9168 0,'-2'0'0,"-5"-5"0,7 5 0,-6-8 16,-5-1-16,-5 2 0,-1-4 0,-5 7 15,-14-3-15,-3 3 0,-3 4 0,2 0 16,3 2-16</inkml:trace>
  <inkml:trace contextRef="#ctx0" brushRef="#br0" timeOffset="14044.38">12069 9371 0,'9'4'0,"9"0"0,-18-4 0,26 7 0,18 2 15,5 4-15,-1 0 0,1 5 0,4 0 16,15 13-16,-2 2 0,16 15 0,-18 5 16,-18-7-16,-11-2 0,-12-6 15,-12-7-15,-5-5 0,-1-2 0,-8 5 16,-8-2-16,-6 1 0,-8 5 0,-16-2 15,-6 2-15,5-11 0,0-4 0,7-7 16,2-7-16,2 3 0,3-3 0,3-1 16,5-10-16,5-13 0,6-2 15,5-4-15,4-3 0,6-4 0,5-2 16,3 2-16,3-1 0,3-3 0,4-9 16,14-20-16,-3-7 0,-4 7 0,4 6 15,-4 14-15,-7 13 0,-4 9 0,-4 4 16,-5 4-16,0 1 0,-7-1 15,-4 1-15,-9-5 0,-6 5 0,-7 8 16,2-2-16,-6 0 0,6-4 0</inkml:trace>
  <inkml:trace contextRef="#ctx0" brushRef="#br0" timeOffset="14617.55">11340 9102 0,'0'-3'0,"2"1"0,-2 2 0,0 0 0,2-4 0,-2 4 15,0-2-15,0-1 0,0 3 0,2-2 16,0 4-16,-2-2 0,3 5 0,-1-1 16,0 5-16,2 2 0,-1 5 0,1 1 15,3 3-15,-1 13 0,3 0 16,-2 5-16,2-3 0,-3-2 0,1 0 15,-1-4-15,-1-3 0,1 3 0,1 2 16,4 11-16,0 2 0,2 2 0,1 0 31,3 5-31,-4-9 0,1-13 0,-3-1 16,4-4-16,-4 1 0,5-3 16,-1 2-16,0 0 0,3 3 0,-5 1 15,3 1-15,-1-5 0,-4-2 0,0 0 16,0-4-16,0 0 0,-2-5 0,2 0 15,0-2-15,0-2 0,-4 0 0,-3-3 16,1 1-16,1-3 0,-4 1 0,1-3 16,1 0-16,-8-8 0,-1 1 15,5 3-15,0 0 0,0 2 0,0 0 16,0 0-16,0 0 0,2 0 0,-2 0 16,-2 0-16,7 2 0,-3 0 0,2-2 15,3 0-15</inkml:trace>
  <inkml:trace contextRef="#ctx0" brushRef="#br0" timeOffset="15079.37">13300 9673 0,'-2'0'0,"4"0"0,-2 0 0,0-2 0,0-1 0,2-1 0,0-1 0,0 3 16,1-2-16,3 2 0,1-1 15,4 3-15,6-2 0,3 0 0,16 0 16,1 0-16,1-3 0,3 1 16,4-3-16,1 3 15,18-5-15,-3 2 0,-1-1 0,-5 3 16,2-4-16,-21 5 0,-8 0 0,-3 1 0,-5 1 0,-7 0 15,0 2-15,-9 2 0,1-2 0,-1 2 16,-4-2-16,0 5 0,-2-3 0,0 0 16,-5 3-16,1-3 0,1 2 0,-1-4 15,-8 2-15,1-2 0,0 0 16,0 0-16</inkml:trace>
  <inkml:trace contextRef="#ctx0" brushRef="#br0" timeOffset="15206.29">13542 9459 0,'0'-5'0,"0"3"0,0-2 0,0 2 0,0-3 0,0 3 16,0 2-16,5 0 0,-3 2 0,0 3 15,2 1-15</inkml:trace>
  <inkml:trace contextRef="#ctx0" brushRef="#br0" timeOffset="15301.62">13646 9664 0,'2'2'0,"0"5"0,-2-7 0,9 13 0,0 2 0,2 5 0,2 0 15,5 4-15,-1 1 0,-1-6 0,2 3 16,-3-4-16,0 0 0,-1 2 0,-1-5 15,-2 3-15,2-3 16,-4-2-16,0-2 0,0 0 0</inkml:trace>
  <inkml:trace contextRef="#ctx0" brushRef="#br0" timeOffset="15556.02">14909 8927 0,'-4'3'0,"-5"1"0,9-4 0,-7 7 0</inkml:trace>
  <inkml:trace contextRef="#ctx0" brushRef="#br0" timeOffset="15763.51">14817 9181 0,'4'2'0,"5"5"0,-9-7 0,20 13 0,0 3 15,19 12-15,1 3 0,4-4 0,2-1 16,16 7-16,-7-4 0,-6-5 15,-10-2-15,-6-2 0,-8-3 16,-10 6-16,-8-1 0,-5 4 0,-6 3 0,-7 2 16,-7-1-16,-4 1 0,-5 0 0,-6-2 15,-13 0-15,-7-7 0,2-5 16,3-8-16,4 2 0,4-7 0,7-1 16,7-1-16,4-4 0,6-1 0,7-5 15,7-3-15,-2-3 0,6-1 0,0-5 16,2 0-16,1 3 0</inkml:trace>
  <inkml:trace contextRef="#ctx0" brushRef="#br0" timeOffset="16110.35">15893 8927 0,'0'-4'0,"-5"-3"0,1-1 0,-1-3 0,-8-3 15,-2 6-15,-7-3 0,-16 0 0,3 2 16,-5 2-16,3 0 0,-1 7 15,1 5-15,-3 6 0,5 9 0,6 0 16,7-1-16,9 3 0,8-4 0,5 2 16,12-2-16,5 1 0,5-1 15,5 2-15,4-2 0,4 4 16,18 6-16,0 3 0,-3 4 0,14 12 0,-17-1 16,-10 3-16,-8-5 0,-9-2 0,-5-14 15,-6-6-15,-7 2 0,-2 3 0,-7-1 16,-4 5-16,-6 0 0,-10 0 0,-12 4 15,-5-4-15,-1-7 0,4-4 16,-1-9-16,9 0 0,6-4 0,3 0 16,4-5-16,5 0 0,1-6 0,6-3 15,-1-2 1,4-2-16,1-2 0,6-3 0,0-1 0,3 1 16,-3 1-16,-2 2 0</inkml:trace>
  <inkml:trace contextRef="#ctx0" brushRef="#br0" timeOffset="16940.52">14859 9302 0,'2'-2'0,"-2"2"0,0 0 0,2 0 16,-2 0-16,-2 2 0,2 1 0,0-3 15,-2 4-15,-1-2 0,3 3 0,0-1 16,-2-2-16,0 0 0,0 3 0,2-3 15,-2 0-15,-1-2 16,1 0-16,0-2 0,-2 0 0,4-5 16,-3 1-16,1-5 0,4-3 0,1-3 0,1-5 15,0 0-15,7-14 0,-2 3 0,2-2 16,0 2-16,0-5 0,-2 1 0,-2-1 16,1 1-16,-3 2 0,-1-9 15,-1 8-15,-1 5 0,2 7 0,-4 4 16,0 5-16,2 4 0,-2 2 0,3 0 15,-3 3 1,4 1-16,0 5 0,3 0 0,2 0 0,0 0 0,-3 2 16</inkml:trace>
  <inkml:trace contextRef="#ctx0" brushRef="#br0" timeOffset="17355.68">17438 9443 0,'2'0'0,"1"-2"0,-3 2 0,2 0 15,4-2-15,5 2 0,1 0 0,5 0 16,3 0-16,9 0 0,19-2 0,5 0 15,4 2-15,27-3 0,4 1 0,20-4 16,-8 1-16,-14 1 0,8-1 16,-45 1-16,-3-3 0,-15-1 0,-4-1 15,-5-2-15,-5 0 0,-3-3 0,-8 1 16,-6 4-16,0 3 0,-9-3 0,-2 2 16,0 1-16,0 1 0</inkml:trace>
  <inkml:trace contextRef="#ctx0" brushRef="#br0" timeOffset="17800.57">17299 9300 0,'-2'0'0,"-2"-2"0,-5 0 0,4-3 0,5-1 0,5-1 15,2 0-15,6-1 16,7-1-16,8 0 0,19-4 0,5 0 0,8-1 16,28-3-16,7 1 0,22 1 15,-2 2-15,19-3 0,-48 7 0,-15 5 0,-14-3 16,0 3-16,-2 2 0,0-3 15,1 3-15,-15 0 0,-14-3 0,-9 1 16,-7-3-16,-9 5 0,4-2 0,-8 2 0,-4-1 16,-10 3-16,-8-2 0,4 0 15,-6 0-15,-3-3 0,-4 1 0,-2 0 16,2 1-16,-3-1 16,-14-3-16,5 1 0,6-1 0,6 0 15,6 1-15,10 1 0,1 3 0,10 0 0,3 4 16,8-4-16,8 2 0,5 2 0,6 0 15,5-2-15,6 3 16,18 1-16,4-2 0,0 0 0,-2 3 0,3-1 0,-7 5 16,19 4-16,-6 5 0,-9 4 15,11 13-15,-24 7 0,-13 0 16,-14 2-16,-15-2 0,-4 2 16,-12-4-16,-1-11 0,-7-1 0,-3-6 0,-4 0 0,3 3 15,-1 1-15,5-2 0,4 1 0,4-3 16,3 0-16,2 0 0,-2-3 0,2 1 15,4-2-15,-2 0 0,7-5 0,4 0 16,3-4-16,1 0 0,-1 0 0,-1-3 16</inkml:trace>
  <inkml:trace contextRef="#ctx0" brushRef="#br0" timeOffset="18323.45">20772 8703 0,'0'0'16,"0"-3"-16,-4 1 0,1-2 0,-1-1 0,-5 1 0,0-3 15,-2 3-15,-4 0 0,-1-1 0,-6 5 16,-13-2-16,-2 4 0,-5 0 16,-5 5-16,-3 2 0,-14 6 0,0 5 15,9 4-15,4-2 0,-2 9 0,18-2 16,15-5-16,9 0 0,9 3 0,11 1 16,4 1-16,11 0 0,9-1 0,11-8 15,29-6-15,-2-1 0,-1 4 0,1 3 16,-7 0-16,-7 4 0,-11 1 15,1 3-15,-6 1 0,-1 4 0,-7 0 16,-6 0-16,-14-4 0,-2-5 0,-7-2 16,-4-2-16,-4 0 0,-12 0 15,-3-1-15,-8 1 0,-6 2 0,-4-2 16,-14 0-16,0-2 0,3-3 0,-1 1 16,-2-5-16,1 0 0,-1-7 0,5-2 15,8-2-15,10-6 0,1 1 0,7-4 16,3-2-16,3-2 0,3-2 0,7-3 15,4-2-15,2 0 0,5-4 16,4 4-16,6-2 0,5 0 0,9 2 16,2-4-16,5-2 0,4-10 0,-3 3 15,-3 2-15</inkml:trace>
  <inkml:trace contextRef="#ctx0" brushRef="#br0" timeOffset="18703.3">21433 8786 0,'0'0'0,"3"-4"0,-3 4 0,0-7 16,-3-1-16,1-1 0,-2 0 0,-5 0 0,-2 0 16,-4 3-16,-5-1 15,-2 0-15,-14 3 0,-3 2 0,-1 2 0,-4 4 16,2 1-16,2 3 0,3 3 16,4 0-16,2 12 0,11-4 0,7 1 15,6 0-15,5 0 0,6 4 0,7 3 16,7-1-16,17 7 0,14 0 0,4-2 15,22 2-15,-9-6 0,-11-1 0,-4 5 16,-9-2-16,-3 6 0,-1 2 16,-1-1-16,3 1 0,-9-8 0,-5-3 15,-8-4-15,-5-4 0,-2 0 0,-4-3 16,-5 0-16,-6-1 0,-5-1 0,-4 0 16,-1-2-16,-12 2 0,-5-2 0,-4 0 15,-3 3-15,1-6 0,-1 4 0,5-4 16,0-3-16,0 1 0,2-1 0,0-5 15,5-2 1,4-3-16,6-1 0,5-1 0,5-2 0,4 0 0,4-2 16,7 0-16,2-4 0,6 2 0,3-3 15,2 3-15,2 0 0,-4 2 0,0-5 16</inkml:trace>
  <inkml:trace contextRef="#ctx0" brushRef="#br0" timeOffset="18924.54">22086 9388 0,'0'-2'0,"2"0"0,-2 2 0,5-2 0,1-3 0,5 3 16,-2-2-16,7-1 0,1 3 0,1-2 15,11-1-15,4 5 0,-3-2 0,6 2 16,-1-2-16,-2 2 0,2-2 0,1-1 16,-3 3-16,-5-4 0,-3-3 15,-1 3 1,-4 0-16,-5-1 0,-4-1 0,0-1 15,-4 0-15,-7 3 0,0-3 0,-5-2 16,-3 7-16,-3-2 0,6 2 0</inkml:trace>
  <inkml:trace contextRef="#ctx0" brushRef="#br0" timeOffset="19115.07">21974 9093 0,'2'0'0,"-2"-2"0,0 2 0,6-3 0,3 3 16,7-4-16,4 2 0,2 0 0,13-1 15,-2 1-15,4 0 0,-1 0 16,1 2-16,5-2 0,-2 2 0,10 0 16,-3 0-16,-5-5 0,-9 5 0,-7-4 15,-4-1-15,-6 3 0,-3 0 0,-4-2 32,-5 1-32,-2-1 0,-4 2 15,-2 0-15,-5-1 0,2 1 0,3 0 16</inkml:trace>
  <inkml:trace contextRef="#ctx0" brushRef="#br0" timeOffset="22537.81">23189 8808 0,'0'0'0,"0"0"0,-3-2 0,3 2 0,0 2 0,0 1 0,3 3 16,-1 5-16,0 2 0,2 7 15,3 5-15,0 8 0,4 2 0,-3-2 16,6 2-16,-3 1 0,4 1 0,-2 1 16,-2 1-16,7 8 0,0-3 0,-3-5 15,-2-3-15,3-3 0,-5-7 0,2-4 32,-2-2-32,-2-7 0,0-2 0,-3-4 0,-1-1 0,-3-1 0,0-3 31,-2 0-31,2-2 0,-2 0 0,2-2 15,-2-5-15,-2-1 0,2 3 0,0-1 16,0-3-16</inkml:trace>
  <inkml:trace contextRef="#ctx0" brushRef="#br0" timeOffset="22919.74">23954 8888 0,'2'-2'16,"-2"2"-16,2 0 0,0 0 0,0 4 0,-2-2 15,0 5-15,-4-1 0,0 5 0,-3 0 16,-4 3-16,-2-1 0,-5 2 0,-6 3 16,-5-3-16,3 1 0,-3-3 15,5-2-15,-5-4 0,3-1 0,-1-1 16,1-3-16,2-2 0,1-2 0,1-5 16,5 1-16,1-5 0,3-3 0,4-1 15,5-5-15,6-4 0,5-3 0,2-4 16,8-4-16,12-11 0,4 2 0,-2 8 15,-3 10-15,1 6 0,-2 7 0,-3 6 16,-4 3-16,-5 4 0,-2 0 0,3 4 16,-7 1-16,2 4 0,-3 6 15,1 5-15,2 9 0,5 8 0,-3 20 16,7 3-16,0-3 0,4 9 0,5-8 16,1-3-16,1 0 0,-2 0 0,0-6 15,-7-5-15,0-5 0,-2-6 0,-3-2 16,1-9-16,-7-2 0,2 2 15,-4-4-15,-3-1 0,-1-1 0,-3-3 16,3-2-16,3-2 16,-1 0-16</inkml:trace>
  <inkml:trace contextRef="#ctx0" brushRef="#br0" timeOffset="23507.98">24776 8998 0,'-4'-2'0,"4"0"0,-3-1 0,3 1 16,0 2-16,0 5 0,3-1 0,1 3 15,0 4-15,1 2 0,6 5 16,-2 1-16,4 14 15,0 1-15,0-4 0,3 3 0,-3-4 0,-2-2 0,2-3 16,-2-2-16,5-2 0,-1-5 16,3 1-16,-1-8 0,1-3 0,2-5 15,0-2 1,4-5-16,0-6 0,-2-3 0,0-3 16,3-17-16,-3-6 0,-5-2 15,-3 0-15,-3-4 0,-7 6 0,3 0 16,-7-2-16,-5 4 0,3 9 0,-5 3 15,1 5-15,1 10 0,-3 4 0,1 5 16,3 0-16,-3 4 0,2 2 0,-1 4 16,-1 10-16,1-1 0,1 5 15,1-7-15,2 3 0,2 1 0,0 1 16,2 0-16,2-1 0,1 3 0,1 0 16,1-5-16,-1 3 0,3-2 15,-2-1-15,-3 0 0,1-1 0,-3-1 16</inkml:trace>
  <inkml:trace contextRef="#ctx0" brushRef="#br0" timeOffset="24031.38">25479 9005 0,'-2'-3'0,"2"6"0,0-3 0,0 4 16,2 0-16,-2 5 0,3 2 0,-1 0 15,0 5-15,2 1 0,3 3 0,0 9 16,1 0-16,3-1 0,-4-1 15,0-5-15,-1-2 0,1-5 0,-3-2 16,1-2-16,-1-6 0,1-3 16,-1-2-16,5-7 0,-3 1 0,3-3 0,2-2 15,-2-7-15,2 1 0,2-5 16,-2-1-16,9-10 0,-4 3 0,1 1 16,-1 2-16,-1 3 0,-2 0 0,-2 6 15,0 3-15,-2 4 0,0 2 0,2 9 16,-2 0-16,2 4 0,-2 5 0,2 2 15,2 2-15,-2 3 0,2 2 16,3-1-16,-1 5 0,1 0 0,-1 3 0,3-3 16,-3 0-16,0 2 0,1-4 15,-3 0-15,0-3 0,-2-4 0,0-2 16,-2-4-16,2-3 0,0-1 0,-2-8 16,2 1-16,-2-5 0,0-6 0,0-1 15,2-4-15,0-2 0,2 0 16,-4-4-16,4 2 0,-2-1 0,0 1 0,-4 4 15,-1 3-15,1 3 0,-3 5 16,-4 1-16,-4 3 0,8 1 0,-4 4 16,5 0-16,-3 4 15,4 5-15,1 2 0,2 5 0,2 1 16,0 3-16,4 0 0,1 4 0,1 0 0,-1-2 16,2 3-16,-3-3 0,0-5 15,-1 3-15,-3-4 0,-3-3 0,3-4 0,-4-3 16,0-1-16,-3-1 0,1-6 0,-3-3 15,0-3-15,-4-3 0,2 0 16,0 0-16,0 0 0</inkml:trace>
  <inkml:trace contextRef="#ctx0" brushRef="#br0" timeOffset="24207.08">26128 8694 0,'0'2'0,"0"-4"0,0 2 0,-3-5 0,1 3 0,0-2 0,0 2 0,2-1 0,0 1 16,0 0-16,2 2 0,0 0 15,3 0-15,1 2 0,3 0 0,-2 1 16,1 1-16,1 0 0,0 1 0,2-1 16,-2 3-16,0-1 0,0 1 0,-1-3 15</inkml:trace>
  <inkml:trace contextRef="#ctx0" brushRef="#br0" timeOffset="24429.29">26599 8418 0,'3'2'0,"-1"1"0,-2-3 0,2 4 0,2 7 15,3 4-15,0 5 0,4 7 16,4 12-16,3 1 0,2 6 0,2 5 16,11 26-16,11 34 0,-4-19 0,-12-19 15,-6-22-15,-6-7 0,-7-7 0,2 1 16,-5-5-16,-1-7 0,1-2 15,-1-1-15,-1-8 0,-4 0 0,0-6 16,-2 0-16,0-2 0,-3-5 0,1-2 16,-3-5-16,1-3 0,1-1 0,3 2 15</inkml:trace>
  <inkml:trace contextRef="#ctx0" brushRef="#br0" timeOffset="24604.11">26489 8932 0,'-2'2'0,"4"-2"0,0 0 0,5 0 0,4 2 16,7-2-16,2 5 0,2-3 0,6 2 16,14 3-16,0-3 0,0 5 15,-2-4-15,-1 1 0,-6 1 0,-2-3 16,-4 1-16,-5-1 0,-2-2 0,-5 3 16,0-3-16,-1-2 0,1-2 0,-2-3 15</inkml:trace>
  <inkml:trace contextRef="#ctx0" brushRef="#br0" timeOffset="25399.42">27342 8912 0,'0'-2'0,"3"-3"0,-3 5 0,2-4 0,0-3 0,3 1 0,-3-1 15,0 1-15,-2 1 0,0-4 0,-2 3 16,0 1-16,-5-1 0,-2 1 0,-2 1 16,0-1-16,-7 5 0,1 0 0,-5 0 15,2 5-15,0 1 0,0 3 0,3 7 16,6 1-16,6-3 0,5 3 15,5 1-15,6 4 0,8 7 0,-1-7 16,6 6-16,1 1 0,-6 0 0,1 2 16,0-3-16,0 3 0,-5 0 15,3 0-15,-5 0 0,0 2 0,-4-5 16,-2-3-16,-7-6 0,0-3 0,-7-1 16,1-1-16,-5-6 0,0 1 0,-5-2 15,-1-1-15,1-3 0,-4 1 0,0-4 16,-2 0-16,2-2 0,3 0 0,-1 2 15,3-5-15,4 5 0,-2 2 16,-1 1-16</inkml:trace>
  <inkml:trace contextRef="#ctx0" brushRef="#br0" timeOffset="25605.87">27766 9437 0,'0'0'0,"0"0"0,-2 0 0,2 0 0,0 0 16,-3 0-16,3 0 0,0 0 16,0 0-16,3 2 0,-1 2 0,0-1 0,0-1 15,3 2-15,-1 1 0,-2-3 16,-2 0-16,0 5 0,-2-3 0,-2 0 16,-1 3-16</inkml:trace>
</inkml:ink>
</file>

<file path=ppt/ink/ink16.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3:53.827"/>
    </inkml:context>
    <inkml:brush xml:id="br0">
      <inkml:brushProperty name="width" value="0.05292" units="cm"/>
      <inkml:brushProperty name="height" value="0.05292" units="cm"/>
      <inkml:brushProperty name="color" value="#FF0000"/>
    </inkml:brush>
  </inkml:definitions>
  <inkml:trace contextRef="#ctx0" brushRef="#br0">28732 2553 0,'4'0'0,"-2"-4"0,0 4 0,3 0 0,-3-2 0,0 2 15,5 2-15,-3 2 0,-2-4 0,3 7 16,-3-1-16,-2 5 0,-2 1 16,0-1-16,-5 2 0,-2 2 0,0 5 15,-6-7-15,-9 9 0,-1 0 0,1-4 16,-4 2-16,1-5 0,-4-1 0,3 1 16,-1-8-16,0 1 0,3-3 0,-3-1 15,5-2-15,0-2 0,4 0 16,0-2-16,4-2 0,5-3 0,3-4 15,3-2-15,3-3 0,4-1 0,3-7 16,6-1-16,2-6 0,2-2 0,7 3 16,7-4-16,0-1 0,2 11 15,10-7-15,-1 9 0,-5 9 0,-4 6 16,-4 1-16,-5 6 0,-5 2 0,1 2 16,0 1-16,-5 3 15,0 3-15,0 3 0,-4 1 0,2 9 0,-4 1 0,-3 16 16,-2-3-16,-2 6 0,0-4 0,-2 2 15,0-7-15,2-9 0,0 3 16,2-7-16,0-2 16,5 2-16,-3-9 0,-1 3 0,1-3 0,0 2 0,3-4 15,0-2-15,2 0 0,-3-2 16,1-1-16,-1-1 0,1-3 16,2-2-16,0-7 0,2 1 0,-3-1 15,3-2-15,-2 5 0</inkml:trace>
  <inkml:trace contextRef="#ctx0" brushRef="#br0" timeOffset="349.56">29150 2661 0,'-2'2'0,"-2"1"0,4-3 0,-5 6 0,-1 5 0,-1-4 0,1 4 0,-3 0 16,2 2-16,3 3 0,-3-3 0,7 0 16,-2 3-16,4-3 0,0 2 0,5-2 15,0-2-15,6 3 0,0-3 0,0 2 16,3-4-16,-3-3 0,-2 1 15,0-3-15,7-4 0,-3 0 0,3 0 16,-7-2-16,4 0 0,3-9 0,-1 0 16,-1-2-16,-3 4 0,0-7 0,3-6 15,-3-2-15,-2 0 0,0-7 0,-7 5 16,1 1-16,-3 1 0,-4 4 16,-3 5-16,-3 2 0,-6-3 0,-1 10 15,4 1-15,-2 3 0,-3 4 0,1 3 16,-5-1-16,2 5 0,1 0 0,-1 4 15,0-2-15,1 4 0,-1 1 0,5 1 16,0 1-16,2 0 0,2-3 0,2 3 16,3-3-16,4 1 0,2 1 15,2-4-15,5 1 0,-4-1 16,6 0 0</inkml:trace>
  <inkml:trace contextRef="#ctx0" brushRef="#br0" timeOffset="2255.11">27607 3016 0,'0'-2'0,"0"0"0,0 2 0,0 0 16,2-7-16,0 7 0,5-4 0,-3 4 0,5-7 0,2 3 15,0 2-15,3 2 0,1-5 0,0 3 16,3-2-16,6 4 0,3-7 0,-3 5 16,-2 0-16,0-1 0,0 3 0,-4-6 31,-1 4-31,-3-1 0,-1-1 0,-4 2 0,-3-1 16,-1 1-16,-5 2 0,0-4 15,0-1-15,0 3 0</inkml:trace>
  <inkml:trace contextRef="#ctx0" brushRef="#br0" timeOffset="2413.02">27603 2882 0,'2'-5'16,"-2"5"-16,0-2 0,4 0 0,3 0 0,-1-3 0,6 1 16,1 2-16,0 0 0,5-3 15,-3 1-15,3 1 0,4 3 0,2-4 16,-4 2-16,0 0 0,-3-1 0,-3-1 15,-1 2-15,-4 0 0,2-1 16</inkml:trace>
  <inkml:trace contextRef="#ctx0" brushRef="#br0" timeOffset="2889.99">26846 2580 0,'3'-3'0,"-3"3"0,2 0 0,0 0 16,2 3-16,-1-1 0,-1 5 0,0-1 16,0 10-16,-2-3 0,0 9 15,0-5-15,-4 8 0,-7 10 0,0-2 16,-5 0-16,-1 2 0,-8-6 0,-3 4 15,-7-2-15,-14 9 16,0-5-16,1-2 0,4-6 0,-5-1 0,12-8 0,6-5 16,2-2-16,5-2 0,0-7 15,4 0-15,5-6 0,-1-3 0,3-6 16,4 0-16,2-7 0,7-7 0,3 1 16,8-9-16,4-1 0,7 1 15,2 2-15,1 9 0,3 2 0,-1 8 16,1 3-16,-1 9 0,-3 2 0,0 5 15,1 3-15,-1 6 0,-2-1 0,0 7 16,0 2-16,-2 2 0,2 5 0,-4 4 16,-1 2-16,1-2 15,-7 7-15,2-5 0,-2-4 0,-2-7 0,4-2 16,0-4-16,1 0 0,1-3 0,1 5 16,1-5-16,1 1 0,4-1 0,2-2 15,7 1-15,-2 1 0</inkml:trace>
  <inkml:trace contextRef="#ctx0" brushRef="#br0" timeOffset="3673.3">29860 2370 0,'0'-4'0,"0"4"0,0 0 0,0 0 0,0 2 0,0 7 0,-4-3 0,0 5 16,-1 9-16,-4 2 0,-2 14 0,-4 10 15,-5 2-15,-4 25 0,0-2 0,-1-3 16,-6 12-16,9-17 0,5-7 16,4-10-16,2-6 0,2-7 0,0-7 15,2 1-15,1 1 0,-3-6 0,0-2 16,-2-4-16,-2-3 0,-3-2 0,1 0 15,-1-5-15,1 5 0,2-2 0</inkml:trace>
  <inkml:trace contextRef="#ctx0" brushRef="#br0" timeOffset="3847.64">29492 2189 0,'2'0'0,"1"0"0,-3 0 0,0 0 16,2-2-16,0 2 0,0 2 0,5-2 16,-1 3-16,6 1 0,-1 5 0,2 0 15,2-1-15,-2 6 0,5-3 0,0 0 16,4 2-16</inkml:trace>
  <inkml:trace contextRef="#ctx0" brushRef="#br0" timeOffset="4005.97">29854 3347 0,'2'0'0,"-2"0"0,0 0 0,0 4 0,0-4 16,2 5-16,0-3 0,5 5 15,-3-7-15,1 6 0,-1-1 0</inkml:trace>
  <inkml:trace contextRef="#ctx0" brushRef="#br0" timeOffset="24089.99">28485 7527 0,'0'-2'0,"0"2"0,0 0 0,0-2 0,0 2 0,0-2 16,-3 2-16,3-2 16,0 2-16,-2 2 0,4 0 0,1 5 0,-3-1 15,4 10-15,-4-1 0,2 7 0,0 2 16,-2 16-16,0 0 0,-2-1 0,2 1 15,-2-2-15,0-1 0,0-2 16,-3 1-16,1 3 0,-1-3 0,1-8 16,-3-3-16,-1-1 0,-1-4 0,0-3 15,0-6-15,0 0 0,3-4 0,1-3 16,1-1-16,2-3 0,-3-3 0,5-3 16,-2-5-16,0-3 0,4-5 15,-2 3-15,2-6 0,0-2 0,3-7 16,-1-4-16,5-7 0,2-22 0,5 0 15,1-2-15,1 2 0,10-18 0,1 10 16,0 8-16,-1 11 0,6 0 0,-1 13 16,-5 11-16,-6 10 0,0 5 0,-2 1 15,-2 7 1,-1 1-16,3 5 0,-4 2 0,-1 5 0,-2 4 0,1-2 16,-3 6-16,-3-2 0,-3 7 0,-3 5 15,-2-3-15,-2 4 0,-5-2 0,-2 5 16,-4-5-16,-2 3 0,-3-5 0,-6 0 31,-3-2-31,3-3 0,-9 1 16,2-3-16,7 1 0,4-7 0,9-5 15,0 0-15,4 1 0,3-3 0,2-2 16,2 0-16,2 0 0,2-2 0,5-3 16,-2 5-16,6-4 0,0 2 0,3 0 15,4-3-15,-1 3 0,6 0 0,-1 2 16,2-2-16,-1 2 0,-1 2 15,7 0-15,0 0 0,-5 7 0,-2 2 16,-4 0-16,0 2 0,-7 5 0,-2 0 16,-4 1-16,-5 3 0,-6 0 0,-1-2 15,-1 0-15,-3 0 0,-4 0 0,-3 2 16,-4-2-16,-4-3 0,-5 3 16,-4-4-16,0-3 0,-4 0 0,-1-2 0,1-2 15,-1-5-15,8 1 0,1-3 16,5-4-16,4 0 0,7-3 0,2-1 15,4 1-15,-2 1 0,5-1 0,1 1 16,1-3-16,7-4 0,-1 2 0,5 1 16,2-1-16,0 2 0,0-2 0</inkml:trace>
  <inkml:trace contextRef="#ctx0" brushRef="#br0" timeOffset="24297.07">29497 7931 0,'0'0'0,"0"0"0,0 0 15,2 0-15,0 0 0,5 0 16,-3 0-16,3 0 0,2-2 0,2 2 0,2 0 16,0 0-16,2-3 0,1 3 0,4-4 15,0 2-15,-3 0 0,10-1 0,-8-1 16,-1 0-16,-2-1 0,-1 1 15,-6-3-15,0 3 0,-5-5 0,-2 0 16,-2 3-16</inkml:trace>
  <inkml:trace contextRef="#ctx0" brushRef="#br0" timeOffset="24455.14">29353 7803 0,'5'2'0,"-1"-2"0,5 5 0,2-5 0,0 0 0,4 0 0,3-5 16,0 3-16,2-2 0,6-3 0,0 0 15,-1 3-15,3-3 0,-1 5 16,-3 0-16,3-2 0,-5 1 0,2 1 16,-2 0-16,0 0 15,-2 2-15,0 0 0</inkml:trace>
  <inkml:trace contextRef="#ctx0" brushRef="#br0" timeOffset="31615.66">23111 1136 0,'3'2'0,"-3"4"0,0-3 0,0 5 0,2-3 0,0 4 0,0-7 15,0 7-15,1-1 0,-3-1 16,-3 2-16,1 0 0,0-3 0,-2 5 16,-5-2-16,2 7 0,-4-5 0,0 2 15,0 4-15,-9-1 0,3 4 16,-1 2-16,-4-9 0,0 5 0,-5-1 16,-1-1-16,-5 1 0,-11-3 0,-1-1 15,4-2 1,1-7-16,2 3 0,1-7 0,-3 2 0,1-2 0,-17-2 0,-1 0 31,0-5-31,2-2 0,6 5 0,3-7 0,6 0 0,-2-2 0,-4-1 16,-5 1-16,-2-5 0,5 3 0,8-3 15,5 1-15,4-5 0,-2 0 0,0 0 16,2-3-16,-2-1 16,-2-7-16,-1-2 0,5-10 0,3 4 0,1-6 0,5 1 15,7 4-15,2 5 0,2-1 0,0 1 16,0-5-1,4 0-15,5-2 0,0 2 0,-1 2 0,3 5 16,3 2 0,3 6-16,3 1 0,2-3 0,2 3 15,0-1-15,7-8 0,7-11 0,-1-3 16,9-4-16,5-4 0,13-7 0,-2-2 16,-14 35-16,5 31 0,-11 0 15,2 0-15</inkml:trace>
  <inkml:trace contextRef="#ctx0" brushRef="#br0" timeOffset="31885.44">22404 0 0,'8'0'0,"10"0"0,9 0 16,14 0-16,1 20 0,20 46 0,0 9 15,17 15-15,-8-28 0,-12-7 0,-12-8 16,-6-10-16,-1-4 0,-11 0 0,-7-6 16,-9 6-16,-2 2 0,0 5 0,0 8 15,2 1-15,1 1 0,-6-1 16,3-12-16,-2 7 0,-4-4 0,-3 4 15,0 5-15,2-3 0,-1 3 0,-3-5 16,0-9-16,0-2 0,-7-7 0,3-1 16,-5-1-16,0 2 0,2-1 15,-4-3-15,0 0 0,-2-2 0,2-5 0,0 0 16,0-3-16,0-4 0,4 1 16,1-2-16,-1-1 0,5 3 0,0-7 15,4 1-15,0-1 0</inkml:trace>
  <inkml:trace contextRef="#ctx0" brushRef="#br0" timeOffset="39204.92">30251 7430 0,'0'-2'0,"-3"-2"0,3-1 0,0-1 0,0-1 0,0 3 0,3-3 0,-1 0 16,2 1-16,3-1 0,-3 1 16,7 1-16,-2 3 0,2-2 0,0 4 15,0-3-15,2 1 0,1 2 0,1 0 16,-2 2-16,7 3 0,-4-3 0,-3 0 15,-2 3-15,2-1 0,-2 0 16,-2 1-16,-2 1 0,1 1 0,-5 2 16,1-2-16,-4-1 0,0 3 0,-2 0 15,-3 0-15,-3 2 0,3 0 0,-6 0 16,2 2-16,-2 0 0,2 0 0,-2 3 16,3-3-16,-1 0 0,0 0 0,2 3 15,-1-5-15,1 7 0,0-5 16,1 0-16,4-2 0,-3 0 0,3 0 15,2-2-15,-2 2 0,2 2 0,0-2 16,0 2-16,0 3 0,0-1 0,-7 1 16,-2-3-16,0-2 0</inkml:trace>
  <inkml:trace contextRef="#ctx0" brushRef="#br0" timeOffset="39395.25">30224 8453 0,'0'-2'0,"-2"2"0,2 0 0,0 0 0,-2 0 0,2 5 0,0-5 0,2 4 16,0-2-16,-2 5 0,5-3 0,-1 3 16,-2 0-16,3-1 0,-1 1 0,0-1 15,1 1-15,-3 0 0</inkml:trace>
  <inkml:trace contextRef="#ctx0" brushRef="#br0" timeOffset="55219.25">30661 4809 0,'-2'-2'0,"4"2"0,-2 0 0,2-5 0,-2 5 0,0-2 0,2 2 0,-2 0 0,0 2 0,-2 0 15,2 3-15,0 4 0,-2-3 0,0 5 16,-1 0-16,-1 3 0,0 3 0,-1-1 31,-1-1-31,-1 0 0,-4 5 0,0 0 16,0-4-16,-2-1 0,-3-4 15,1 2-15,-1-2 0,-1 0 0,1-2 16,-1 2-16,-3-6 0,2-1 0,0 0 16,-1-4-16,-1-2 0,-2 0 0,0-5 15,-3 1-15,3-1 0,0-6 0,-2 2 16,0-5-16,0 3 0,-7-9 15,2-6-15,3 1 0,-1 3 0,7 4 16,0 0-16,5 0 0,-3-2 0,5 2 16,4 3-16,-2-1 0,7 5 0,-3-9 15,5-2-15,-2-7 0,1-5 0,-1-5 16,4-8-16,0 7 0,2-2 16,3 11-16,1 4 0,1 5 0,-3 0 15,3-3-15,2-6 0,-3-2 0,8-7 16,1 5-16,-2 1 0,7 10 0,-4 4 15,1 2-15,5 9 0,-2 0 0,4-2 16,1 6-16,-1-2 0,2 5 16,-4 2-16,5-3 0,-3 1 0,3 2 15,-3-1-15,-2 1 0,0 4 0,0 3 16,2-1-16,-2 5 0,2 0 0,1 2 16,-3 0-16,0 4 0,2 5 0,-4 2 15,0 7-15,0 4 0,-5 2 0,-4 14 16,-2-1-16,4-6 0,0-7 15,3-4-15,4 0 0,-3-4 0,-4 4 16,-1-1-16,-4 1 0,-3 0 0,-1 0 16,-2 2-16,1-2 0,-8-2 0,1 1 15,-7-1-15,2 0 0,-4-5 0,2 2 16,0-1-16,0 1 0,-3 3 16,-1 0-16,2 1 0,-3-5 0,3 1 15,2-2-15,-4-2 0,-1-4 0,3 0 16,-3-5-16,5-4 0,-2 0 0,2-7 15,2 2-15,-2 1 0,3-1 0,-1 0 16,2-4-16,0 0 16,5 0-16,4-6 0,1-1 0,-3 5 0,2 0 0,-4 6 15,-1 1-15,1-1 0,2 0 16</inkml:trace>
  <inkml:trace contextRef="#ctx0" brushRef="#br0" timeOffset="59145.38">25777 4732 0,'0'-3'0,"2"3"0,-2-2 0,0 2 0,0 2 16,0 1-16,2 1 0,1 5 0,-1 0 16,0 4-16,0 2 0,3 3 0,-3 2 15,2 6-15,1 3 0,-3-5 0,5 0 16,-5-4-16,0 0 0,2-4 0,-1-3 15,-1-4-15,0 2 0,0-7 16,-2 0-16,5-4 0,-1-2 0,3 0 16,1-5-16,6-8 0,3-3 0,5-8 15,14-14-15,1-8 0,7-7 0,22-36 16,29-43-16,59-71 0,-81 103 0,2-1 16,-2 1-16,-9 3 0,9 0 15,6 4-15,-8 7 0,-5 11 0,-2 6 16,-11 0-16,6-10 0</inkml:trace>
  <inkml:trace contextRef="#ctx0" brushRef="#br0" timeOffset="60557.48">4317 4198 0,'0'0'0,"0"2"0,0-2 0,0 2 0,0 1 0,0 3 0,5 1 0,1 8 15,-1 1-15,1 4 0,1 15 0,-1 0 16,-1 0-16,1 3 0,-3 4 0,-1 9 16,4 10-16,-3-1 0,-1-9 15,0-5-15,-4-7 0,0-3 0,2-10 16,0 1-16,-7-5 0,7-5 0,0 1 15,0-3-15,0 1 0,0-7 0,-2 2 16,0 0-16,2-2 0,0-3 0,0-4 16,-3-8-16,3 8 0,0-2 0,0-4 15,0-1-15,0-8 0,-6-5 16,4 5-16,2-7 0,-3-4 0,3-2 16,-6-8-16,6 1 0,-5-4 0,3-16 15,-7 2-15,7 7 0,-4 2 0,3 3 16,1 6-16,4-1 0,1 8 15,-1-3-15,4 5 0,-6 2 0,9 2 16,-4-6-16,3 6 0,-3-4 0,4 4 16,2-2-16,4 2 0,5 0 0,-2 0 15,4 5-15,2-1 0,5 3 0,-5 6 16,4-4-16,-3 5 0,-3 4 0,-2 2 16,-3 4-16,-1 0 0,-8 1 15,4 4-15,-6 2 0,3 4 0,-7 3 16,-2 6-16,0 0 0,0 5 0,-2 4 15,-5 7-15,-1-1 0,1-6 16,2 3-16,1 1 0,4-1 0,2-1 16,0-2-16,3 0 0,-5 0 0,4-2 15,3-5-15,4-4 0,2-2 0,5-4 16,-1-3-16,-1-4 0,4 0 0,-3-3 16,1 3-16,-3-5 0,1 3 0,-1-7 15,5-2-15,-4 2 0,-1 0 0,0-5 16,1 3-16,-3 0 0,-2-2 0,2-1 15,-2 1-15,-4 2 0,4-1 16</inkml:trace>
  <inkml:trace contextRef="#ctx0" brushRef="#br0" timeOffset="61762.96">5435 4169 0,'0'0'0,"0"-2"0,0 0 0,0 2 0,0-2 0,2 2 16,-2 0-16,0 2 0,0 2 0,2 3 16,-2 4-16,0 4 0,-2 5 0,0 5 15,2-1-15,-11 9 0,0 2 16,0 0-16,2-4 0,2 5 0,3 5 15,0-1-15,1 17 0,3-6 0,11-2 16,3-12-16,-1-2 0,9-6 16,-11-2-16,7-5 0,1 0 0,4-5 15,-1 1-15,-5 0 0,1-3 0,0-2 16,-1 1-16,1-1 0,-1-2 0,-3-2 16,-1-5-16,-4 3 0,4-3 0,-6 0 15,-3 1-15,3-3 0,-3 2 16</inkml:trace>
  <inkml:trace contextRef="#ctx0" brushRef="#br0" timeOffset="62350.26">5883 4264 0,'-3'0'0,"3"5"0,0-5 0,5 6 0,1 1 0,-3 6 16,3 0-16,1 3 0,2 4 0,-5 2 15,3 11-15,-7 4 0,0 7 0,0-2 16,0 7-16,-5-5 0,1 11 16,2-11-16,-5-7 0,5-8 0,0-7 15,-5-6-15,5-5 0,0 0 0,-1-5 16,3 1-16,-6-7 0,4 2 16,2-4-16,-3 0 0,3-3 0,0-4 15,-4-2-15,4-6 0,-4 1 0,4-6 16,0-11-16,0-2 0,4-9 0,0-20 15,3 2-15,2-2 0,0 0 0,4 3 16,9-23-16,2 18 0,3 6 0,3 18 16,-3 7-16,2 11 0,-3 13 15,-2 2-15,1 9 0,-1 4 0,0 5 16,0 4-16,-4 1 0,0 1 0,-5 5 16,-1 2-16,-3 2 0,-5 0 0,1 5 15,-5-3-15,0 3 0,-4-2 0,-2-10 16,-12 8-16,-1-3 0,-5 2 15,-9-2-15,2-9 0,-6 0 0,-3-4 16,3 0-16,-5 2 0,3-9 0,2 3 16,2-1-16,6 0 0,5-1 0,7-3 15,8 0-15,3 0 0,4 2 0,0-2 16,4 2-16,3 2 0,4 1 0,4 1 16,7 3-16,-2 2 0,4 3 0,0-1 15,16 9-15,2-5 0,-2 3 16,2 2-16,-3 0 0,3-2 0,2 0 15,14 2-15,-12-2 0,-4 0 0,-14-7 16,1-2-16,-11-7 0,-1 1 0,-8-5 31,0 0-31,-7 0 0,3-5 16,-5 1-16,-7 0 0,3-3 0,-1 3 16</inkml:trace>
  <inkml:trace contextRef="#ctx0" brushRef="#br0" timeOffset="62588.71">6610 4013 0,'0'-2'0,"-4"2"0,4 0 0,0 0 0,4 4 0,1 3 0,3 4 16,1 4-16,4 9 0,3 12 0,-1 8 16,3-2-16,4 6 0,2 16 0,3-2 15,-3 4-15,0 7 0,-6-3 16,-12-8-16,-1-9 0,-3-13 0,-4-7 15,2-7-15,-5 1 0,1-3 0,-7 2 16,0-4-16,-4 5 0,-7-3 0,-3 5 16,-10 2-16,-9-1 0,4 1 0,-6-2 15</inkml:trace>
  <inkml:trace contextRef="#ctx0" brushRef="#br0" timeOffset="63066.27">3669 5766 0,'2'-2'0,"-2"-3"0,0 5 0,0-4 0,11-1 16,0 1-16,2-3 0,12 1 0,10-3 16,11 0-16,1 0 0,10 0 15,29 1-15,42-1 0,-5 0 0,36 0 16,-64 5-16,15-1 0,7-1 0,6 1 15,-4-1-15,9-3 0,5 0 0,-1 0 16,5 3-16,-5-1 0,-4 3 0,2-3 16,-2 0-16,0 5 0,-7-2 15,-4 6-15,-11 0 0,-3-2 0,-4 2 16,-8 1-16,-7-1 0,-7 2 0,-16-2 16,1 3-16,-4-3 0,-8-2 0,-8 2 15,-9 0-15,-6-4 0,-8 2 0,-3 0 16,-5 0-16,-2 0 0,-7 0 0,2 0 15,-6 0-15,-2 2 0,-3 1 16,-4 1-16,-2 0 0,2 1 0</inkml:trace>
  <inkml:trace contextRef="#ctx0" brushRef="#br0" timeOffset="63626.78">5752 6692 0,'0'0'0,"5"-2"0,-5 2 0,11-5 0,0 1 0,4-3 15,3-2-15,-3-4 0,3 0 0,9-11 16,-3-5-16,0 0 0,-2-2 0,-2-2 15,-2 0-15,-5-2 0,-2-14 16,-5 1-16,-10-5 0,-5-4 0,-13-7 16,-6 4-16,-3 16 0,-5 11 0,1 9 15,-9 6-15,-7 7 0,-13 7 0,0 8 16,5 3-16,2 6 0,-1 5 0,-1 6 16,-12 18-16,5-5 0,6 5 0,14-2 15,4 6-15,3 3 0,-1 1 16,2 3-16,3 0 0,6 9 0,12 2 15,4-5-15,6-6 0,9-4 0,9-9 16,9-3-16,7 7 0,6 0 0,2-2 16,5-2-16,4-5 0,0-4 15,9-5-15,11-6 0,6-4 0,5-12 16,-9 0-16,-6 3 0,4-7 0,2-4 16,7-12-16,-5 1 0,-8-1 0,-5-1 15,-5-3-15,-1-2 0,-3-5 0,-2 3 16,3-16-16,-12-1 0,-6-1 15,-5 0-15,-7 6 0,-6 6 0,-6 3 16,1 3-16,-3 0 0,-3 2 0,-3 0 16,-3 0-16,-3-1 0,-2 6 0,-2-1 15,-3 3-15,1 4 0,-5 2 0,0 4 16,-4 5-16,-5 0 0,-4 7 0,-2 0 16,0-3-16,8-2 0</inkml:trace>
  <inkml:trace contextRef="#ctx0" brushRef="#br0" timeOffset="63876.3">5576 6720 0,'0'3'0,"0"-3"0,0 0 0,5 2 0,1 0 0,1 2 0,8 1 16,1 4-16,6-3 0,11 8 0,-2 1 15,2 3-15,0 1 0,0 1 0,-2 5 16,4-3-16,7 8 0,-5 1 15,5-2-15,-7-5 0,3-2 0,-1-6 16,-1-3-16,-3-2 0,-7-4 0,1-1 16,-10-1-16,1-1 0,-9-2 0,2 3 15,-2-3 1,-3 2-16,3 1 0,0-1 0,-2 0 0,-1-1 0,-1 1 16,-1 0-16,0 1 0,3 2 0</inkml:trace>
  <inkml:trace contextRef="#ctx0" brushRef="#br0" timeOffset="64804.26">7926 5563 0,'0'-2'0,"3"-1"0,-1 3 0,5-4 0,1 4 0,3-4 0,5 4 31,1-5-31,3 3 0,5 0 0,-1 0 16,7-1-16,2 1 0,-2 2 16,-1-2-16,-3 0 0,-1-3 0,1 3 15,-1 0-15,-6-2 0,2-1 0,-4 3 16,-3-2-16,-2-1 0,-4 1 0,-4 2 15,-5-3-15,-3 3 0,-1-3 0,0 3 16,1-2-16</inkml:trace>
  <inkml:trace contextRef="#ctx0" brushRef="#br0" timeOffset="64957.37">7951 5453 0,'-5'0'0,"1"-5"0,0 3 0,4-2 0,-5-1 15,10 1-15,3-3 0,8-2 0,-1 3 16,7-3-16,14-4 0,-1 4 15,-2-2-15,-2 2 0,2 2 0,-2 3 16,0-3-16,4 1 0,0 1 16,0-1-16,7-1 0,0 1 0,-7-3 0,-6 0 15</inkml:trace>
  <inkml:trace contextRef="#ctx0" brushRef="#br0" timeOffset="65217.26">9018 4802 0,'0'0'0,"2"0"0,0-2 0,0 2 0,5 0 15,0 2-15,2 3 0,-1 3 0,3 3 16,-4 5-16,0 6 0,1 13 0,1 5 16,-4 0-16,-1-1 0,3-1 0,-3-5 15,1 0-15,-1-4 0,0-1 0,3-1 16,-3-1-16,3-2 0,-3 1 15,3-1-15,0 0 0,-1-2 16,-6-2-16,5-2 0,-1-3 0,-2 1 0,0-3 16,3-2-16,-1-2 0,-2-1 0,5-1 15,-2-7-15,-3-7 0,-2 1 16,2-5-16</inkml:trace>
  <inkml:trace contextRef="#ctx0" brushRef="#br0" timeOffset="65423.6">9485 5270 0,'0'0'0,"5"-3"0,-5 3 0,4-4 0,7 4 0,2-4 0,3 1 15,1 1-15,1 0 0,2 0 0,6-3 16,-1 3-16,3 0 0,-1 0 0,1-3 16,6 5-16,-1-4 0,6 4 15,-3-4-15,1 4 0,3-5 0,-7 5 0,-7-7 16,-10 3-16,-1 0 0,-4 1 15,0 1-15</inkml:trace>
  <inkml:trace contextRef="#ctx0" brushRef="#br0" timeOffset="66390.36">10700 4857 0,'0'0'0,"0"5"0,0 1 15,2 5-15,3 7 0,-1 6 0,5 14 16,-2 1-16,1 1 0,1 2 16,-2 2-16,2 7 0,-3 19 0,1 1 15,-3-3-15,-1 7 0,-6-15 0,-1-25 16,2-8-16,0-3 0,2-7 0,0 1 16,-3-3-16,3-1 0,-2-1 15,2-6-15,0 1 0,0-5 0,0-10 16,0 9-16,-2-2 0,0-4 0,-3-5 15,3 0-15,-2-4 0,-1 4 0,1-6 16,-1-7-16,-1-7 0,-1-9 0,1-6 16,-5-24-16,0 8 0,0 3 15,0-7-15,-7-22 0,2-2 0,1-18 16,6 29-16,7 17 0,4 16 0,3 13 16,3 1-16,1 3 0,2 1 0,5-1 15,1 1-15,16 4 0,7 0 0,-2 2 16,-3 9-16,-2 2 0,-2 2 15,-3 5-15,-1 2 0,-1 0 0,-4 7 16,0-1-16,-4 8 0,-5 1 0,1 1 16,-6 3-16,-3 6 0,-5-1 0,0 2 15,-5 1-15,-1-1 0,-7-2 16,-12-8-16,5 4 0,-2-5 0,0 1 16,7 3-16,2-3 0,2 2 0,-3-3 15,3-2-15,5-2 0,4-2 0,-1-5 16,1 3-16,2-2 15,7-12-15,-7 7 0,0 2 0,2 0 16,5-6-16,1 4 0,6-5 0,-3 3 0,13 0 16,-6 0-16,4 0 0,11 2 0,2-3 15,-2 3-15,-2 3 0,-2-1 0,-3 2 16,-2 3-16,-2 0 0,-4 1 0,-3 3 16,-1 0-16,-6 3 0,-1-1 15,-2 2-15,-5 3 0,-3 0 0,-3-1 16,-3 3-16,-4-2 0,-1-1 0,-5-1 15,1 1-15,-2-3 0,-2 1 0,-2-2 16,-18-2-16,0-2 0,-7-4 0,10-1 16,-1-2-16,5-2 0,6 0 0,3-2 15,4-2-15,2-1 0,2 5 16,5-4-16,-2 1 0,3-1 0,4 0 16,1-1-16,3 1 0,1-3 0,-1 3 15,2-3-15</inkml:trace>
  <inkml:trace contextRef="#ctx0" brushRef="#br0" timeOffset="75491.45">12261 5305 0,'0'0'0,"-2"-2"0,2-1 0,0 3 0,0-2 0,4 0 16,1 0-16,6 0 0,2-1 0,3 1 16,3 0-16,6-2 0,5-1 0,6 1 15,1-1-15,3 3 0,4-2 0,0-1 16,18 1-16,-9 0 0,-5-1 0,-10 1 15,-3 2-15,-8-3 0,-1 3 32,-6 0-32,-5-3 0,1 3 0,-5 2 15,-2 0-15,-5 0 0,-4 0 0,-4 0 16,-10 0-16,-6 0 0,9 0 0,-4 2 16,4 1-16</inkml:trace>
  <inkml:trace contextRef="#ctx0" brushRef="#br0" timeOffset="75666.61">12323 5203 0,'-4'0'0,"-3"-4"0,-4 0 0,-2-3 0,-1 5 0,-1-5 16,6 3-16,-2-3 0,2 5 0,5 0 16,2-3-16,6 3 0,3 0 0,4-2 15,6-1-15,5 1 0,7-1 0,0 1 16,17 0-16,0-1 0,3 1 16,2-1-16,2 1 0,17-1 0,-6-1 15,-9 1-15,-4 1 0,-5 0 0,-2-1 16,-4 5-16,-9-2 0,-5 2 0,-8-7 15,-9 3-15,-9-3 0,0-1 0,0 3 16</inkml:trace>
  <inkml:trace contextRef="#ctx0" brushRef="#br0" timeOffset="75937.47">12909 5045 0,'-4'0'0,"-3"-7"0,7 7 0,-8-4 15,-3 1-15,4 1 0,-2 0 0,5 0 16,-1 2-16,1-2 0,0 2 16,1 0-16,6 2 0,1-2 0,5 4 0,2 1 15,4-3-15,5 2 0,2 1 16,13-1-16,1 1 0,-5-1 0,2-2 15,-5 0-15,-3-2 0,-1 5 0,-4-1 16,-3 1-16,-1 1 0,-5 5 0,0-4 16,-2 4-16,-5 0 0,0 2 0,-1 3 15,-3 1-15,-3 1 0,-1 4 16,2-2-16,-3 4 0,-1 0 0,1-2 16,-1 3-16,-3-3 0,0 2 0,2-2 15,-1 0-15,-3-2 0,2-3 0,2-1 16,-2-1-16,3 1 0,-3-3 0,5-2 15,-5 2-15,2-2 0,-2 2 0,0-4 16,1 2-16,1-2 0,-2-2 0</inkml:trace>
  <inkml:trace contextRef="#ctx0" brushRef="#br0" timeOffset="76955.53">14052 4723 0,'2'-2'0,"-4"-1"0,2 3 0,0 0 16,0 3-16,2 3 0,-2 5 0,2 2 16,0 5-16,3 6 0,-1 12 0,3 3 15,-1 5-15,3 1 0,2 3 16,2 1-16,3 12 0,-3-6 0,2 1 15,3 10-15,-3-7 0,-3-10 0,-6-10 16,-1-8-16,-1-4 0,-2-7 0,-2-1 16,0-5-16,-2-6 0,0 1 15,0-2-15,-1 0 0,-1-3 0,4-2 16,-4-13-16,4 13 0,-5-2 0,5-2 16,-4-2-16,-3-7 0,3-5 0,-1 1 15,1-9-15,-3-10 0,1-5 16,1-10-16,-1-19 0,-1-5 0,-2-2 0,-2-28 15,2 12-15,3 7 0,-3-6 16,0 24-16,5 13 0,-3 4 0,7 10 16,2 3-16,3 10 0,-1 0 0,5 1 15,2-1-15,4 6 0,7 0 0,5 5 16,2 4-16,6 2 0,0 0 0,3 5 16,6 6-16,-11 0 0,-2-2 15,-7 4-15,0 3 0,-4 2 0,-5 0 16,1-3-16,-5 8 0,-2-3 0,-1 4 15,-1-4-15,-3 4 0,-4 1 0,-4 6 16,-3 0-16,-1 0 0,-6 2 0,-1 1 16,0 1-16,-10 3 0,-1-5 0,4 0 15,0-8-15,2-3 0,7-7 16,2-1-16,2-1 0,2 1 0,3-3 16,2 0-16,2 2 0,2 1 0,4-1 15,-1 3-15,4-3 0,2 7 0,0-2 16,2 0-16,2 4 0,1-2 15,-3 5-15,2 1 0,-1-6 0,-3 7 16,-2 0-16,2-3 0,-7 3 0,0-3 16,1-2-16,-7 3 0,-3 1 0,-1-3 15,-5 1-15,-3 1 0,-1-1 0,-3 0 16,-6-6-16,2 2 0,-2-6 0,-7-3 16,4-2-16,1-2 0,6-1 15,2 1-15,1 0 0,4 2 0,2-4 16,-1-1-16,4 1 0,1-1 0,5 1 15,-3 4 1,5-7-16,3 3 0,1 0 0,5-1 0,-5 5 0,10-6 0,-3 3 16</inkml:trace>
  <inkml:trace contextRef="#ctx0" brushRef="#br0" timeOffset="77178.72">15117 5175 0,'0'2'0,"2"-4"0,0 2 0,2-2 0,1 2 16,1 0-16,1-3 0,6 3 0,0-2 15,5 2-15,4-2 0,2 2 0,12 2 16,-1 0-16,0 1 0,-2-3 0,-4 0 16,-3 0-16,-1 0 0,-1 0 15,-4-3-15,0 1 0,-7 2 0,0-4 31,-2 2-31,-4-1 0,-1 1 0,1-2 16,-7 2-16,0-5 0,-4 0 0,1 3 16</inkml:trace>
  <inkml:trace contextRef="#ctx0" brushRef="#br0" timeOffset="77353.95">15169 5051 0,'-4'-4'0,"2"2"0,2 2 0,0-5 0,-2 1 16,4 2-16,2-5 0,3 3 0,4-1 15,2 1-15,7-1 0,2 1 0,13 0 16,3-1-16,-3 1 0,3 2 16,-5-1-16,-3 1 0,-1 0 0,-5-2 15,-2 1-15,-2 1 0,-2 2 0,0-4 16,-1 2-16</inkml:trace>
  <inkml:trace contextRef="#ctx0" brushRef="#br0" timeOffset="79435.75">16166 4421 0,'0'0'0,"-2"-5"0,2 3 0,-2 0 0,-1 0 0,3-3 16,0 3-16,-2 0 0,2 2 0,0 0 16,2 2-16,-2 0 0,3 7 0,-1 2 15,2 5-15,3 3 0,-1 8 0,1 13 16,4 1-16,-4 1 0,-1 0 15,3-6-15,-2-1 0,2-4 0,-3-3 16,3-1-16,-2 1 0,1 6 0,1-1 16,0 2-16,0 0 0,-2 0 0,-3-8 15,-2-3-15,3-4 0,-5 0 0,0-5 16,2-6-16,0 4 0,-2-6 0,2-5 16,0 3-16,-2-5 0,0 4 15,0-2-15,0 0 0,0-10 0,3 1 16,-3 7-16,0 0 0,2 0 0,0-4 15,-2 1-15,0 3 0,2-2 0,0 4 16,1-6-16,1 2 0,0 0 0,3-3 16</inkml:trace>
  <inkml:trace contextRef="#ctx0" brushRef="#br0" timeOffset="79674.14">16689 4932 0,'0'-2'0,"0"2"0,2-4 0,2 1 0,5 1 16,2-2-16,0-1 0,7 3 16,2-2-16,10 4 0,-5-2 0,8 2 15,2 0-15,-2 0 0,-2 0 0,-2 0 16,-1 0-16,-3-5 0,-1 3 0,-4 0 16,-3 0-16,-3-3 0,-1 1 0,-2 2 15,-2-3-15,-1 3 0,1 0 16,-4 2-16,1-2 0,-1 2 0,1 2 15,3 0 1,2 2-16,2 1 0</inkml:trace>
  <inkml:trace contextRef="#ctx0" brushRef="#br0" timeOffset="80438.55">18120 3975 0,'0'0'0,"0"0"0,0-4 0,0 4 0,0 0 0,2 0 16,-2 4-16,0 3 0,2 2 0,0 0 15,0 6-15,1 3 0,1 2 0,-2 4 16,0 15-16,1-3 0,-3-1 0,0-4 15,-3-2-15,1-3 0,0-4 0,-2-2 16,4-5-16,-3-1 0,1-6 16,2-1-16,-2-3 0,2-1 15,0-1-15,-2-2 0,2-2 0,2-1 16,0-5-16,0-8 0,3-1 0,1-10 0,1-4 16,4-4-16,-2 0 0,2-3 0,7-6 15,-1 0-15,1 2 0,2 7 16,-5 0-16,3 4 0,-1 4 0,1 5 15,-3 5-15,3 3 0,-3 8 0,3 1 16,0 7-16,-3 3 0,3 6 16,-3 7-16,1-3 0,-1 5 0,-2 4 0,3-2 15,-5-4-15,0 4 0,0 0 16,-2 2-16,2 7 0,-5 2 0,3-2 16,-2 0-16,-3-5 0,1-2 0,-1-1 15,3-1-15,-7-7 0,4-2 0,-4-2 16,2-2-16,0-4 0,1 1 15,-1-6-15,-2 0 0,0 0 0,-2-2 16,-1 0-16</inkml:trace>
  <inkml:trace contextRef="#ctx0" brushRef="#br0" timeOffset="80707.56">19090 3735 0,'0'-2'0,"0"0"0,0 2 0,-3-3 0,1-1 0,-2 0 0,2 1 15,-3 3-15,1 0 0,-5 3 0,2 5 16,-6 3-16,-2 3 0,-3 8 0,-6 13 16,-3-4-16,5 4 0,0 5 15,2-9-15,7 4 0,2-2 0,5 11 16,3 0-16,12-4 0,2 4 0,7-9 16,6 1-16,3-6 0,1-1 0,8-5 15,-3-6-15,-5-3 0,-1-4 16,-3 3-16,-2-8 0,0 3 15,0-4-15,0-3 0,0 0 0,-4-2 0,2 0 16,-5-4-16,-2-5 0,5 2 16,0-2-16</inkml:trace>
  <inkml:trace contextRef="#ctx0" brushRef="#br0" timeOffset="81263.6">19390 3704 0,'0'0'0,"-3"0"0,3 0 0,0 0 0,0 2 0,3 3 0,3 4 0,1 6 32,2 3-32,2 4 0,2 13 15,0 0-15,3 5 0,-1 0 0,-2-3 16,-2 3-16,2 11 0,-2-5 0,-2-2 16,-2-7-16,-3-1 0,1-10 0,-3-4 15,0-4-15,-2-7 0,2-5 16,-2 1-16,0-2 0,-2-12 0,2 9 15,-2-2-15,0-2 0,-3-5 0,1 3 16,-1-12-16,1 3 0,-3-9 0,-1-4 16,1-3-16,-2-6 0,3-1 15,-1-23-15,-2-5 0,3 0 0,1 5 16,1-1-16,2 7 0,2-9 0,0 16 16,2 11-16,0 13 0,2 2 0,5 4 15,2 5-15,0 0 0,7 5 0,-1 1 16,8 5-16,-1 5 0,2 4 15,1-1-15,4 10 0,6 2 0,-1 4 16,-3 3-16,-7-3 0,-4 5 0,-4-3 16,-7 0-16,-5-1 0,-3-1 0,-3-6 15,-9-1-15,-2 1 0,-5 0 0,-6-1 16,-4 1-16,-1-3 0,-1-2 16,-1-2-16,3-2 0,1 0 0,5-7 15,5 1-15,2-1 0,4 0 0,2 0 16,3-2-16,2 2 0,11-8 0,-5 4 15,-4 4-15,0 2 0,2 1 16,3-1-16,3 3 0,3-3 0,0 3 0,3-1 16,3-1-16,3 1 0,4 1 15,1 2-15,1-5 0,1 5 0,6-2 16,-2-1-16,-5 3 0,-2-7 0,-4 3 16,0-3-16,-2 0 0,-3 0 0,-2-2 15,0 0-15,1 0 0,-3 2 0</inkml:trace>
  <inkml:trace contextRef="#ctx0" brushRef="#br0" timeOffset="81533.05">20386 3592 0,'2'-2'0,"-2"2"0,0 0 0,5 0 0,-1 0 15,3 0-15,-1 4 0,8 3 0,-1 4 16,2 0-16,5 4 0,7 16 0,-1 4 15,-2 7-15,-2 4 0,3 16 0,-3-5 16,-7-8-16,-4-5 0,-4-2 16,-3-7-16,-4-4 0,-4 0 0,-3-2 15,-2-3-15,-2-6 0,-2 0 0,-2 0 16,-5-5-16,-2 0 0,0 1 0,2-3 16,2 0-16,3-4 15,2-2-15,1 2 0,4-1 0,1 3 0,-2 0 0,7 5 16,0-3-16,0 0 0</inkml:trace>
  <inkml:trace contextRef="#ctx0" brushRef="#br0" timeOffset="81930.41">21365 4846 0,'-2'0'0,"0"0"0,2 0 0,-3 2 0,-1-2 0,0 3 0,-3-1 16,-2-2-16,-4 2 0,-5 0 0,-1 1 15,-6-1-15,-3 0 0,-14 2 16,-2-1-16,-9 1 0,-27 3 0,-8-3 16,-31 5-16,7-5 0,-41 3 0,54-3 15,-4 1 1,-3-1-16,2 5 0,3-3 0,-5 1 0,2 0 0,3-3 31,2-2-31,-5 1 0,0-6 0,-4 1 16,0-2-16,2 2 0,-4-3 0,4 3 15,-6 2-15,11-7 0,-3 14 0,7-7 16,2 4-16,7 5 0,15-4 16,-4 3-16,11-3 0,11 1 0,8-1 15,14 4-15,5-1 0,8 6 0,4-3 16,3 0-16,9-11 0,-1 2 0,3-4 15,2 2-15,2 2 0,-2 0 0,9-2 16,0 0-16,4-4 0,-2 4 0,0-5 16,0 3-16</inkml:trace>
  <inkml:trace contextRef="#ctx0" brushRef="#br0" timeOffset="82454.67">19806 5788 0,'-2'0'0,"2"0"0,0 0 0,0-5 16,4-1-16,1-3 0,1-2 0,1-2 16,-2-5-16,-3 0 0,-2-8 0,-5 6 15,1-4-15,-12-5 0,-1-2 16,-7 3-16,-5-5 0,-4-1 0,-16-12 15,1 9-15,-3 1 0,-24 1 0,-6 9 16,-34 8-16,44 11 0,5 5 0,4 7 16,-4 1-16,-4 7 15,-7 1-15,24 8 0,-2 0 0,15 4 0,9 1 16,5 6-16,8 4 0,2 1 0,10 1 16,4-1-16,6 8 0,7 5 0,0-3 15,5-1-15,6-3 0,8-2 0,19 0 16,4-7-16,15 0 0,9-8 0,-6-1 15,-9 3-15,-9-5 0,2-4 16,4-2-16,12-12 0,6 3 0,-15-7 16,-7 0-16,-7-4 0,-8 0 0,4-7 15,5-2-15,-1-7 0,-2-4 0,-6-2 16,-11 0-16,-7 2 0,-7-2 0,3 4 16,-7-4-16,0-1 0,0 1 15,0 0-15,-4-3 0,-1 1 0,-1-3 16,-3 1-16,0 3 0,0 1 0,-4 4 15,-2 3-15,-3 1 0,-2 5 0,-2 0 16,-4 2-16,-5 5 0,0-1 16,0 1-16</inkml:trace>
  <inkml:trace contextRef="#ctx0" brushRef="#br0" timeOffset="82755.72">19184 5768 0,'3'-2'0,"-3"-3"0,2 5 0,-2 0 0,4 0 0,1 3 16,4 1-16,2 3 0,4 1 15,7 6-15,9 3 0,2 1 0,-2-1 0,4 1 16,-4 0-16,0-1 0,-2 1 16,-3 0-16,0-1 0,-1 1 0,3 4 15,5 0-15,1 2 0,3-2 0,3 3 16,8 1-16,-8-4 0,-3-2 0,-6 2 31,-4-4-31,-10-5 0,-1 2 0,-1-4 0,-4 3 0,-2-3 0,-2-3 16,-1 1-1,-1-4-15,1-1 0,-1 3 0,-3-5 0,2 0 0,1 0 0,-5 0 16,4-2 0,-2 3-16,3-1 0,-1-4 0,5-1 0,0-1 0,2 0 15</inkml:trace>
  <inkml:trace contextRef="#ctx0" brushRef="#br0" timeOffset="85152.74">20944 3958 0,'0'-2'0,"0"-1"0,0 3 0,0-2 0,0 2 0,2 0 0,-2 0 0,2 0 16,-2 0-16,0 0 0,0 0 0,0-4 15,3 4-15,-3 0 0,0 0 0,0 0 16,0-3-16,0 3 0,0 0 16,0-2-16,-3 0 0,3-5 0,0-1 15,-2-1-15,2-7 0,0 3 0,2-4 16,1-8-16,-3-1 0,2-9 16,0 4-16,2-5 0,-1 6 0,1-4 15,0 6-15,1 1 0,1-4 0,1 7 16,4 4-16,-2-4 0,2 2 0,4-2 15,3 2-15,2 6 0,4 1 0,5 2 32,2 4-32,4-2 0,-2 4 0,2 1 0,3-1 0,-5 3 0,-2 1 15,-5-3-15,-2 6 0,-4 0 0,0 2 16,2 2-16,0-4 0,2 3 0,-4-1 31,2 4-31,-4-6 0,0 3 0,-5 1 16,-2-4-16,0 7 0,-4-7 0,1 0 15,-3 0-15,-3 0 0,-13 0 0,7 0 16,-1 0-16,10 0 0,-5 0 16,0-5-16,-5 3 0,3-2 0,-5 1 15,1-8-15,-5 5 0,0-3 0,-3 0 16,1-2-16,-2 2 0,-1 0 0,1 5 16,2-9-16,-1 8 0,3-1 0,3-1 15,-1 3-15,2 4 0,3-7 0,-1 7 16,1-2-16,2 2 0,2 0 15,2 2-15,2-2 0,3 7 0,0-5 16,6 7-16,2-7 0,3 7 0,2-3 16,8 8-16,1-3 0,-3 4 0,1-8 15,-3 2-15,-4-1 0,0-1 16,-3 0-16,-3-3 0,-1 3 0,-2-7 16,-4 2-16,-1 0 0,-6 0 0,0-2 15,0 5-15,2-3 0,-4 2 0,0 3 16,0 4-16,-3-4 0,1 8 0,-7-2 15,2 3-15,-6 3 0,1-1 16,1 2-16,0-5 0,6-4 0,-1 3 16,1-6-16,0 3 0,3-2 0,-3-2 15,3 0-15,2-3 0,0 0 16,-3 1-16,5-3 0,0 0 0,-2 3 0,0-5 16,2 0-16,2 2 0,0 0 15,-2-2-15,2 0 0,1 2 0,-1 3 16,0-5-16</inkml:trace>
  <inkml:trace contextRef="#ctx0" brushRef="#br0" timeOffset="86975.85">30734 5984 0,'0'0'0,"0"0"0,2 0 0,-2 0 0,2 2 16,2-2-16,-1 2 0,-1 3 0,0 1 15,0 1-15,0 2 0,1 4 16,-3 0-16,-3 5 0,1-3 15,-2 3-15,-1 2 0,-6 6 0,-4-4 0,2 3 16,-3-6-16,-1-1 0,-3-2 0,-2-5 16,0 0-16,-5-3 0,1-1 15,-3-3-15,0 1 0,-4-3 0,-6 0 16,-1 0-16,-2-2 0,-4 3 0,-3-1 16,-12-2-16,1-5 0,0 1 0,3 2 15,0 4-15,-7 2 0,-2-4 0,-7 0 16,9-4-16,5 2 0,-3 2 0,0 2 15,-4-4-15,0 0 0,4-5 0,0 5 16,5 0-16,-7-1 0,4 3 16,-1 5-16,10-3 0,11 2 0,5-4 15,6 7-15,5-3 0,-2 5 0,1 0 16,1 2-16,7 2 0,1-2 0,7 0 16,3 0-16,3-2 0,1 0 0,-2 0 15,4-5-15,0 5 0,2-4 0,-2-3 16,2 0-16,-2 0 0,2-2 15,1-4-15,-6-1 0,1-1 0,-4-3 16,-3-2-16,-7-2 0,1-3 0,-7 1 16,0-3-16,-7 0 0,1 1 0,-6-1 15,-14-2-15,-5 5 0,-4 2 0,-18 2 16,9 2-16,10 4 0,8 1 16,6 6-16,0 3 0,-2 3 0,-2 4 15,-5 3-15,0-6 0,5 0 0,4-3 16,0 1-16,-2-1 0,-2 1 0,-3 0 15,-4 4-15,1-3 0,1 1 0,2-2 16,5 2-16,5-3 0,-1 3 0,0 2 16,3-2-16,-3-2 0,0-1 15,5 1-15,-5-1 0,7-1 0,2-3 16,-2-2-16,2 0 0,-4-4 0,-7-1 16,-6-4-16,-7 3 0,4-3 0,-2 2 15,9 1-15,4-1 0,7 3 0,2-5 16,7 5-16,0-1 0,2 1 15,4 2-15,7-3 0,2 3 0,0-3 16,5 5-16,2 0 0,13 5 0,-7-3 31,-4-2-31,0 0 0,5 0 0,-1 0 16,-2-2-16,-2-3 0</inkml:trace>
  <inkml:trace contextRef="#ctx0" brushRef="#br0" timeOffset="88960.9">21392 2641 0,'0'0'0,"0"0"0,0 0 0,-3-2 0,3 2 0,0 0 0,0 2 16,-2 5-16,2 0 0,0 1 0,-2 10 15,0-5-15,0 9 0,-1-4 16,3 2-16,-2 2 0,0-2 0,0-3 16,-3 8-16,3-1 0,0-4 0,-3-3 15,5 1-15,0-3 0,0 1 0,0-1 16,0-6-16,5 2 15,-3 0-15,3-2 0,-1-5 0,5 3 0,0-3 0,4 1 32,4-5-32,1 2 0,4 0 0,0-2 15,2 0-15,1 0 0,1 0 16,-2 0-16,-4 0 0,2-2 0,-4 0 16,-3 2-16,-4-5 0,0 5 0,-4-2 15,0 0-15,-3 2 0,-4-2 0,2 2 16,0 0-16,-2 0 0,-4-5 15,0 3-15,1 2 0,3 0 0,0-2 16,5 4-16,-3 0 0,0 3 0,-2-5 16,-2 0-16,-2 0 0,1 2 0,-1-2 15</inkml:trace>
  <inkml:trace contextRef="#ctx0" brushRef="#br0" timeOffset="89327.7">21874 2663 0,'-4'-2'0,"2"0"0,2-2 0,0-1 0,0 5 15,0-2-15,0 2 0,0 0 0,-2-2 16,2 4-16,-3-2 0,-1 2 0,0 7 15,-5 2-15,0 5 0,-2 3 16,0 1-16,-2 9 0,2-3 0,2-1 16,0-1-16,2 0 0,5-2 0,2 0 15,2 2-15,3-2 0,1 1 16,3 1-16,0-2 0,6 0 0,-1-4 0,1 1 16,5-1-16,0 0 0,2-7 15,0 2-15,-4-2 0,-1-7 0,-4 5 16,-2-4-16,0-1 0,-2-4 0,-2 2 15,-3 0-15,1-2 0,-7-8 0,4 8 16,-2 0-16,2 0 0</inkml:trace>
  <inkml:trace contextRef="#ctx0" brushRef="#br0" timeOffset="89709.29">22040 2827 0,'-2'-3'0,"2"3"0,0-2 0,0-2 0,0 2 16,0-1-16,2 1 0,0-2 0,5 2 16,-1-1-16,7 1 0,1 2 0,1-4 15,3 4-15,-3-2 0,5-1 0,2 3 16,0-2-16,-6 2 0,1 2 16,-4-2-16,5 3 0,-2-1 0,-5 2 15,-3-4-15,1 5 0,-2-3 0,-3 2 16,1 7-16,-5-4 0,0-1 0,-3 5 15,-1-4-15,0 6 0,-1 3 0,1-3 16,-1 2 0,-1 3-16,-1 2 0,3 0 0,2 0 15,-1-3-15,3 1 0,3-3 0,1 1 0,5-1 16,2-2-16,2-2 0,2 3 0,3-3 0,2 0 16,0-5-16,2 1 0,-2-3 0,-1 3 15,1-7-15,0 0 0,-2 0 0,-1 0 16,1 0-16,-2-4 0,-5 1 0,-3 1 15,1 0-15,-4 2 0,-5-7 16,2 5-16,-4-2 0,-3-3 0,5 3 16,0-3-16</inkml:trace>
  <inkml:trace contextRef="#ctx0" brushRef="#br0" timeOffset="89900.5">21965 3001 0,'-2'-2'0,"2"-3"0,0 5 0,-3-2 0,3 0 0,3 2 16,-1-2-16,7 2 0,-1 0 0,8-5 16,-1 3-16,3 2 0,4-4 0,2 4 15,7-5-15,0 1 0,0 2 0,-2 2 16,4-3-16,-3-3 0,6 1 16,-5 5-16,2-6 0,-7 1 0,1 1 15,-5 2-15,-2-3 0,-5 5 0,-2-6 16,-2 3-16,-2 1 0</inkml:trace>
  <inkml:trace contextRef="#ctx0" brushRef="#br0" timeOffset="90186.86">22578 2758 0,'0'-2'0,"0"0"0,4 2 0,1 2 0,1 0 0,3 5 16,2-3-16,-2 3 0,6 6 0,-1-2 15,1 2-15,7 9 0,-2 3 0,-2-3 16,-1 6-16,-4 3 0,1 0 16,-6 4-16,-1 1 0,-5 10 0,-2-6 15,-4-5-15,-3-9 0,-2-1 0,1-5 16,-3-3-16,0 1 0,0-5 0,-1 0 16,4-2-16,-3 0 0,2 0 0,2 0 15,1-4-15,1 0 0,3-1 0,0-1 16,0-1-16,6-8 0,0-3 0,1 5 15,-5 2-15,0-2 0,0 6 0,0-2 16,-2 3-16,-1-5 0,3 2 16</inkml:trace>
  <inkml:trace contextRef="#ctx0" brushRef="#br0" timeOffset="93868.73">23477 2635 0,'0'0'0,"-2"0"0,2 0 0,0 2 0,0 2 0,2 3 0,3 4 0,-3 0 0,2 2 0,1 3 16,-3 1-16,0-3 0,0 3 15,1 3-15,-3-4 0,-3 1 0,1-6 16,-2 2-16,-1-2 0,-1 0 0,-5 3 15,-2-1-15,-1-2 16,-1 2-16,-3-2 0,1 2 0,-1-2 0,-2 0 0,0 1 16,-2-1-16,-2 0 15,-5 0-15,3 0 0,-12-5 0,-1 1 0,-1-1 16,7-1-16,-2-1 0,4-2 0,2 5 16,5-5-16,2 7 0,2-4 15,2 1-15,-2 5 0,1-2 0,3 2 0,1 4 31,2-1-31,-1-3 0,5 2 16,3 0-16,1 3 0,5 1 0,0-1 16,5-1-16,-1 1 0,3-3 0,4-2 15,2 2-15,5-2 0,-1 0 0,1 0 16,2-4-16,2-3 0,0 1 0,2-3 16,0-4-16,1-3 0,-3 1 0,2-3 15,-4-2-15,-5 3 0,-1-1 16,-3-4-16,-3 0 0,1-2 0,-4 0 15,-3-3-15,-2 7 0,-2-6 0,-5 2 16,0 2-16,-6 0 0,2 0 16,-4 4-16,4-4 0,0 9 0,-3-5 15,3 5-15,-2 2 0,4 0 0,-2 2 16,3 5-16,-1-7 0,2 6 0,0 1 16,1 4-16,-1-7 0,3 3 15,-5-5-15</inkml:trace>
  <inkml:trace contextRef="#ctx0" brushRef="#br0" timeOffset="94327.45">23394 3113 0,'-5'-2'0,"5"2"0,0 0 0,0-2 16,-2 2-16,0 0 0,4 0 0,0 4 16,3 1-16,-1 1 0,0 3 0,3 4 15,-3-2-15,3 7 0,-3-5 0,1 3 16,-1 4-16,3 4 0,-5-2 0,5 2 15,-5-2-15,0 2 0,-2 1 0,2-3 16,1-5-16,-3 3 16,2-2-16,0-3 0,5 1 0,-3-3 0,3-2 15,1 0-15,3-2 0,3 2 16,1-7-16,3 1 0,4-1 0,0-2 0,4-2 16,-4 0-16,3-2 0,-1-2 15,-2 1-15,2-1 0,-4 4 0,2-2 16,0 2-16,-2 0 0,0 0 0,-3 0 15,1 2-15,0-2 0,-3 2 0,3 0 16,-5-2-16,0 3 0,3 1 16,-3-4-16</inkml:trace>
  <inkml:trace contextRef="#ctx0" brushRef="#br0" timeOffset="118715.23">3742 9611 0,'0'0'0,"0"0"0,0-2 0,2 0 0,0-1 15,-2 1-15,0-2 0,0 2 0,0-1 0,2 1 16,-2 2-16,0-2 0,5 0 16,-5 2-16,0 0 0,0 0 0,0 0 15,-5 4-15,3-2 0,2 3 0,-2 1 16</inkml:trace>
  <inkml:trace contextRef="#ctx0" brushRef="#br0" timeOffset="118842.99">3671 10191 0,'-2'2'0,"-3"7"0,5-9 0,-4 11 0,-5 0 16,5 2-16,-5 0 0,5 3 0,-5-5 16,2 2-16,1 0 0,1-2 0</inkml:trace>
  <inkml:trace contextRef="#ctx0" brushRef="#br0" timeOffset="118905.61">3587 10008 0,'0'-9'0,"3"-6"0,-3 15 0,0-20 16</inkml:trace>
  <inkml:trace contextRef="#ctx0" brushRef="#br0" timeOffset="118984.16">3660 9454 0,'2'-4'0,"7"-3"0,-9 7 0,7-8 0,8-3 0,3-3 0,-1 1 15,1 2-15,2-2 0,9 0 16,1-3-16,4 1 0</inkml:trace>
  <inkml:trace contextRef="#ctx0" brushRef="#br0" timeOffset="119047.57">4026 9377 0,'0'5'0,"2"1"0,-2 3 0,0 2 0,-2 5 16,0 1-16,-7 5 0,0 9 0,-2 0 15,-2 0-15,-2 0 0,1-3 0,-3-3 16</inkml:trace>
  <inkml:trace contextRef="#ctx0" brushRef="#br0" timeOffset="119190.75">3746 9796 0,'-2'2'0,"0"1"0,2 1 0,-3-2 0,-1 3 0,8-3 16,-1 2-16,1-2 0,9-2 0,3 0 16,-1 0-16,7 0 0,-4 0 0,6 0 15,-2 0-15,-2 3 0,4-1 16,-2 2-16,0 1 0,-8 1 0,1 1 15,3 0 1,-5 1-16,-7 3 0,6-2 0,-4 2 16,1-2-16</inkml:trace>
  <inkml:trace contextRef="#ctx0" brushRef="#br0" timeOffset="119253.54">3982 10023 0,'0'3'0,"-4"1"0,-3 0 16,-4 3-16,-2-3 0,-3 3 16,3-3-16</inkml:trace>
  <inkml:trace contextRef="#ctx0" brushRef="#br0" timeOffset="119332.72">3748 10043 0,'0'-2'0,"5"0"0,-5-5 0,4 1 0,5-3 0,0 0 0,0 0 16,8-2-16,-4 2 0,9 0 0,-6 1 16,6-1-16,0 2 0,0 1 0,-7-1 15</inkml:trace>
  <inkml:trace contextRef="#ctx0" brushRef="#br0" timeOffset="119602.85">4793 9986 0,'7'0'0,"-5"-2"0,7-1 0,-2 1 0,4-2 15,6-1-15,1 1 0,0 0 0,-1-3 16,1 3-16,-7-5 0,2 2 0,0-2 16,-4 0-16,-2 1 0,-1 1 15,-6-2-15,-6 5 0,-1-1 0,-4-1 16,0 1-16</inkml:trace>
  <inkml:trace contextRef="#ctx0" brushRef="#br0" timeOffset="119731.4">4822 9770 0,'4'0'0,"3"0"0,-7 0 0,7-2 0,-1 2 16,5-3-16,0 1 0,-4 0 0</inkml:trace>
  <inkml:trace contextRef="#ctx0" brushRef="#br0" timeOffset="121997.1">3616 9413 0,'-2'0'0,"0"-3"0,2-1 0,-5 2 0,5-3 0,0 1 0,-2-3 16,2 1-16,2 1 0,-2 1 0,0-1 16,0 3-16,0 0 0,5 0 0,-5 2 15,0 0-15,0 0 0,0 2 16,0 0-16,0 3 0,0-1 0,0 3 16,0 4-16,-5-2 0,1 6 0,2-2 15,-1 5-15,-5 2 0,5 2 0,-6 11 16,7-2-16,-7 2 0,7 0 0,-4 2 15,1-2-15,3 0 0,-2 3 16,1-6-16,1 3 0,0 7 0,2-2 16,-4-1-16,4-2 0,4 1 0,-4-1 15,-4-2-15,4-2 0,4-2 0,-4-3 16,0-2-16,0 1 0,0-3 16,0-3-16,0 1 0,0 0 0,0-2 15,2-3-15,0 5 0,1-5 0,-3-1 16,4-3-16,-2 2 0,-2-2 0,0-2 15,0 2-15,0-5 0,0 1 0,0-3 16,0-12-16,0 12 0,0-4 0,-2 2 16,-2-4-16,4 0 0,0-3 0,0 1 15,0-3-15,4-1 0,-4-6 16,0-1-16,2-5 0,-2 0 0,0-4 16,0 0-16,0-3 0,5-4 0,-5-2 15,4-2-15,-2-16 0,-2-2 16,2 3-16,3-3 0,1 2 0,6-20 31,-8 3-31,5-24 0,0 10 0,4 9 16,-2 11-16,0 18 0,2 5 0,-2 8 15,-6 2-15,1 5 0,-4 2 0,3 2 16,1 7-16,-6-3 0,0 10 0,0 1 16,-2 3-16,2 2 0,-4 2 0,2 3 15,2-1-15,-5 3 0,5 4 16,0-2-16,-4-1 0,2 8 0,-3 4 15,5 0-15,-7 4 0,3 4 0,2 6 16,-7 3-16,2 18 0,1 0 16,-1 3-16,3-6 0,-3 4 0,1-3 15,-3 17-15,0 1 0,5-5 0,-3 11 16,5-13-16,-1-18 0,3-6 0,-2-5 16,-2-2-16,-1 3 0,5-8 0,-2 3 15,0-4-15,-2 1 0,4-4 0,0-4 16,4-2-16,-4-7 0,2 0 0,-4-2 15,-2-5-15,4 3 0,0-3 0,0-15 16,0 13-16,0-2 0,0-2 16,0 0-16,-3-2 0,1-3 15,2-2-15,-2 0 0,-2 3 0,1-1 0,1-2 16,0-4-16,2-2 0,0-1 16,0-1-16,0 1 0,-4 1 0</inkml:trace>
  <inkml:trace contextRef="#ctx0" brushRef="#br0" timeOffset="122871.95">3623 9626 0,'0'-2'0,"0"-2"0,-5 2 0,3-3 0,-2 3 0,-1-2 0,3-1 0,-2 3 16,4-2-16,-7-1 0,7-1 16,0-1-16,-2 0 0,0-2 0,4 3 15,0-5-15,2 0 0,-1 0 0,1 0 16,3-2-16,4 2 0,-5-3 0,3 3 16,2 0-16,0 0 0,2 0 15,9-2-15,0-2 0,0 1 0,-4 5 16,2 3-16,-5 1 0,5-3 0,-2 1 15,2-2-15,2 3 0,-7 1 0,5 3 16,-5 2-16,3 2 0,-2 3 16,-1 1-16,0 1 0,-1 2 0,-3-1 15,-7 1-15,5 2 0,-5 3 0,3-1 16,-7 4-16,2-1 0,-2 1 0,-2 6 16,2-1-16,-5 2 0,1 0 0,2 3 15,-7-1-15,5-2 0,-5 0 0,-2 1 16,2-5-16,-2 4 0,0-4 15,2-5 1,-6 3-16,-1-5 0,3-2 0,-7 2 0,3-4 0,-3 0 0,0 0 16,0-5-16,-2 3 0,0-3 0,2-2 15,-2 1-15,4-6 0,-1 3 0,3 0 16,-4-2-16,7 2 0,0-2 0,0 2 16,4 0-16,0-2 0,5 2 31,-5 0-31,4 0 0,1 0 0,-1 0 15,14-5-15,-9 3 0,0 2 0,0 2 16,0-4-16,2 2 0,3 0 0,2 0 16,4 0-16,0-2 0,2 0 0,0-1 15,9 1-15,-6 0 0,3 2 0,-3 0 16,4 0-16,-5 0 0,5 0 0,-2 0 16,1 2-16,1 0 0,-7 1 15,3-1-15,2 0 0,-7 3 0,2-1 16,-2 0-16,-5 3 0,3-3 15,0 1-15,-5 1 0,3 1 0,-5 0 0,3-1 16,-5 1-16,6-1 0,-6 3 0,0 0 16,0 0-16,-2 0 0,-2 2 15,-1-2-15,-1 2 0,-1 0 0,0-3 16,3 6-16,-7-3 0,0 0 0,-4 0 16,-7 0-16,2 0 0,0 0 0,2 0 15,-4-2-15,2-1 0,0-3 16,-2-3-16,0-4 0,0 0 0,2-1 15,3 1-15,-3-2 0,5 4 0,-3-5 16,5 3-16,2 0 0,4-2 0,-2 1 16,0 1-16,5 0 0,2-2 15,-5 1-15,5 1 0,0-2 0,-3 2 16,3-3-16,0 1 0,0-1 0,2 1 16,0 2-16,0 0 0,4-3 0,-2 1 15</inkml:trace>
  <inkml:trace contextRef="#ctx0" brushRef="#br0" timeOffset="123764.5">4546 9926 0,'5'0'0,"-10"0"0,5 0 0,-4 0 0,2 0 15,-5 0-15,3 2 0,-1-2 0,3 3 16,-2-3-16,4 0 0,-2 0 0,-3 0 15,5 2-15,5 0 0,-3 0 16,9-2-16,-5 0 0,10 3 0,-1-6 16,7 3-16,-4 0 0,2 0 0,4-4 15,-2 4-15,13-7 0,-2 5 0,3 0 16,-1-3-16,-4 1 0,4 2 0,-6-3 16,-1 1-16,-5 2 0,-4 0 0,-1-1 15,-7 1-15,-2 2 0,-5 0 16,1 0-16,-10-2 0,1 2 0,-1 0 15,-10 0-15,2 2 0,-5-2 0,-4 2 16,-9 1-16,-2 1 0,-2-4 0,-3 4 16,-1-1-16,-19 1 0,-1 3 15,-1-3-15,5 0 0,9 1 0,6-1 16,5-1-16,11-1 0,2 0 0,2 0 16,7 0-16,8 1 0,7-6 0,3 3 15,6-2-15,6 2 0,8-4 0,1-1 16,9 1-16,-2-1 0,5-1 0,2 1 15,13-3-15,4 1 16,-9-2-16,-1 5 0,-8-3 0,-1 3 0,-9-1 16,-5 1-16,-7 0 0,-1 1 0,-10 1 15,1 2-15,-2 0 0,-5 2 16,-5 1-16,-4-3 0,-2 4 0,0-4 16,0 2-16,-2 0 0,-2 1 0,1-1 15,-1 0-15,6 0 0</inkml:trace>
  <inkml:trace contextRef="#ctx0" brushRef="#br0" timeOffset="124352.05">4518 9816 0,'0'-4'0,"0"1"0,0-1 0,-2 0 0,-3-1 16,3 3-16,0 0 0,2-3 0,0 3 15,-2 2-15,2 0 0,0-2 0,2 0 16,-2 0-16,4-1 0,3 3 0,4 0 16,2 0-16,2 0 0,3 5 0,2-5 15,6 0-15,1 0 0,10-5 16,7-1-16,-4 1 0,2 3 0,-2 0 16,-3 2-16,-4 2 15,9-2-15,-15-4 0,-3-3 0,-9-2 0,1 3 0,-10 1 16,1 1-16,-3-1 0,-4 5 15,-4-2-15,-3 4 0,-4 3 0,0-3 16,-4 0-16,-5 0 0,-9 1 0,-2-1 16,-4 2-16,-2 1 0,-3-1 0,-17 3 15,-9-5-15,4 0 0,2 3 0,-17-1 16,15 0-16,14 1 0,13-3 0,10 0 16,6-2-16,7 0 0,6 0 15,-1 0-15,9 0 0,5 0 0,4-2 16,2 0-16,3 2 0,4 0 0,4 0 15,9-2-15,2-1 0,3 3 0,23-6 16,-1-1-16,-3 1 0,-4 1 0,-2 1 16,-7-1-16,-2 3 0,-9 0 15,-9 2-15,-4-2 0,-7-1 0,-4 1 16,-9 0-16,-6 0 0,-6 2 0,-5 2 16,4 0-16,-9 5 0,2-3 0,-7 3 15,-4 0-15,3-1 0,-8-1 31,6-3-31,-3 0 0,4 0 0,-6 0 16,13 3-16,6-7 0,-2 2 0,7-3 16,5 3-16,-3 0 0,7-2 0,2 0 15,0 2-15,4-2 0,5 0 0,-5 2 16,3-3-16,-3-1 0,3 0 0</inkml:trace>
  <inkml:trace contextRef="#ctx0" brushRef="#br0" timeOffset="126410.07">6072 9399 0,'-4'0'0,"-5"0"0,9 0 0,-9 0 0,-4 0 0,4 0 0,-4 0 15,2-2-15,-2 0 0,-1 2 0,3 0 16,-2-2-16,4 0 0,-2 2 0,5-5 16,-3 3-16,2-3 0,1 1 0,-1-3 15,0-1-15,3-1 0,0 0 0,1-4 16,-3 0-16,1-7 0,5 0 15,-4 4-15,0-6 0,1 5 0,1-5 16,-2 4-16,-1-2 0,3 7 0,2-2 16,0 6-16,0 0 0,-4 2 0,4 3 15,0 4-15,4 0 0,-4 2 0,2 5 16,0 6-16,5 2 0,-7 10 16,0-1-16,0 7 0,0 0 0,0 17 15,0 3-15,0-3 0,0 1 0,0-1 16,0 1-16,0-1 0,2 14 0,1-7 15,-1-4-15,0-5 0,2-8 16,1-3-16,-5-4 0,6-5 0,-6-4 16,0-4-16,5-5 0,-3-4 0,5-2 15,-3-1-15,3-4 0,-7 1 0,2-8 16,0-1-16,0-5 0,3-5 0,-1-1 16,3 3-16,-5-1 0,-2-5 0,0-2 15,0-4-15,0-3 0,2-9 16,-2-21-16,-2-1 0,2 1 0,-2 1 15,2 1-15,-9-20 0,2 6 0,1 7 16,1 5-16,-4 2 0,1 8 0,1 20 16,0 3-1,7 8-15,0 7 0,-4 3 0,4 3 0,0 3 0,0 0 16,0 6-16,4-2 0,-4 5 16,0 4-16,0 4 0,0-1 0,5 5 0,-3 6 15,2 6-15,1 2 0,1 4 0,-6 1 16,5 1-16,-1 19 0,3-8 0,2 1 15,-7-7-15,7-2 0,-7-2 16,2-1-16,3 14 0,-7 0 0,0-6 16,-5-10-16,1-2 0,0-6 0,4-3 15,-7-1-15,3-5 0,-3-5 0,5-4 16,0 2-16,2-4 0,0-2 16,0-3-16,0 0 0,0-12 0,0 10 15,2-4-15,0-1 0,5-3 0,-7-3 16,4 2-16,3 1 0</inkml:trace>
  <inkml:trace contextRef="#ctx0" brushRef="#br0" timeOffset="126986.84">7115 9690 0,'0'0'0,"4"-2"0,-4 0 0,7 2 15,-7 0-15,0 0 0,0 0 0,0-2 16,0 2-16</inkml:trace>
  <inkml:trace contextRef="#ctx0" brushRef="#br0" timeOffset="127194.1">7142 9697 0,'2'0'0,"7"2"0,-9-2 0,8 2 0,3 1 0,3-1 15,-8 2-15,1-2 0,-3 1 16,3 1-16,-7-2 0,-2-2 0,-7 0 15,-4-2 1,-5 2-16,0 0 0</inkml:trace>
  <inkml:trace contextRef="#ctx0" brushRef="#br0" timeOffset="133736.35">7188 9785 0,'-2'-2'0,"2"0"0,0 0 0,-7-1 0,5 1 0,-3 0 0,5 2 15,-4-2-15,4 2 0,-2-2 16,0-1-16,2 1 0,-3 2 0,3 0 15,0 0-15,0 0 0,3 2 0,-3-2 16,4 3-16,-2-1 0,3-2 0,-1 4 16,3-4-16,-1 0 0,3 2 0,-2-2 15,2 0-15,-3 3 16,-1-3-16,-1 0 0,-2 0 0,0 0 0</inkml:trace>
  <inkml:trace contextRef="#ctx0" brushRef="#br0" timeOffset="158782.07">1047 12420 0,'0'2'0,"-6"-2"0,6 2 0,-3-2 15,1 3-15,2-3 0,0 0 0,0-3 16,2 3-16,1-2 0,6 0 16,-1-2-16,1 1 0,7-1 0,-3 2 15,2-3-15,5 5 0,-2-4 0,10 4 16,-1-2-16,-1 0 0,5 2 0,-4 0 15,4 0-15,-7 0 0,0 0 0,0 0 16,-4 2-16,-2 0 0,-1 2 16,-8 3-16,0-3 0,-2 5 0,-7 2 15,-5-2-15,-1 4 0,-3 3 0,-7-3 16,1 0-16,-1 0 0,-8 7 0,4-4 16,3 1-16,-12 5 0,5 0 15,4 0-15,0 0 0,7-4 0,0 2 16,4 0-16,0-5 0,7 1 0,2-1 15,0-2-15,4 1 0,5-6 0,2 3 16,9-2-16,-2-2 0,4-3 0,9 1 16,-3-1-16,5-4 0,5-4 0,-3 1 15,0-1-15,-2 0 0,0-3 0,-8 3 16,1-3-16,-4 3 0,0-3 16,-4 5-16,0-3 0,-7 3 0,-7-2 15,3-1-15,-7 1 0,-7-3 16,3 3-16,-7 0 0,-3-3 0,3 2 0,-2 1 15,2 0-15</inkml:trace>
  <inkml:trace contextRef="#ctx0" brushRef="#br0" timeOffset="158971.84">1122 12687 0,'0'0'0,"0"-2"0,0 2 0,2-3 0,5-1 0,0 0 0,4-1 15,4-4-15,1 3 0,3-3 0,12 0 16,5 0-16,5-2 0,1 2 15,2 1-15,1 1 0,7-2 0,-5 5 16,-5-3-16,-5 1 0,-2-1 0,-1 2 16,1 3-1,-2 0-15,-2 0 0,0 2 0,-7 2 0,0 2 0,-2 1 0</inkml:trace>
  <inkml:trace contextRef="#ctx0" brushRef="#br0" timeOffset="159146.51">2053 12616 0,'0'0'0,"2"-2"0,2 0 0,1 0 0,6-1 0,2-1 0,5 0 0,-3-3 16,7 3-16,5-5 0,3 2 0,-3-2 15,-5 3-15,4-1 0,-4 3 0,1-3 16,-10 3-16,7-1 0,-7 1 0,-2-1 16,-5-1-16,1 1 0,-7 1 0,0 2 15,-9 0-15,5-3 0,-7 5 16,2 0-16,-2 0 0</inkml:trace>
  <inkml:trace contextRef="#ctx0" brushRef="#br0" timeOffset="159305.65">2039 12510 0,'0'-2'0,"0"0"0,0 2 0,0 0 0,0 0 0,0-2 0,7 0 15,-2-1-15,3 1 0,6-2 16,1-3-16,5 3 0,4-3 0,11-4 16,1 0-16,-1 0 0,-2 0 0,-2 2 31,0-2-31,2 2 0,-9 1 0,3-1 15,-1 2-15,3-2 0,-7 0 0,2-6 16,-6 8-16,-1-1 0</inkml:trace>
  <inkml:trace contextRef="#ctx0" brushRef="#br0" timeOffset="159575.57">2754 12056 0,'0'0'0,"0"0"0,0 0 0,2 0 16,2 5-16,3-1 0,2 5 0,-2 0 15,-1 2-15,1 2 0,-1 2 16,-1 3-16,1 0 0,-3 10 0,3-1 16,-4-1-16,1 1 0,1-1 0,0 3 15,-1-3-15,-3-4 0,2 0 0,-2 0 16,0-4-16,0 0 0,0-3 0,0 1 15,0-5-15,0 0 0,0-3 0,2 1 16,2-2-16,1 2 0,4-3 16,-5-1-16,5 1 0</inkml:trace>
  <inkml:trace contextRef="#ctx0" brushRef="#br0" timeOffset="159814.35">3074 12433 0,'2'0'0,"-2"-4"0,0 4 0,0 0 0,0-2 15,2-1-15,2 3 0,-1 0 0,-3-2 16,2 0-16,-2 2 0,6 0 0,-6 0 16,3 0-16,-1-2 0,0 0 0,2-1 15,-1-1-15,-3 2 16,4 0-16,-4-3 0,2 3 0,3 0 0,-5-3 0,0 3 16,0 0-16,-5 0 0,5 2 15,-2 0-15,2 0 0,-4 2 16,4 2-16,-7 1 0,3-1 0,-3 1 0,3 3 15,1-1-15,-3 2 0,1 0 16,3-3-16,2 3 0,-4-5 0,4 1 16,4-3-16</inkml:trace>
  <inkml:trace contextRef="#ctx0" brushRef="#br0" timeOffset="160405.47">3484 12069 0,'0'0'0,"0"0"0,0-2 0,0-2 15,2-3-15,7 3 0,-5-5 0,3 2 16,-1-1-16,1 1 0,4 2 0,0-1 15,-4 1-15,8 3 0,-6-2 0,2 2 16,4 2-16,-6 2 0,7 0 16,-5 0-16,-3 5 0,8-1 0,-10 3 15,3 0-15,0 2 0,-4 0 0,-3 2 16,2 3-16,-8 1 0,-1 1 0,-3 2 16,-6 9-16,-1-1 0,2 1 0,-5 0 15,3 1-15,-3-1 0,2-2 0,3-1 16,-4-2-16,1-6 0,3 2 15,4-7-15,5-2 0,1 0 0,3-7 16,3 1-16,3-3 0,10-4 0,-1 0 16,7-3-16,7-1 0,6-3 0,5-2 15,2 0-15,2-2 0,0-1 0,2 1 16,-6 0-16,4 2 0,7-5 0,-5 3 16,-2 2-16,-4 2 0,-5 1 15,-4 1-15,-7 0 0,-6 3 0,0-1 16,-7 1-16,0 2 0,-5-3 0,3 3 15</inkml:trace>
  <inkml:trace contextRef="#ctx0" brushRef="#br0" timeOffset="160865.24">4465 11939 0,'0'0'0,"0"-8"0,0 8 0,0-7 15,-2-4-15,2 0 0,0-2 0,-3 2 16,1 0-16,-4 0 0,-1 2 15,-4 0-15,-4 4 0,-1 1 0,1 4 16,-7 0-16,-3 7 0,-3-1 0,1 5 16,1-2-16,2 7 0,-1-3 0,3 2 15,2 1-15,5-1 0,4 3 0,2-1 16,7-1-16,4 1 0,5 1 16,6-2-16,0 1 0,9-1 0,2-3 15,-1 0-15,5 0 0,3 1 0,4 1 16,1-2-1,-1 3-15,2-3 0,-1 2 0,-1 1 0,-2-1 0,7 7 0,-12-2 16,-8 2-16,-2 0 0,-9 2 16,-7-2-16,-4 0 0,-5 3 0,-4-3 15,-4 0-15,-7-5 0,-3 3 0,-6-2 16,-4-7-16,4 0 0,-4-7 0,2 1 16,2-3-16,5-4 0,6 2 0,2-7 15,7-2-15,2 1 0,0-6 0,3-1 16,6-3-16,0-4 0,4-6 15,5-3-15,9-16 0,4 3 0,9-2 16,-3 4-16,3 7 0,2 4 0,7-2 16,-3 4-16,-8 5 0,-2 2 0,-5 0 15,-5 2-15,-1 2 0,-10 3 0,1 4 16,-3 0-16,3 0 0,-5 2 16,7-4-16</inkml:trace>
  <inkml:trace contextRef="#ctx0" brushRef="#br0" timeOffset="161425.68">5252 12440 0,'4'0'0,"-4"-2"0,0 2 0,5-3 0,4 3 0,6-4 0,5 0 0,4-1 0,11-1 16,1-1-16,-1 3 0,0-1 15,5 3-15,2-2 0,0 1 0,15-1 16,-4-1-16,-5-1 0,-6 1 0,-9 1 16,-4-3-16,-5 3 0,-10 0 0,-3-1 15,0 1-15,-5-1 0,-1 3 0,-3-2 16,-4 2-16,-3-3 0,-1 1 0,-5-3 15,-7 3-15,11 2 0,-4-1 16</inkml:trace>
  <inkml:trace contextRef="#ctx0" brushRef="#br0" timeOffset="161932.62">5221 12235 0,'0'0'0,"-4"-2"0,4 2 0,-3 0 0,3-3 0,0 1 0,9 0 0,-2-2 15,8-1-15,10 1 0,-1 2 0,16-5 16,4 0-16,0 3 0,4-1 15,10 1-15,12-3 0,3 1 16,-5-1-16,5 1 0,-16-1 0,-15 0 16,-6 3-16,-8 0 0,-1-1 0,-5 1 15,-5 2-15,-1-3 0,-5 1 0,-7-1 16,5 3-16,-9 0 0,0-3 0,0-1 16,-7 1-16,1 1 0,-10 0 0,5-3 15,-6-2-15,6 3 0,0-3 0,-5-4 16,-4 2-16,-2-1 0,7 6 0,-9-1 31,-1 1-31,10 1 0,2 3 16,-1-2-16,3 1 0,7 1 0,-3 2 15,5 2-15,2 1 0,2 3 0,5 1 16,4-1-16,0 3 0,5-2 0,3 2 16,1 0-16,7-1 0,-3-1 0,13 2 15,3-5-15,0 1 0,-5-1 16,0-2-16,-4-2 0,0 0 0,-2 0 15,-7-2-15,-5 0 0,-1 2 0,-5 0 16,-2 0-16,-5 0 0,-2 0 0,3 4 16,-12 1-16,3 1 0,-3 3 0,-2 0 15,3 0-15,-3 2 0,-2 2 0,-2 2 16,-1 1-16,1 1 0,-11 12 16,6-9-16,1 9 0,-5-3 0,8 1 15,-6-3-15,9-2 0,-2 0 0,4-2 16,3-3-16,-3-1 0,7-3 0,-3 0 15,3-4-15,2 0 0,2-2 16,3-3-16,-1 0 0,3-1 0</inkml:trace>
  <inkml:trace contextRef="#ctx0" brushRef="#br0" timeOffset="162553.84">6540 11807 0,'-5'2'0,"3"-4"0,2 2 0,0 0 0,0 0 0,0 0 16,2 0-16,3 4 0,-3 1 0,0 4 16,5 2-16,-7 0 0,2 6 0,0 3 15,0 9-15,-2 2 0,5 0 16,-5-1-16,0 1 0,-5-2 0,5-3 16,0-1-16,-2-1 0,2-2 0,0 0 15,-2-4-15,2-1 0,2-3 0,5 1 16,-5-4-16,4-2 0,1 0 15,4-5-15,0 0 0,2-1 0,3-3 16,4-5-16,0 1 0,-3-3 0,10 3 16,1-5-16,1 2 0,4 1 0,9-7 15,-7 4-15,0 2 0,-4 1 0,-2 1 16,-11 1-16,-5 1 0,2 1 0,-8 0 16,2 2-16,-5-2 0,1 0 0,-12 2 15,9 0-15,3 0 0,-3 0 16,-9 0-16,12 0 0,-5-5 0,0 5 15,2-2-15,0 2 0,0 2 0</inkml:trace>
  <inkml:trace contextRef="#ctx0" brushRef="#br0" timeOffset="162839.56">7472 11743 0,'0'-2'0,"0"0"0,0 2 0,0-5 0,0 1 0,-2 4 0,0-2 16,2-1-16,-5 3 0,1 5 16,-5-1-16,-2 1 0,0 6 0,-2 2 15,-2 2-15,-10 14 0,3 0 0,0 4 16,0 2-16,4 0 0,-1 3 0,8-3 16,2-2-16,4 7 0,8-5 15,8-6-15,4-3 0,5-2 0,4-4 16,5 0-16,-1 0 0,3-7 0,-6 0 15,5-1-15,-1-6 0,-2-1 0,3-3 16,-3-2-16,2-2 0,-3-3 0,0-4 16,-3 0-16,-4-4 0,1 0 0,-7-2 15,1-1-15,1 1 0,-4-1 16</inkml:trace>
  <inkml:trace contextRef="#ctx0" brushRef="#br0" timeOffset="163220.62">7693 11794 0,'-2'0'0,"2"-5"0,0 3 16,0-2-16,4-1 0,5 1 0,4-3 15,0 3-15,7 0 0,0-1 16,13 1-16,2 2 0,3-1 0,1 3 16,1 0-16,2 0 0,0 3 0,6-1 15,-3 2-15,-10 1 0,-4 1 0,-7 1 16,-6-1-16,-7 1 0,0 2 15,-5 0-15,-4 6 0,-4-2 0,-4 7 16,-5 2-16,0 5 0,-3-1 0,-3 3 16,-8 8-16,-1-4 0,6-2 0,0-2 15,5-5-15,-1-2 0,10-4 0,4-3 16,2-2-16,4 1 0,5-3 0,2 0 16,0-2-16,4-1 0,5-3 0,4-1 15,-2-4-15,9 0 0,9-4 0,2-5 16,-2 0-16,1 0 0,-3 3 15,-3-5-15,-6 2 16,-5 0-16,-2 2 0,-9-1 0,-2 1 0,0 0 0,-8 1 16,1 1-16,-4 1 0,-4-3 0,-3-1 15,-2 3-15,5-6 0</inkml:trace>
  <inkml:trace contextRef="#ctx0" brushRef="#br0" timeOffset="163666.25">8791 11589 0,'0'0'0,"0"0"0,0 2 0,0 2 32,2 1-32,0 4 0,3 2 0,-1 0 15,0 4-15,1 1 0,1-1 16,1 3-16,2 4 0,2 4 0,-2 1 15,2 1-15,-2 5 0,-5 0 0,3 0 16,-3 5-16,-4-5 0,0 2 0,-4 5 16,-3-7-16,-2-4 0,-2-1 0,-2-3 15,-3-3-15,-3-3 0,-1-1 0,0 0 16,-2-3-16,-2-2 0,2 1 16,4-3-16,0-2 0,7-3 0,0-1 15,2-1-15,3-2 0,1 0 0,3 1 16,0-3-16,2-5 0,2 1 0,5-1 15,-5 1-15,0 2 0</inkml:trace>
  <inkml:trace contextRef="#ctx0" brushRef="#br0" timeOffset="164627.6">9287 12149 0,'0'0'0,"2"0"0,2-2 0,1-1 0,4 3 0,2 0 15,2-2-15,5 0 0,-1 2 0,3-2 16,4 2-16,-2 0 0,11 0 0,-2 0 15,0 0-15,-2 0 0,0-2 0,-3-1 16,-2 3-16,-2 0 0,-2-4 16,0 4-16,-5-4 0,-1 1 0,-6 1 15,-1-2-15,0 2 0,-3-3 0,-4 1 16,-2-5-16,0 0 0,-1 0 0</inkml:trace>
  <inkml:trace contextRef="#ctx0" brushRef="#br0" timeOffset="164770.93">9320 12052 0,'0'-5'0,"0"3"0,0 2 0,0-4 0,2-1 16,3 1-16,1 2 0,7-3 0,1 1 15,3-1-15,3 1 0,11 0 0,2-1 16,0 3-16,0 0 0,0-3 16,0-1-16,-2 1 0,2 1 0,-4-5 15,0 0-15,1-2 0,1 0 0</inkml:trace>
  <inkml:trace contextRef="#ctx0" brushRef="#br0" timeOffset="165060.66">10131 11725 0,'-2'-2'0,"4"-2"0,-2 4 0,5-5 0,4 1 0,2 2 0,4-3 0,3 3 0,2 2 16,4-2-16,-4 4 0,4 0 0,5 3 15,-5 4-15,0 2 0,-4-3 0,0 4 16,-5 1-16,-4 0 0,0 0 0,-4 0 16,-5 3-16,-2-1 0,-2 3 0,-3 0 15,-3-1-15,-1 1 0,-2 2 16,0-3-16,2 3 0,-2 0 0,2 0 16,2 0-16,-1-3 0,3-1 0,-1-3 31,3 2-31,-3-1 0,4-3 0,-1 4 15,1-4-15,0 0 0,-2 2 0,1 1 16,-1-3-16,2 2 0</inkml:trace>
  <inkml:trace contextRef="#ctx0" brushRef="#br0" timeOffset="165181.51">10292 12488 0,'0'-2'0,"-2"0"0,2 2 0,-2 0 0,0 0 0,2 0 15,-3-2-15,3 0 0,0 2 0,3 0 16,-3 0-16,2 0 0,0 0 0,0 0 16</inkml:trace>
</inkml:ink>
</file>

<file path=ppt/ink/ink17.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07:52.406"/>
    </inkml:context>
    <inkml:brush xml:id="br0">
      <inkml:brushProperty name="width" value="0.05292" units="cm"/>
      <inkml:brushProperty name="height" value="0.05292" units="cm"/>
      <inkml:brushProperty name="color" value="#FF0000"/>
    </inkml:brush>
  </inkml:definitions>
  <inkml:trace contextRef="#ctx0" brushRef="#br0">12656 11399 0,'0'-2'0,"0"2"0,0-2 0,2 4 0,3 0 16,-3 3-16,2-1 0,1 7 0,-3 7 15,2 4-15,-2 15 0,-2 3 0,0 2 16,-2 0-16,-2 0 0,-5 2 16,2-2-16,-6 13 0,2-2 0,0-5 15,2 1-15,0-10 0,3-1 0,1-10 16,1-3-16,0-6 0,4-3 0,0-5 16,2-4-16,-2 1 0,2-1 0,0 0 15,3 1-15,1-3 0,1-1 16,4 1-16,0-3 0,4 0 0,1-4 15,1 0-15,3-1 0,0-1 0,2 2 16,0-5-16,0 3 0,0-1 0,-2 1 16,2 0-16,0-3 0,2 3 15,-2-1-15,1 1 0,1-1 0,-2 1 16,-5 0-16,-1 4 0,-3-3 0,0 1 16,-4 2-16,-2-2 0,-1 2 0,-1 0 15,-1 0-15,-4 0 0,5 0 0,-14-2 16,4-1-16,3 6 0,4-3 0,3 2 15,-3-2-15,0 0 0,0 0 16,1 0-16,-1-2 0,2-1 0,1 1 0,-3-4 16,0 1-16</inkml:trace>
  <inkml:trace contextRef="#ctx0" brushRef="#br0" timeOffset="446.56">13514 11503 0,'0'0'0,"-3"0"0,3 0 0,0 0 0,-2 0 0,0 2 0,-2 2 0,-1 3 0,-6 6 15,0 3-15,-4 6 0,-10 9 0,3 2 16,-2-2-16,-2 4 0,-1-2 15,-1 15-15,5-4 0,12-2 0,7-2 16,6-2-16,7-5 0,4-3 0,7-3 16,4-3-16,3-4 0,4-5 0,0-4 31,-1-4-31,-5-2 0,-1-1 0,-6-2 16,-3 0-16,-4-2 0,2-4 15,1 4-15,-1-4 0,-2-1 0,-2-2 16,-3-6-16,1-2 0,-1 2 0</inkml:trace>
  <inkml:trace contextRef="#ctx0" brushRef="#br0" timeOffset="794.93">13571 11732 0,'0'-2'0,"0"-3"0,0 5 0,4-6 0,3 1 0,0-3 15,4 3-15,2-1 0,4 1 0,3 1 16,11-1-16,2 1 0,3 4 0,-1-4 15,-2 4-15,0-5 0,-2 3 16,-3-2-16,-1 4 0,-3-5 0,-4 5 16,-2 0-16,-5 5 0,-4 1 0,-3 3 15,-3 0-15,-3 4 0,-5 0 0,-1 3 16,-8 1-16,-1 5 0,-1 0 16,1 3-16,2 3 0,0-3 0,1 3 15,4-1-15,3-1 0,3-4 0,4 0 16,5-2-16,4-2 0,0-3 0,4-2 15,3-2-15,2 0 0,0-2 16,2-2-16,0-3 0,6 1 0,-3-5 16,-3-5-16,-2 5 0,-5-6 0,0 1 15,-4 1-15,-2-3 0,-4-2 0,-5 1 16,-2-1-16,-7-2 0,0 0 0,-2-3 16,4 1-16</inkml:trace>
  <inkml:trace contextRef="#ctx0" brushRef="#br0" timeOffset="937.47">13630 11875 0,'0'0'0,"-2"-2"0,2 2 0,0-2 0,2-2 16,7-1-16,0 1 0,7-3 15,-1 3-15,9-1 0,11-1 0,1-1 0,3 3 16,-1-1-16,-1 3 0,-1 0 16,-1 0-16,-4-1 0,2-1 0,-7 2 15,3-3-15,-5 3 0,-4-4 0,2-1 16,-4 0-16</inkml:trace>
  <inkml:trace contextRef="#ctx0" brushRef="#br0" timeOffset="1192.17">14415 11520 0,'0'3'0,"3"-3"0,-3 0 0,6 4 0,3 0 0,4 7 0,0 0 0,5 5 16,4 8-16,0 3 0,-2 1 0,-5 1 15,-1-3-15,-1 7 0,-6-2 0,-3 5 16,-4-1-16,-4 11 0,-7-2 0,0-6 16,-3-3-16,1-6 0,-2-7 0,1-2 15,1-5-15,2-4 0,0-4 0,0 2 16,4-3-16,-1-1 0,1-1 16,0 0-16,3 1 0,2-3 0,2 0 15,2-2-15,2-2 0,-1 0 0,1 2 16</inkml:trace>
  <inkml:trace contextRef="#ctx0" brushRef="#br0" timeOffset="1398.4">14852 11961 0,'0'-2'0,"2"0"0,-2 2 0,2-4 0,7-1 0,0 1 0,4-1 0,3 1 0,-1 0 15,5-1-15,0 1 0,4 1 16,2-1-16,-1 0 0,-1 1 0,-4 1 15,0-2-15,0-1 0,-5 3 0,0-2 16,-1-1-16,-3-1 0,-3-1 0,-1 1 16,-3-3-16,-1 4 0,-3-1 15,0-1-15,0 5 0</inkml:trace>
  <inkml:trace contextRef="#ctx0" brushRef="#br0" timeOffset="1555.4">14828 11774 0,'0'-2'0,"2"0"0,-2 2 0,4-3 0,3 1 0,4-2 16,7 4-16,-3-5 0,7 3 0,0 0 15,2 0-15,9 2 0,-2-2 0,-4 2 16,-1-3-16,-4 6 0,-4-3 16,-3 0-16,-1 2 0,-8-2 0,-1 4 15,-3-2-15,2 3 0</inkml:trace>
  <inkml:trace contextRef="#ctx0" brushRef="#br0" timeOffset="2908.96">1391 13097 0,'0'0'15,"-2"0"-15,-5 2 0,3-2 0,-5 2 0,5-2 0,-5 0 16,2 0-16,3 2 0,-5 1 16,5-3-16,-3 2 0,3 2 0,2-4 15,-3 5-15,3-3 0,0 0 0,2 0 16,2 1-16,5-1 0,-5 0 0,9 0 15,0 0-15,2 1 0,7-3 0,-3 0 16,6-3-16,-1 1 0,2 0 16,2-2-16,7 4 0,3 0 0,-1-5 15,2 5-15,7-4 0,-4-1 0,18-1 16,-3-1-16,-9-2 0,-9 3 0,-1-5 16,-5 4-16,-3-2 0,3 0 15,-4 1-15,6-3 0,-7 2 0,9-2 16,-4 2-16,0 0 0,0 2 0,-2 1 15,1-1-15,-5 5 0,-1 0 0,-2 0 16,0-1-16,0 3 0,-2 0 0,6 0 16,1 0-16,-3 0 0,5 0 0,2 0 15,0 0-15,-3 0 0,5-2 16,3-2-16,-8-1 0,3 1 0,4-5 16,-2 5-16,5-5 0,6 0 0,-2 2 15,2-1-15,2 1 0,-8 3 0,-1-1 16,-6 1-16,2 2 0,-2-1 0,9 1 15,-3 0-15,1 0 0,4-3 16,-5 1-16,3 0 0,-1 1 0,-8 6 16,2-3-16,3 0 0,-1 0 0,9-3 15,-4 1-15,4 0 0,2 0 0,0-5 16,-10-2-16,-1 7 0,0 4 0,1 3 16,-1-1-16,2-6 0,3-3 0,2-1 15,-5 1-15,1 1 0,-7 0 16,-5 1-16,5 3 0,-7-2 0,1 0 15,-1 2-15,-2 0 0,0 0 0,2 2 16,-2 0-16,3-2 0,-1-4 16,-2 2-16,2 0 0,-2-3 0,-2 1 15,0 2-15,0-1 0,-7-1 0,2 2 16,3 2-16,-5 0 0,-2-2 0,2-1 16,-2 3-16,0 0 0,0 0 0,-2 0 15,0-2-15,-2 4 0,-1-2 0,1 0 16,-3 0-16,-1 0 0,1 0 15,-2 0-15,0 0 0,-10 0 0,3 0 16,5 0-16,2 0 16,1-2-16,-6 2 0,3-2 0,0 2 15,-4-2-15,2 0 0,-5 2 0,3 0 0,-5 0 0,0-3 16,2 3-16,-1 3 0,-3-3 0</inkml:trace>
  <inkml:trace contextRef="#ctx0" brushRef="#br0" timeOffset="5840.41">16254 11397 0,'-2'0'0,"0"-2"0,0 0 0,-3-3 16,-1-2-16,1 3 0,-4-3 0,-2 3 15,-2-3-15,0 3 0,-3-3 16,1 5-16,0 0 0,-3 0 0,-4 0 15,2 4-15,-2 0 0,0 7 0,-2 0 16,-1 2-16,3 4 0,-2 5 0,4 2 16,0 4-16,1 8 0,3-1 0,3 2 15,4-2-15,9 4 0,5-10 16,3-3-16,6-4 0,3-2 0,5-3 16,0-2-16,5-4 0,-1-2 0,3-3 15,-3-2-15,3-4 0,-3-2 0,-1-3 16,-1-4-16,0 0 0,-4-7 0,-2-4 15,-3-2-15,-4-7 0,-4-4 0,-9-16 16,-7 5-16,-7 4 0,1 5 16,-7 10-16,2 3 0,0 8 0,0 1 15,3 8-15,-1 3 0,3 0 0,1 4 16,-1 0-16,2 2 0,-1 2 0,3 1 16,5-1-16,-1 3 0,3-3 0,-1 5 15,1 0-15,0-1 0,4 1 16,0 0-16,4 0 0,0 0 0,1-5 15,1 3-15,3 2 0,-4-3 0</inkml:trace>
  <inkml:trace contextRef="#ctx0" brushRef="#br0" timeOffset="6030.53">16510 11494 0,'0'0'0,"-2"0"0,2 0 0,-7-2 15,1 2-15,-3 0 0,2 0 0,1 2 16,-1-2-16,2 2 0,3 3 0,2-1 16,0 0-16,2 5 0,3-2 0,2 2 15,-1-3-15,3 3 0,0-5 0,0 1 16</inkml:trace>
  <inkml:trace contextRef="#ctx0" brushRef="#br0" timeOffset="6522.89">17169 11315 0,'-2'3'0,"2"-1"0,0-2 0,0-2 0,-2 2 0,0-3 0,-1 1 15,-1 0-15,-3 0 0,1 0 0,-5 2 16,0 0-16,-2 4 0,-7-2 16,0 0-16,0 5 0,-11 2 0,2 4 15,1-2-15,-1 2 0,5 3 0,4 4 16,5-1-16,-1 3 0,7 5 0,5 2 16,4-1-16,2-1 0,7-1 0,4 3 15,5-5-15,4 0 0,11-4 16,4-4-16,1-5 0,2-3 0,-7-5 15,0-1 1,-7-4-16,1-3 0,-5-4 0,-2-2 0,-3-6 0,-1-1 0,-5-4 16,0-7-16,-5-4 0,-4-6 15,-2 1-15,-2-2 16,-4 7-16,-5 5 0,-3 3 0,1 6 0,-4 3 0,-1 1 16,-2 6-16,2 2 0,-1 1 0,-3 4 31,2 4-31,0 2 0,0 1 0,2-1 0,3 0 0,2 5 0,2-2 15,2 2-15,2-1 0,5 3 0,2-2 16,2 2-16,7-2 0,0 0 0,4 0 16,-2-3-16,0 1 0,0 0 0,0-1 15,-2 1-15</inkml:trace>
  <inkml:trace contextRef="#ctx0" brushRef="#br0" timeOffset="6777.04">17868 10985 0,'-2'-3'0,"2"1"0,0 2 0,-2-4 0,2 2 15,-2-1-15,-1 6 0,3-1 16,0 4-16,3 3 0,-1 4 0,0 7 16,2 5-16,-1 8 0,1 11 0,0 2 15,1 3-15,-1-1 0,1-2 0,1 12 16,1-10-16,-1-4 0,-3-4 15,-1-5-15,2-6 0,-4-5 0,0-4 16,0-2-16,-4-5 0,2-2 0,-1 0 16,3 0-16,-4-2 0,4 0 0,-4-5 15,1 3-15,1-3 0,0-4 0,-2-4 16,-1-3-16,-1-2 0,-3 0 16</inkml:trace>
  <inkml:trace contextRef="#ctx0" brushRef="#br0" timeOffset="7189.35">17551 10965 0,'0'2'0,"0"-2"0,0 0 0,-3 0 0,3 0 0,-2 0 16,2 2-16,0 0 0,0 1 15,-2 1-15,2 0 0,-2 5 0,2 0 16,-2 2-16,2 5 0,-5 3 0,1 12 15,-3 0-15,-2-2 0,1-1 0,-1 1 16,0-5-16,-2-2 0,4 3 0,-2-3 16,3-2-16,1-5 0,5 0 0,0 1 15,0-5-15,5 2 0,1-2 16,3 0-16,2-2 0,5-2 16,1-1-16,8-1 0,1-3 0,5-2 0,4 0 15,3 0-15,4-5 0,-3 1 0,12-3 16,-7 1-16,-4-1 0,-7 1 0,-4 1 15,-3 1-15,-2-1 0,-4 5 0,0-2 16,-7 2-16,3 0 0,-8 0 16,3 0-16,-2 0 0,2 0 0,-6 0 15,1 0-15,1 0 0,-3 2 0,-1-2 16,1 0-16,-2 2 0,0 1 0,3-3 16,-3 0-16,2 2 0,-1-2 15,-1 2-15,2-2 0,-2 2 16</inkml:trace>
  <inkml:trace contextRef="#ctx0" brushRef="#br0" timeOffset="9234.43">18146 11013 0,'-2'-2'0,"0"2"0,2 0 0,-5 0 0,1 0 15,-1-2-15,1 2 0,0 0 0,-1-2 16,5 2-16,-2 0 0,4 0 0,0 0 16,7-3-16,0 1 0,6 2 15,3 0-15,4-2 0,0 2 0,5-2 16,8 0-16,2 2 0,-1 0 0,-1-3 16,0 6-16,-2-3 0,-4 2 0,-3-2 15,-6 2-15,-2 0 0,-3 0 0,-4 1 16,-6 1-16,-1 0 0,-4 5 0,0 2 15,-6 3-15,-3 3 0,-5 5 16,-1 2-16,0 7 0,-1-2 0,1 0 16,2-1-16,-3 1 0,7-5 0,-2 1 15,2-1-15,3 0 0,-1-4 0,1 0 16,3 0-16,1-1 0,2-3 0,2 1 16,1-1-16,1-3 0,-2 0 15,3-2-15,-1-2 0,0-2 0,1-1 16,1-1-16,-1-3 0,-3-2 0,2 0 15,-1-4-15,1-3 0,1-2 0,-1-2 16,-2 5-16,3 1 0</inkml:trace>
  <inkml:trace contextRef="#ctx0" brushRef="#br0" timeOffset="9423.45">18175 11333 0,'2'-2'0,"0"-3"0,-2 5 0,0-6 0,7-1 0,-3 1 15,5-1-15,4 0 0,5-2 0,2 3 16,-1 1-16,15-1 0,1 4 16,5 2-16,-3 2 0,3 0 0,-1 0 15,1 0-15,0-2 0,2 0 0,-5 0 16,-2 3-16,-6-1 0,0-7 0,-5-3 16,-2-1-16</inkml:trace>
  <inkml:trace contextRef="#ctx0" brushRef="#br0" timeOffset="9786.58">19330 10974 0,'-2'0'0,"2"-5"0,0 5 0,-2-6 0,-3 1 0,1 1 0,-5 2 16,0-1-16,-4 1 0,0 0 0,-3 4 15,-4 0-15,-4 3 0,0-1 0,-7 9 16,-2 1-16,4 1 0,3 0 15,4 1-15,4-1 0,3 1 0,6 1 16,2-1-16,5 1 0,4-1 0,5 2 16,2-3-16,4 3 0,2-1 0,5 3 15,2 0-15,5 0 0,1 2 16,1-2-16,0 0 0,-1-3 0,-1 1 16,-3-1-16,-4-1 0,-5-1 0,-1 3 15,-6-3-15,-3 3 0,-5-3 0,-5 1 16,-3-3-16,-6 0 0,-1 1 0,-7-6 15,2 1-15,-2-2 0,0-1 0,0-3 16,4 1-16,1-4 0,-1 0 16,5-2-16,0-3 0,4 1 0,2-5 15,3 0-15,-1-2 0,3-2 0,0 2 16,0 0-16,4-2 0,2-3 0,-2 5 16,1 5-16</inkml:trace>
  <inkml:trace contextRef="#ctx0" brushRef="#br0" timeOffset="9991.45">19004 10987 0,'0'0'0,"-3"-2"0,3 2 0,0-3 0,0-1 16,5 0-16,-1-1 0,7-1 0,5-1 16,6 3-16,13-3 0,5 7 0,6-2 15,0 0-15,10 2 0,14 2 16,1 0-16,-3 0 0,14 0 0,-10-2 15,-10 0-15,-9-2 0,-5-4 0,-8-8 16,0-3-16</inkml:trace>
  <inkml:trace contextRef="#ctx0" brushRef="#br0" timeOffset="14880.54">19681 6529 0,'0'0'0,"0"-5"0,0 5 0,-3 0 0,1-2 16,2 0-16,0 2 0,-2 4 0,0-2 15,0 5-15,2 4 0,-3 2 16,1 3-16,0 4 0,0-1 0,0 3 16,-3 9-16,1 0 0,-1 2 0,1 5 15,-3-3-15,1 2 0,-1 1 16,0-3-16,1-2 0,-3 3 0,0-6 15,0-5-15,3-5 0,-1-3 0,-2-4 16,3-2-16,-3-2 0,2-2 0,3 2 16,-3-5-16,3 1 0,-1-3 0,1 0 15,0-2-15,1 0 0,1-2 16,-2-3-16,2 1 0,-3-3 0,3-2 0,-2-2 16,-1 3-16,1-1 0,-1-2 0,-1-2 15,1 2-15,1-3 0,-1 3 16,1 0-16,-3 2 0,1 3 0,-1 1 15,3 5-15,-5 0 0,0 3 0,0 3 16,1 3-16,1 2 0,0 2 16,1-2-16,1 3 0,5-3 0,0 4 0,0-4 15,5 2-15,-3-4 0,2 0 16,1-2-16,-1 1 0,5-1 0,0 0 16,0-5-16,-1 2 0,6-4 0,-1 0 15,0-2-15,0 0 0,3-5 0,-1 1 16,-2-1-16,3 3 0,-1-3 0,-1 0 15,-1 1-15,-2 1 0,4 1 16,-4-1-16,2 1 0,1-3 0,-1 5 16,0 0-16,3 2 0,-5 0 0</inkml:trace>
  <inkml:trace contextRef="#ctx0" brushRef="#br0" timeOffset="15244.55">19784 7287 0,'0'0'0,"0"-2"0,0 2 0,0-2 0,5-1 0,-1 3 0,3-2 15,4 0-15,2 0 0,2 2 16,3-2-16,2 2 0,4 2 0,7 0 16,2 2-16,0-1 0,-2 1 0,0 0 15,-3-1-15,-3 1 0,-3 0 0,-5 3 31,-3 0-31,-3-3 0,0 7 0,-5-2 0,-3 4 0,-1 3 0,-4-1 32,-1 3-32,-1-1 0,0 1 0,-3 4 15,2 0-15,-1 2 0,1 5 0,1 0 16,2-1-16,-3 3 0,3-2 0,0 6 16,0 0-16,0-4 0,2-4 15,0-5-15,2-5 0,0-1 0,-2-5 16,2 2-16,0-4 0,1-2 0,-1-3 15,0 0-15,0 1 0,-2-3 0,0-13 16,2 13-16,-2 0 0,-2-2 0,-2 0 16,-1 3-16</inkml:trace>
  <inkml:trace contextRef="#ctx0" brushRef="#br0" timeOffset="15403.75">19804 7611 0,'0'0'0,"0"-2"0,0 2 0,0 0 0,4-2 0,1 0 0,4-1 16,2 3-16,2-4 0,5 4 0,4 0 16,4 0-16,9 0 0,7 0 0,0 4 15,4-4-15,-1 5 0,-4-3 16,10 0-16,-11-2 0,-5 0 0,-4-2 16,-5 0-16,-1 2 0</inkml:trace>
  <inkml:trace contextRef="#ctx0" brushRef="#br0" timeOffset="15800.01">20704 7477 0,'0'0'0,"-5"-3"0,5 3 0,-4-2 16,-3 2-16,-2-2 0,-4 2 0,0 0 16,0 0-16,-3 2 0,1 0 0,2 3 15,-3-1-15,3 3 0,2 2 0,0 0 16,2-1-16,5 3 0,-1 0 15,3 3-15,2-1 0,2 5 16,7-3-16,2 5 0,5 2 0,-3-7 0,0 3 16,7 4-16,0 2 0,0-2 0,-3 0 15,-1-2-15,-3 0 0,0-2 16,-4-1-16,-3 1 0,-1-3 0,-3 1 0,0-1 16,-6-2-1,2 1-15,-7-1 0,2 0 0,-4-2 0,2-2 0,-2-2 16,0 1-16,3-1 0,-6-3 15,3 1-15,-2-3 0,0-2 0,0-2 16,-1 0-16,1-3 0,2-1 0,0-1 0,2-2 16,3-2-16,-1 2 0,0-2 15,1-2-15,4 0 0,-1 2 0,3 0 16,0 2-16,0-4 0,5 2 0,-1-2 16,1 1-16</inkml:trace>
  <inkml:trace contextRef="#ctx0" brushRef="#br0" timeOffset="15991.05">20446 7530 0,'2'0'0,"-2"-3"0,-2 3 0,2-2 0,2 2 0,0-2 0,5 0 16,4 0-16,4-3 0,5 3 0,4 0 16,7-3-16,4 5 0,-2-4 15,1 0-15,-6 1 16,3-1-16,-7 2 0,3 0 0,-1-1 15,3 1-15,0-2 0,-1-1 0,10-1 0,-7 1 16,-7 3-16,-2 4 0,-7 0 0</inkml:trace>
  <inkml:trace contextRef="#ctx0" brushRef="#br0" timeOffset="32944.11">11756 14803 0,'0'3'0,"-4"-3"0,4 0 0,0-3 16,-2-1-16,0 0 0,2-1 0,-3 1 15,1-1-15,2 3 0,-2-2 0,2 4 16,0 0-16,2 4 0,0 3 0,1 2 15,-1 2-15,2 6 0,1 3 16,1 9-16,1 13 0,2 4 0,2 2 16,-3 8-16,3 14 0,-2-1 0,-4-1 15,-1 13-15,-2-8 0,3-9 0,-3-11 16,0-9-16,0-11 0,-2-2 0,-2-4 16,2-5-16,0 0 0,0-7 15,0-2-15,0-4 0,0-2 0,0-3 16,0-2-16,0-4 0,0-7 0,-2-2 15,0 0-15,2 0 0,-5-9 0,3-4 16,-2-7-16,1-11 0,1-4 0,-2-24 16,-1 1-16,3-4 0,-2-4 0,-1-29 15,3 7-15,0-18 0,0 27 16,0 13-16,-1 11 0,-1 4 0,4 11 16,4 7-16,3 9 0,4 6 0,2 5 15,3 2-15,-1 4 0,5 5 0,0 2 16,2 0-16,2 2 0,3 5 0,1-1 15,1 1-15,-3 4 0,1 4 0,-1 3 16,-1 4-16,-3 2 0,0 5 16,-5-1-16,-1 3 0,-5 2 0,-2 3 15,-5 3-15,-2 1 0,-6 4 0,-3 4 16,-4-1-16,0-1 0,-4-2 0,-3-2 16,-2-2-16,-2-5 15,-2 0-15,-5-4 0,1-2 0,-1-3 0,2-2 0,-1-2 16,4-2-16,1-4 0,8-1 15,2-2-15,6 0 0,1-2 0,3 0 16,3-2-16,3-2 0,5-1 0,6 1 16,-3 2-16,2-3 0,7 3 0,0 0 15,4 2-15,2-2 0,5 2 16,2 2-16,16-2 0,-1 4 0,-4 5 16,0-2-16,-2 4 0,-4 0 0,-7 4 15,-5 1-15,-6 1 0,-5 3 0,-8-2 16,-3 2-16,-8 2 0,-5-2 0,-8-3 15,-6 3-15,-3-2 0,-5-3 16,-15 1-16,0-3 0,1-4 0,4-3 16,3-1-16,3-5 0,2-3 0,4 1 15,0-2-15,5-3 0,4-2 0,5 1 16,6-8-16,7-2 0,2 3 0,4 0 16,7-3-1,7 3-15,4-1 0,7-2 0,2 5 0,2-2 0,-9 4 16</inkml:trace>
  <inkml:trace contextRef="#ctx0" brushRef="#br0" timeOffset="33166.37">12987 15238 0,'0'0'0,"0"0"0,0 0 0,0 0 0,4-5 0,5 5 0,4-2 16,5-2-16,6 2 0,7-3 0,2-1 15,0 1-15,0 1 0,-2 2 0,0-3 16,-3 5-16,3-2 0,0 0 16,-2 2-16,0 0 0,-3 0 0,-4 0 15,-2 0-15,-7-5 0,-4 1 0,-7-1 16,-2-3-16,-6-1 0,-1-2 0,0 0 16,-2 2-16</inkml:trace>
  <inkml:trace contextRef="#ctx0" brushRef="#br0" timeOffset="33308.86">12987 14973 0,'0'-2'0,"-5"0"0,5 2 0,-2-2 16,2-5-16,0 3 0,4-1 0,5 1 16,4-5-16,7 2 0,5-2 0,8-4 15,6 2-15,-3 0 0,1 0 16,-2 2-16,1 1 0,-1-1 0,0-2 16,-2 2-16,5 0 0,-7 0 0,-7 3 15,-4-3-15,-5 0 0,-2 0 0</inkml:trace>
  <inkml:trace contextRef="#ctx0" brushRef="#br0" timeOffset="33864.87">14336 14389 0,'2'-4'0,"-2"-5"0,2-2 0,1-3 0,-3-1 0,4 0 16,-2-1-16,3 3 16,-1 2-16,0 0 0,1 4 0,1 1 0,-1 3 15,-1 3-15,3 5 0,0 4 0,-1 6 16,3 5-16,-2 4 0,1 3 0,1 1 15,0 16-15,2 3 0,0-3 0,0 2 16,2 3-16,7 15 0,0-5 16,0-10-16,-5-3 0,5-6 0,-7-3 15,3-2-15,-1-2 0,-4-2 0,0-2 16,-4-5-16,2 0 0,-3-6 0,-1-2 16,-1-5-16,-2-5 0,3 3 0,-1-2 15,-2-1-15,1-1 0,-1-5 0,2-3 16,-2-1-16,5-3 0,-3-1 15,1-3-15,-1-5 0,3 1 0,-3 6 16,1 0-16</inkml:trace>
  <inkml:trace contextRef="#ctx0" brushRef="#br0" timeOffset="34343.23">15569 14810 0,'0'-2'0,"0"0"0,0 2 0,2-3 0,2-1 16,3 4-16,2-4 0,2 1 0,2 3 15,2-4-15,3 4 0,2 0 0,2-2 16,13 0-16,-2 2 0,2-5 15,1 5-15,-1-2 0,-2 0 0,2 2 16,-2 0-16,0 0 0,7 0 0,-5-2 16,-1-1-16,-4 1 0,-3-2 0,1-1 15,-5 1-15,-4 2 0,-1 0 0,-5-3 16,-2 3-16,3-3 0,-3 3 0,-3 0 16,-1 0-16,-3 0 0,-8 4 15,8-2-15,-1 0 0,-1 0 0,-11 2 16,9-2-16,-2 0 0,0 0 0,-1 0 15,1-2-15</inkml:trace>
  <inkml:trace contextRef="#ctx0" brushRef="#br0" timeOffset="36854.78">17416 13650 0,'0'2'0,"0"-2"0,0 0 0,0-2 16,2 0-16,3 0 0,-5 0 0,2-1 0,0 1 0,-2 2 15,-2-2-15,0 4 0,-5-2 0,1 7 16,-5-3 0,-3 5-16,-1 0 0,-3 2 0,1 4 0,-1 3 0,-8 11 0,6-1 31,0 3-31,0 2 0,5 0 0,4 0 15,2 1-15,4-1 0,5 4 16,5 1-16,6-8 0,2-1 0,7-2 16,6-5-16,5 2 0,7-2 0,6 0 15,4-2-15,-13 0 0,-1-7 0,-6-2 16,-6 2-16,-2-2 0,-2-2 16,-7 2-16,0-4 0,-2-1 0,-3 1 15,1-3-15,-3-2 0,-2 1 0,-2-3 16,-8-5-16,1 1 0,9 4 0,-2 0 15,0-5-15,2-1 0,-2-3 0,3-2 16,-1 0-16,2 2 0</inkml:trace>
  <inkml:trace contextRef="#ctx0" brushRef="#br0" timeOffset="37251.18">18003 13886 0,'0'0'0,"-5"-2"0,5 2 0,-4-4 15,-3 1-15,3-1 0,-3 0 0,-2 1 16,1 1-16,-3 2 0,-3 5 0,-1-1 16,2 3-16,-3 4 0,1 2 0,2 4 15,-1 6-15,3-1 0,5 0 0,6-3 16,6-1-16,3 0 0,7-3 16,-3-2-16,2-2 0,9-2 0,3 2 15,2-4-15,4-3 0,0-1 0,2-3 16,-2-3-16,2-1 0,-4-3 0,2 1 15,-6-3-15,-3-4 0,-4-1 16,-7-3-16,0-1 0,-4-4 16,-4 0-16,-5-7 0,-3 3 0,-1-3 0,-5 5 15,-6-2-15,-1 3 0,-4 4 0,-2 1 16,-4 3-16,-1 1 0,-12 8 16,-1 1-16,3 8 0,4-1 0,-3 4 0,8 5 15,3 0-15,3 3 0,5-1 16,1 4-16,3 1 0,4 0 0,3-1 15,6 3-15,2 0 0,2 0 0,3-2 16,4-1-16,0-1 0,6-1 0,14-4 16,-2 0-16,0 0 0</inkml:trace>
  <inkml:trace contextRef="#ctx0" brushRef="#br0" timeOffset="37457.69">18770 13924 0,'-2'0'0,"2"0"0,-2 0 0,2-3 16,-3 3-16,-1 3 0,4-3 0,0 0 15,-2 0-15,0 2 0,2 0 0,-3 3 16,1-1-16,2-2 0,0 3 0,0 1 16,2-1-16,1-1 0,-3 0 15,2 1-15,0-1 0,0-4 16,3 5-16,-5-5 0,4 2 0,0 0 15,1-2-15,-1 2 0</inkml:trace>
  <inkml:trace contextRef="#ctx0" brushRef="#br0" timeOffset="38061.05">19226 13800 0,'0'0'0,"0"-2"0,0-2 0,0-1 16,5 1-16,-1-3 0,1 1 0,1-3 15,1 0-15,2 0 0,-5-2 0,3 2 16,-1-2-16,-1 2 0,-1-2 16,-2 5-16,-2-1 0,0 3 0,-2-3 15,-2 5-15,-3 0 0,0 4 0,-1 0 16,-3 5-16,0 2 0,0-1 15,0 6-15,0-1 0,2 4 0,-2-1 16,6 2-16,1-1 0,2 1 0,2-1 16,4 1-16,3 0 0,4-3 15,11 5-15,2-5 0,2-1 0,5-5 0,0-5 16,0 0-16,0-6 0,-2 0 0,-3-5 16,-4 1-16,0-5 0,-2-5 0,-5-1 15,1-1-15,-3-4 0,-6-2 16,-1 2-16,-3 0 0,-3 0 0,-5 2 15,-1 0-15,-3 2 0,-5 3 0,-1 2 16,-7 1-16,4 6 0,-4-1 0,-2 3 16,-5 2-16,-10 2 15,-1 0-15,7 0 0,0 2 0,6 0 0,3 2 16,4 1-16,3-1 0,3 5 0,6-2 16,3-1-16,5 3 0,0-4 0,2-1 15,5 0-15,-3 1 0</inkml:trace>
  <inkml:trace contextRef="#ctx0" brushRef="#br0" timeOffset="38347.53">20199 13167 0,'-2'3'0,"2"-1"0,0-2 0,0 2 0,-3 2 0,1 5 16,2 0-16,-2 7 0,0-1 0,0 5 15,2 2-15,-3 7 0,1 10 0,4 5 16,1 3-16,3 1 0,-1-2 16,1 12-16,3-10 0,0-8 0,0-5 15,-3-6-15,-1-3 0,1-6 0,-4-2 16,5-5-16,-5 0 0,0-2 0,-2-2 16,3 0-16,-1-5 0,-2-1 0,0-14 15,-2 6-15,2 5 0,0 0 0,-3-2 16,-1-5-16,-3 3 0,3 2 15,0 2-15</inkml:trace>
  <inkml:trace contextRef="#ctx0" brushRef="#br0" timeOffset="38632.64">19848 13212 0,'0'-3'0,"0"-1"0,0 4 0,-2 0 0,2 0 0,-4 0 0,-1 2 0,3 5 0,-5-1 15,3 5-15,-1 3 0,3-1 0,-2 2 16,4 1-16,0 1 0,0 8 0,2-6 16,0-1-16,5 6 0,2-2 15,0-2-15,-3-2 0,3-3 0,2-4 16,0-2-16,2 0 0,0-2 0,5-3 16,2-2-16,2-2 0,0 0 0,2-2 15,1 2-15,1-4 0,0 1 16,-3-1-16,1 2 0,-2 0 0,2-3 15,-4 1-15,-2 2 0,-1-1 0,-4-1 16,3 2-16,-1-3 0,-4 3 0,-2-2 16,0-1-16,-5 3 0</inkml:trace>
  <inkml:trace contextRef="#ctx0" brushRef="#br0" timeOffset="39015.01">20415 13280 0,'2'-7'0,"-2"3"0,4-1 0,-1-1 0,3 1 0,3 1 16,2 0-16,2-3 0,3 0 0,1 1 15,1 1-15,8-1 0,-1-1 0,1 3 16,1-1-16,-1 3 0,1 2 0,1 0 16,1 0-16,0 0 0,-1 0 0,3 0 15,-4-4-15,-1 1 0,-2-1 16,-2 0-16,-4-1 0,0 1 0,-5-1 15,-2 1-15,-2 4 0,-5 0 0,-2 0 16,0 4-16,-4 3 0,0 4 0,-2 0 16,-3 7-16,0-1 0,1 3 15,-1 2-15,1-2 0,-1 4 0,3 1 16,-3 1-16,3 3 0,1-1 0,1-1 16,2-1-16,0 1 0,2-1 0,1-2 15,-1-4-15,0 2 0,2-4 0,1 0 16,-1-3-16,-2-4 0,3 0 0,-1-2 15,-2-2-15,1-3 0,-1 3 0,-2-5 16,-5 0-16,1 2 0,-3-1 0,-1-1 16,-6-4-16,1 2 0,4-3 0</inkml:trace>
  <inkml:trace contextRef="#ctx0" brushRef="#br0" timeOffset="39173.39">20631 13425 0,'0'0'0,"-2"-2"0,2 2 0,-3-4 0,3 2 0,0-1 0,3 1 15,1 0-15,5 0 0,2 0 16,0-1-16,7 1 0,1 2 0,3-2 16,7 2-16,9 2 0,-3-2 0,2 2 15,-4 1-15,1-3 0,-8 2 0,0-2 16,-3 0-16,-4-2 0,-1 2 0,-3-5 16,1 3-16,-1 0 0,1-3 15,-1 3-15</inkml:trace>
  <inkml:trace contextRef="#ctx0" brushRef="#br0" timeOffset="39506.65">21433 13264 0,'-2'-6'0,"2"-1"0,0 7 0,0-9 0,2 3 15,-2-3-15,-2 0 0,2 0 0,-6 3 16,1-3-16,-6 2 0,-2 3 0,-2-1 16,-3 1-16,-2 2 0,-11 2 15,3 0-15,3 2 0,1 2 0,6 1 16,3-1-16,6 1 0,3 1 0,6 8 15,0-6-15,6 3 0,3 3 0,4 1 16,5 0-16,2 3 0,4 2 0,7 9 16,0 4-16,0-2 0,-5 2 15,0 2-15,-1-2 0,6 9 0,-9-5 16,-7-4-16,-6-8 0,-9-5 0,-2-3 16,-5-1-16,-4-5 0,-4-3 0,-3 1 15,0-2-15,-2-1 0,-2-3 0,0-1 16,0-2-16,0 0 0,2-2 15,3-3-15,-1 3 0,3-5 16,4 1-16,0-3 0,6-2 0,1 0 16,2-4-16,-1-3 0,3-2 0,0-2 15,-4 2-15</inkml:trace>
  <inkml:trace contextRef="#ctx0" brushRef="#br0" timeOffset="39713.61">21140 13293 0,'0'-4'0,"0"-1"0,0 5 0,-4-6 0,4-3 0,0 0 0,0 2 16,4-1-16,5 1 0,4 0 0,5 1 31,4-3-31,11 2 0,2 1 0,3 1 16,-1 3-16,-1 2 0,-1 0 16,0 2-16,3 1 0,-3-1 0,-4 2 15,6-4-15,-6 2 0,-4-2 0,-10-2 16,1 0-16,-7 0 0,0-3 0,-2-1 15</inkml:trace>
  <inkml:trace contextRef="#ctx0" brushRef="#br0" timeOffset="40034.65">21945 12920 0,'-2'0'0,"4"0"0,0-2 0,3 4 0,-1 1 16,3 3-16,1 1 0,3 6 0,-2 3 16,2 6-16,3 15 0,1 1 0,-6 6 15,2 2-15,0-2 0,0 16 16,-5-3-16,1-2 0,-2-2 0,-8 13 16,-6-6-16,1-14 0,-6-9 0,1-8 15,-2-5-15,-1 3 0,3-5 0,-5-2 16,3 0-16,0-1 0,1-1 0,3 0 15,-2-3-15,4 1 0,3-1 16,-1-6-16,5 2 0,-3-2 0,3-1 16,0-1-16,0 0 0,2-1 0,0-1 15,-2-3-15,-1-2 0,1 2 0,2-4 16,0 0-16,-2 2 0,0 0 16</inkml:trace>
  <inkml:trace contextRef="#ctx0" brushRef="#br0" timeOffset="41388.72">22615 13004 0,'-2'0'0,"0"0"0,-3 0 0,3 0 16,0 0-16,0 0 0,-3 0 0,3 5 15,-2-1-15,-3 3 0,1 4 16,-3 4-16,-2 5 0,0 2 0,-7 13 16,-2 1-16,0 1 0,-2-2 0,0 1 15,2 1-15,-4 7 0,4 3 0,5-6 16,6-3-16,5-1 0,4-6 0,6-2 16,5-3-16,3-1 0,8-1 15,2 0-15,2-2 0,3-2 0,0 0 16,1-2-16,-1-3 0,-5 0 0,1 1 15,-8-3-15,-1-2 0,-3 0 0,-2 0 16,-4-4-16,1 2 16,-1-3-16,-3-1 0,3-1 0,-5-2 15,0-2-15,3-2 0,-1-2 0,3-1 0,-3 3 16</inkml:trace>
  <inkml:trace contextRef="#ctx0" brushRef="#br0" timeOffset="41659.86">23021 13231 0,'-2'3'0,"0"-6"0,2 3 0,-3-2 0,3 2 0,-2 0 0,2 2 16,0 3-16,0 1 0,0 3 16,0 4-16,-2 5 0,2-2 0,0 6 15,0 2-15,2 11 0,0 0 0,3-2 16,-1 1-16,1-1 0,-1-5 0,3-1 15,-3-3-15,0-2 16,1-2-16,-3-3 0,2-1 0,-4-5 0,5-2 0,-5 2 16,2-5-1,-2 1-15,2-5 0,-2 3 0,7-5 0,-3 2 0,1 0 16,-1 0-16</inkml:trace>
  <inkml:trace contextRef="#ctx0" brushRef="#br0" timeOffset="42026.47">23753 13092 0,'0'0'0,"0"-2"0,-4 0 0,-1 0 0,1 0 0,-3 2 16,1 0-16,-6 4 0,-1 0 16,0 5-16,-7 2 0,-6 9 0,-1 2 15,1-2-15,2 2 0,4 0 0,0-2 16,7 0-16,2-3 0,4-1 0,3-1 15,6-1-15,4-1 0,3 0 0,9 2 16,2-1-16,4 3 0,5-1 0,4 1 16,-2 3-16,-1 0 0,-1 0 0,0 4 15,6 5-15,-6-3 0,-3-1 32,-6-3-32,-7-3 0,-2 1 0,-6-2 15,-10-5-15,3 0 0,-7 1 0,0-3 16,-4 0-16,0-3 0,-2 1 0,-3-2 15,2 0-15,1-5 0,-3 2 0,1-4 16,-1 0-16,3-2 0,1-2 16,-1-3-16,4-2 0,0-2 0,4 0 15,1-4-15,1-3 0,5-2 0,3-2 16,-1 0-16,0 0 0</inkml:trace>
  <inkml:trace contextRef="#ctx0" brushRef="#br0" timeOffset="42247.96">23508 13183 0,'0'-2'0,"-2"-5"0,2 3 0,-2-3 0,2 0 0,2 1 16,2-1-16,5 1 0,2 1 16,5-1-16,6 1 0,13 1 0,0-1 15,1 3-15,1 0 0,1 2 0,1 0 16,1 0-16,2 0 0,9 0 15,-3-2-15,-8-3 0,-5-1 0,-9-1 16,-3 0-16,-10-1 0,0 3 0,-2 1 16</inkml:trace>
  <inkml:trace contextRef="#ctx0" brushRef="#br0" timeOffset="42581.2">24348 12826 0,'2'0'0,"1"0"0,1 4 0,5 3 16,0-1-16,2 5 0,2 3 15,2 3-15,7 10 0,-4 1 0,4 5 16,-4 5-16,-3 4 0,1 0 0,1 15 15,-3 0-15,-3-6 0,-5-5 0,1-2 16,-5 1-16,-2-6 0,0 5 0,0-2 16,0-4-16,-2-3 0,0-2 0,-3-4 15,1-7-15,-1 0 0,1-2 16,0-3-16,1-1 0,-1-5 0,0 2 16,-1-4-16,1 0 0,-1-1 0,1-1 15,-1-3-15,1-1 0,0-1 0,-3-4 16,0-1-16,-1-1 0,1 2 0</inkml:trace>
  <inkml:trace contextRef="#ctx0" brushRef="#br0" timeOffset="45205.14">24937 14071 0,'-2'3'0,"2"-3"0,0 0 0,0 2 16,2-2-16,-2 0 0,0 2 0,0-2 0,0 0 0,0 0 15,0 0-15,-2 2 16,-3-2-16,-1 2 16,-3-2-16,-4 3 0,-3 1 0,-1-2 15,-8 0-15,-1 3 0,-12-3 0,-1 0 16,-1-2-16,0 2 0,-4 1 16,-2-3-16,-18-3 0,-2 3 0,-22-2 15,8 0-15,5 0 0,7-3 0,-3 3 16,-8-2-16,9 4 0,3-5 0,-1 5 15,-3 0-15,1-2 0,-7 4 0,6-4 16,-2 0-16,-2 2 0,0 2 0,-4-2 16,-2 0-16,1 0 0,1-2 0,-5 4 15,-2-2-15,2 2 0,0 1 16,1-1-16,-6-2 0,6 2 0,-1-2 16,2 0-16,1 4 0,-5-1 0,2-1 15,2 0-15,1 0 0,1 0 0,-1 5 16,4 0-16,4-3 0,-4 1 15,0 1-15,-5-1 0,5 1 0,-3-1 16,5 1-16,-4-1 0,-2 1 0,6 1 16,4-1-16,-2 1 0,0 2 15,-1 0-15,1 0 0,4-1 0,10 1 16,-1 0-16,-4 0 0,-6 0 0,4-3 16,2 3-16,9 0 0,2 2 0,-5-2 15,-3 4-15,-12 0 0,13-6 0,1-1 16,6 1-16,-7 6 0,1 0 0,-5-1 15,0-8-15,7 0 0,2 1 16,4 1-16,-2 3 0,-2-2 0,2-3 16,-2 1-16,4-1 0,5 0 0,-3 1 15,3-1-15,-3 1 0,-1 1 0,-1-1 16,0 1-16,5 1 0,2-5 0,0 3 16,2-1-16,-4 3 0,-3-1 0,-4-1 15,0 1-15,7-1 0,4-1 16,5 0-16,8 1 0,-2-1 0,-2-2 15,2 1-15,-6 1 16,1-2-16,-1 3 0,4-3 0,0 0 0,4 2 0,5-1 16,-3-1-16,5 0 0,-2-2 0,2 0 15,0 0-15,-2 0 0,2 0 16,-3 0-16,8 0 0,-1 0 0,5 0 16,2 0-16,2 0 0,2 0 0,1 0 15,1 0-15,3 0 0,11 0 0,-2 0 16,-3 0-16,-6 0 0,0 0 0,2 0 15,-3 0-15</inkml:trace>
  <inkml:trace contextRef="#ctx0" brushRef="#br0" timeOffset="45922.75">20578 14744 0,'2'0'0,"-2"0"0,0 0 0,0 0 0,2 0 16,1 0-16,1 2 0,3 0 15,1-2-15,3 3 0,3-1 0,1 0 16,5-2-16,0 0 0,0 0 0,4-4 16,9-1-16,2-2 0,1 1 15,-1-3-15,-2-4 0,0 2 0,0 0 16,-7 0-16,-1 0 0,-3 2 0,-5 0 15,-1 2-15,-5 3 0,-2 0 0,-5 4 16,-6 0-16,6-3 0,-1 6 0,-1-1 16,0 2-16,-4 5 0,2 4 0,-2 3 15,-1 1-15,1 3 0,-2 4 16,-1 1-16,-1-1 0,1 2 0,1 1 16,2 2-16,-1 1 0,-1-1 0,2 2 15,2 2-15,-5-2 0,3 2 0,0 0 16,2-4-16,0 8 0,2-4 0,0-2 15,1-4-15,-1-1 0,-2-4 16,4 0-16,-2-2 0,-2-2 0,5-3 16,-3 3-16,0-5 0,0 0 0,1 0 15,-3-2-15,0-4 0,0-3 0,0 1 16,0-5-16,-3-2 0,1-3 0,2 3 16,-4 0-16</inkml:trace>
  <inkml:trace contextRef="#ctx0" brushRef="#br0" timeOffset="46160.82">20638 15081 0,'-3'0'0,"-1"-2"0,4 2 0,-5 0 0,3-4 0,-2 1 0,4-1 16,4 0-16,1-1 0,4-1 0,6 1 15,-2-1-15,5 1 0,4 1 0,13-3 16,9 3-1,5 2-15,-1-3 0,-1 5 0,-1-2 16,9 0-16,-9 2 0,-6 0 0,-3 0 0,-6-3 0,-2 1 16,-3 0-16,-4 0 15,-4-3-15,-2 1 0,-3 0 0,0 1 16,-2-1-16,-2 0 0,0 1 0,-1 1 16</inkml:trace>
  <inkml:trace contextRef="#ctx0" brushRef="#br0" timeOffset="46639.06">22060 14565 0,'0'0'0,"0"-2"0,0 2 0,-3-2 0,3-3 0,-2 1 0,-2 2 0,-3-3 0,-4 1 32,-2 4-32,-2-2 0,-3 4 0,-4-2 15,0 4-15,-5 3 0,-1 6 0,-1-2 16,5 5-16,-3 1 0,7-1 0,3 4 16,1 2-16,5-2 0,3 2 0,8 0 15,4 2-15,7-2 0,7 2 0,1-2 16,6 3-16,1-1 0,14 4 15,0-1-15,4-1 0,0 1 0,9 4 16,-11-5-16,-9-6 0,-7 2 0,-6-4 16,-5-1-16,-4-1 0,-4-1 0,-5-2 15,0 1-15,-4-1 0,-2-2 0,-3 0 16,-2 2-16,-4-2 0,-2-2 16,-5 0-16,-2 0 0,-5-3 0,-4 3 15,-8-2-15,1-5 0,3 0 0,6 3 16,3-5-16,4 2 0,6-4 0,5 2 15,3 0-15,-1 0 0,4-5 0,3 3 16,2 0-16,0-5 0,0 3 0,2-3 16,3 0-16,1 1 15,-3 1-15,1 1 0,7-5 0,-7 5 0</inkml:trace>
  <inkml:trace contextRef="#ctx0" brushRef="#br0" timeOffset="46878.18">21647 14662 0,'0'0'0,"-2"-2"0,2 2 0,-2-2 0,2 0 0,4 0 0,1-3 0,1 1 16,5-1-16,5-1 0,1-1 0,5-2 15,9 0-15,-2 1 0,6-3 16,-2 2-16,3 0 0,1 2 0,3-2 15,0 5-15,8-3 0,-4 3 0,-4 0 16,-5 1-16,-4 1 0,-5 2 0,1 0 16,2 2-16,-3 3 0</inkml:trace>
  <inkml:trace contextRef="#ctx0" brushRef="#br0" timeOffset="47388.94">25360 14140 0,'0'2'0,"0"-2"0,0 0 0,0-2 0,3 2 0,-1-2 15,-2 2-15,4-5 0,3 5 16,2-6-16,-1 3 0,3-1 0,5 0 16,4-1-16,11-2 0,2 3 0,4 0 15,-2-1-15,5-1 0,-5 3 0,3-1 16,-3 0-16,3-1 0,3 1 15,-5 2-15,-5-3 0,-5 3 16,-2-2-16,-6-1 0,-3 1 0,-4 2 0,0-3 16,-6 5-16,-1-2 0,-2-2 0,-4-1 15,0 1-15,0-1 0,-3 1 0</inkml:trace>
  <inkml:trace contextRef="#ctx0" brushRef="#br0" timeOffset="47643.7">25400 13913 0,'0'2'0,"0"-2"0,0 0 0,2 0 0,0-2 0,3-1 0,1 1 15,3 2-15,2-4 0,3 2 0,3-1 16,3 1-16,11-2 0,2 2 16,0-3-16,0 3 0,2-2 0,-2 1 15,3 1-15,-3 0 0,2 0 0,-2 0 16,7-1-16,0-1 0,-5-3 0,-4 5 15,-5-2-15,-4-1 0,-4 1 16,-3 0-16,-2-1 0,-2 5 0,-4-4 16,0 4-16,-5 0 0,-2 0 0,-2 2 15,0 0-15</inkml:trace>
  <inkml:trace contextRef="#ctx0" brushRef="#br0" timeOffset="55129.6">26511 13128 0,'0'-2'0,"-2"-1"0,0 1 0,-3 0 0,3 0 0,0 2 16,0 2-16,0 2 0,-1 7 0,-1 3 16,4 5-16,-4 6 0,1 10 0,3 2 15,0 3-15,3 4 0,-1 5 16,0 12-16,2 3 0,1-8 0,1-1 15,3-9-15,-2-4 0,2-5 0,-5-6 16,-2-2-16,-2-3 0,3 1 16,-1-5-16,0-2 0,-2-3 0,2-1 15,0-3-15,3 0 0,-3-2 0,-2 0 16,0 0-16,2-2 0,-2-2 0,0-1 16,0-1-16,0-1 0,0-4 0,0 2 15,0 1-15,0-3 0,0 0 0,-2-11 16,2 11-16,0-3 0,0 3 15,0-2-15,0 0 0,2-2 0,-2-1 16,2-2-16,-2 1 0,3-3 0,1 0 16,0-2-16,3 0 0</inkml:trace>
  <inkml:trace contextRef="#ctx0" brushRef="#br0" timeOffset="55512.04">26924 13716 0,'0'0'0,"2"0"0,-2 0 0,0-2 15,0 2-15,2-2 0,-2 2 0,2 0 16,3 0-16,1-2 0,3 2 0,4-2 15,3 2-15,4 0 0,4-3 0,4 1 16,17 0-16,-4 2 0,1-4 0,2 4 16,-2-5-16,11 5 0,-4-4 15,-5 4-15,-2 0 0,-7 0 0,-4 0 16,-2 2-16,-10-2 0,-1 0 0,-5 0 16,-4 2-16,2-2 0,-2 0 0,-5 0 15,3 2-15,-7-2 0,4 3 0,-15-3 16,7 0-16,-1 0 0,5 0 15,0 0-15,5 2 0,-1-2 0,1 2 16,-3-2-16,-9 2 0,12-2 0,-1 0 16,-2 2-16,3-2 0,-3 3 0,-2-1 15,0 2-15,-2 3 0,2-1 0</inkml:trace>
  <inkml:trace contextRef="#ctx0" brushRef="#br0" timeOffset="57288.89">28551 13401 0,'-2'-2'0,"-1"-2"0,-1-3 0,0-2 0,-5 0 15,2 0-15,-4 1 0,-2-1 16,-3 0-16,1 0 0,-3 3 0,-6-1 16,-5 3-16,3 1 0,-5 3 0,0 5 15,0 4-15,-2-1 0,2 3 0,1 9 16,1 5-16,-6 14 0,6 3 0,5-2 15,8-5-15,7 3 0,5-5 16,13-3-16,2-1 0,4-5 0,7-2 16,5-4-16,6-5 0,7-4 0,8 0 15,12-9-15,-3-7 16,-11 1-16,-8-5 0,-7-3 0,-5 1 0,-4 2 16,-2-6-16,-2-3 0,-5-7 0,-2-4 15,-7-4-15,-2-2 0,-4-1 0,-4 1 16,-3 4-16,-2 6 0,-2 5 0,-3 4 15,1 5-15,-3 4 0,0 5 0,3 0 16,0 1-16,-1 1 0,3 0 16,0 4-16,2 3 0,2-3 0,0 4 15,5 1-15,1 4 0,6 0 0,1 2 16,0-4-16,3 4 0,0-4 0,-5 2 16</inkml:trace>
  <inkml:trace contextRef="#ctx0" brushRef="#br0" timeOffset="57477.81">28837 13606 0,'0'0'0,"0"-2"0,-2 2 0,0 0 0,-2 0 0,1 2 0,-1-2 16,0 5-16,1-3 0,1 4 0,-2-1 16,4 1-16,-2 3 0,4-2 31,-2 2-31,4 0 0,1-1 0,-1-1 15,5 2-15,-3-3 0,3-1 0,2-1 16,0-2-16,2 1 0,-2-3 0</inkml:trace>
  <inkml:trace contextRef="#ctx0" brushRef="#br0" timeOffset="57859.72">29259 13375 0,'-3'0'0,"-1"-3"0,-1 1 0,-1 0 0,-3 0 16,-2 0-16,0 2 0,-2 0 0,0 2 16,-3 4-16,3 6 0,-3 3 0,5 3 15,-4 12-15,6 1 0,5 2 0,4 0 16,4-4-16,5 0 0,2-5 16,4 0-16,3-4 0,0 0 0,-1-5 15,3-1-15,0-3 0,-2-3 0,2-5 16,-1-1-16,1-4 0,0-3 0,-5-1 15,3-3-15,-2-2 0,-1-5 0,-4-3 16,0-1-16,-4 2 0,-1-13 16,-4 9-16,-2-2 0,-4-9 0,0 11 15,-3-2-15,0 4 0,-4 4 0,0 1 16,-2 4-16,-2 0 0,1 4 0,-1 5 16,-3-2-16,1 6 0,-1 0 0,3 2 15,-1 5-15,1 2 0,2 0 0,-3 2 16,7 1-16,-2 3 0,3 1 0,1 0 15,0-1-15,5 1 0,4 2 16,3-5-16,4-2 0,-3-2 0,1-2 16</inkml:trace>
  <inkml:trace contextRef="#ctx0" brushRef="#br0" timeOffset="58240.49">29832 13390 0,'-2'-2'0,"-3"0"0,-1 0 0,-5 2 0,-1 0 0,-3 0 16,2 2-16,-3 2 0,1 5 0,2 2 16,0 2-16,-1 7 0,1 4 15,6 5-15,3 0 0,6-3 0,5 1 16,2-3-16,2-2 0,4-5 0,5-1 16,-2-3-16,1-2 0,3-4 0,-2-3 15,2-2 1,0-2-16,-2-4 0,0-3 0,0-1 0,-5-6 0,1-1 0,-3-5 15,-2 7-15,-2-5 0,0-8 16,-5 1-16,3 1 0,-5 7 0,0 1 16,-6-2-16,2 3 0,-5 0 0,0 4 15,-4-3-15,0 6 0,-2-1 0,-2 2 16,-1 1-16,-1 3 0,1 1 0,-2 2 16,3 5-16,-5-1 0,5 3 15,-1-1-15,1 3 0,2 0 0,-3 4 16,7-2-16,-2-2 0,3 2 0,3 0 15,1 0-15,2 0 0,2-2 0,4-3 16,-2-1-16,3-3 0</inkml:trace>
  <inkml:trace contextRef="#ctx0" brushRef="#br0" timeOffset="58635.91">30368 13253 0,'0'5'0,"2"-5"0,-2 0 0,0 2 0,0 0 0,-2 0 0,-3 1 0,-1-1 0,-3 2 16,-2 1-16,0-1 0,-5 0 0,-1 3 16,-1 0-16,-9-1 0,1-1 0,2-1 15,-3-4-15,3 0 0,2-2 16,0-2-16,2 1 0,2-3 0,3-1 16,0-4-16,1-7 0,6-1 0,-1-8 31,2-2-31,3 1 0,4-1 0,4-2 15,7 5-15,0-1 0,5 3 16,1 4-16,1 5 0,4 4 0,7 4 16,-1 5-16,1 4 0,0 3 0,-3 1 15,1 7-15,-1 5 0,-2 4 0,3 11 16,-7 5-16,-5 4 0,-4 2 16,-2 0-16,-3-2 0,1-7 0,-3-2 15,-1 0-15,1 2 0,-2-2 0,0 3 16,3-3-16,4-5 0,-3-1 0,3-5 15,-2 0-15,-3-4 0,1-5 0,-1-2 16,3-2-16,-3-5 0,0 3 0,-1-5 16,-1-2-16,-2-2 0,0-7 15,2-2-15,-2-2 0,4 6 0,-1-2 16</inkml:trace>
  <inkml:trace contextRef="#ctx0" brushRef="#br0" timeOffset="59001.86">30855 13053 0,'0'-2'0,"0"-3"0,0 1 0,0-1 16,-2 1-16,-1 2 0,-3-3 0,-3 3 15,-4 0-15,-3 4 0,-1 0 0,-1 5 16,-13 6-16,-2-2 0,2 7 0,0-5 16,5 7-16,4 0 0,4 0 15,7 4-15,5-2 0,6 0 0,6 0 16,5 0-16,5 0 0,6 2 0,4 1 15,12 8-15,1 0 0,-6 2 0,3 0 16,-5 1-16,4 1 0,0-2 0,-8-6 16,-3-3-16,-7-8 0,-3 0 15,-5-7-15,-3 0 0,-4-2 0,-6-1 16,0-3-16,-5 1 0,-5-1 16,-3-1-16,-3-2 0,-2 1 0,2-3 15,-4 2-15,4-4 0,0 2 0,-2 0 0,4-5 16,3 5-16,0-2 0,1-2 15,6-1-15,1 3 0,0-5 0,5 1 16,2-3-16,-2 0 0,4-2 0,-2-2 16,2-5-16,-2 1 0</inkml:trace>
  <inkml:trace contextRef="#ctx0" brushRef="#br0" timeOffset="59207.95">30630 13220 0,'0'-4'0,"-2"-3"0,2-1 0,-2-6 0,2 1 0,0 0 16,2 0-16,4-3 0,3 3 0,0-3 16,4 1-16,3 2 0,3-5 0,6 3 15,1 2-15,7 2 0,5 4 16,4-2-16,0 5 0,13-1 0,-7 1 16,-4 2-16,-6-3 0,-5 1 0,-2 2 15,-3-1-15,-3 1 0,-3 0 0,-5-5 16,1 7-16,0 0 0,-3 0 15,-2-4-15</inkml:trace>
  <inkml:trace contextRef="#ctx0" brushRef="#br0" timeOffset="62775.7">24547 16107 0,'0'0'0,"0"0"0,-2 2 0,4 0 0,-2 5 0,2 1 16,2 6-16,1-1 0,-1 7 15,3 2-15,2 13 0,2 2 0,-3 3 16,1 2-16,2 0 0,-2 2 0,2 16 16,-2-5-16,2-2 0,-4-7 0,-1-6 15,-4-5-15,1-6 0,-6-7 0,1-5 16,-2-4-16,-1-4 0,1 2 0,0-6 16,-1-1-16,-1-4 0,1 0 15,-1-6-15,-3-3 0,0-5 0,0-5 16,-2-6-16,4 6 0,-1-10 0,1-2 15,0-7-15,1-17 0,-1 0 16,3 0-16,-1 0 0,5 0 0,0 0 16,3-18-16,-1 11 0,0 5 0,2 6 15,3 9-15,2 3 16,0 6-16,-3 2 0,3 2 0,2 3 16,2 4-16,3 2 0,4 2 0,4 3 0,2 4 15,5 2-15,0 4 0,2 5 16,-2 5-16,0 6 0,-5 0 15,-4 2-15,-8 5 0,-1-1 0,-7 3 0,-1 2 0,-5 2 16,-5 1-16,1 1 0,-7 1 0,-7-5 16,-2 0-16,-6 0 0,0-2 15,-1-3-15,-2 1 0,3-5 0,4-2 16,2 0-16,5-6 0,4-1 0,4 0 16,5-4-16,0 3 0,4-3 0,4-3 15,3-1-15,4 4 0,-2-2 0,5 0 31,2 2-31,1 0 0,6 0 0,-1 4 0,0 0 0,-2 1 0,11 8 16,-4 0 0,-3 5-16,-4 2 0,1 0 0,-4 4 15,-3 0-15,-3 0 0,-2 1 0,-4-1 0,-5 0 0,-7-4 0,-1 0 16,-3 0-16,-4-3 0,-3-1 16,-1-3-16,-3-2 15,-2-2-15,0 0 0,-5-5 0,1-2 0,-1 0 0,-8-8 16,2-1-16,2-2 0,5-4 0,1 0 15,8 0-15,4-5 0,2 3 0,2-1 32,4 1-32,1 2 0,4-3 0,4 5 15,3 0-15,2 0 0,2 0 0,2-2 16,-2 2-16</inkml:trace>
  <inkml:trace contextRef="#ctx0" brushRef="#br0" timeOffset="63014.46">25334 16402 0,'-2'0'0,"2"0"0,0 0 0,0-2 15,2 0-15,0-1 0,2-1 0,5 0 16,2-1-16,3-1 0,1 3 0,3-1 16,4-1-16,6 3 0,3 0 0,0 2 15,0-2-15,0 2 0,-3 0 16,-1 0-16,-3 0 0,0 2 0,-6-4 15,0 2-15,-5-2 0,-4 2 0,-3 0 16,-3-3-16,-3-1 0,-5 0 0,-4-1 16,-4 1-16,2-3 0,-4 1 0,-3-1 15,-2 0-15,3 1 0</inkml:trace>
  <inkml:trace contextRef="#ctx0" brushRef="#br0" timeOffset="63172.39">25329 16179 0,'0'-2'0,"7"0"0,-7 2 0,4-5 0,5 1 0,0-3 15,2 3-15,5-3 0,-1 1 0,5-1 16,6-2-16,3 3 0,-3-3 16,5 5-16,-4-1 0,-1 1 15,1-1-15,-5-1 0,0 3 0,-2 1 16,-3-2-16,-1 2 0,-1-1 0,1 3 16,-5 0-16,0 0 0,-3 3 0,1-1 0</inkml:trace>
  <inkml:trace contextRef="#ctx0" brushRef="#br0" timeOffset="66021.35">26763 15912 0,'2'0'0,"0"0"0,-2-2 0,0 2 15,0 0-15,0 0 0,2 0 0,-2 0 16,0 0-16,2 0 0,-2 2 0,0 1 16,0 3-16,0 1 0,0 0 15,-4 1-15,2 1 0,-3 2 0,-3 2 16,1-2-16,-4 3 0,0 1 0,-5-2 15,-3 3-15,-1-1 0,-2-2 0,2 1 16,-2-3-16,2-2 0,0-3 16,3-1-16,-1-3 0,0-2 0,1-2 15,-1-3-15,-2-1 0,2-3 0,3-5 16,-3 3-16,5-2 0,2-2 0,5-1 16,3-1-16,6-1 0,3-2 0,5 0 15,5-2-15,-8 7 0,8-3 0,8-2 16,-4 3-16,0 1 0,6 1 15,3 2-15,-5 2 16,3 4-16,-8 3 0,6 1 0,-3 3 0,0 5 0,-7-1 16,3 5-16,-5 2 15,3 5-15,-10-3 0,3 4 0,-5 3 16,3 4-16,-5 12 0,0 1 0,-4 3 0,-2 0 16,-3 2-16,-2 2 0,-2 0 15,-2-2-15,-7 11 0,3-7 0,1-6 0,3-5 16,2-4-16,0-7 0,2-4 15,3-3-15,-1-3 0,2-6 0,3 1 16,-2-2-16,-1-7 0,3 0 0,0-2 0,0-7 16,-3 0-16,3-6 0,0-3 15,2 3-15,2-1 0,0-2 0,1 3 16</inkml:trace>
  <inkml:trace contextRef="#ctx0" brushRef="#br0" timeOffset="66562.05">27159 15864 0,'3'-2'0,"-1"2"0,-2 0 0,4 0 0,-1 0 0,1 2 0,-4 0 0,2 3 0,-4-1 15,2 3-15,-4 1 0,-3 6 0,-2-3 16,0 4-16,-2 1 0,0-1 0,-2 0 16,0 1-1,-5 1-15,0 1 0,3-2 0,0-3 16,1 0-16,1-2 0,0-4 0,0-1 15,2-4-15,2 1 0,0-6 0,0-3 16,3-3-16,-1-2 16,3-4-16,-3 1 0,5-3 15,-3-3-15,5-2 0,3 0 0,-1-2 16,2 1-16,5 1 0,6-6 0,3 1 16,-5 10-16,12-5 0,-1 4 0,0 0 15,0 7-15,1 3 0,-1 1 0,-2 2 16,0 1-16,-4 4 0,-1 4 0,-4 1 15,1 2-15,-3 1 0,-3 8 16,1-3-16,-4 2 0,-1 1 0,1 6 16,-3 0-16,-2 13 0,0 1 0,-2-1 15,-1 0-15,-1 3 0,-3-3 16,1 2-16,-3 1 0,-2-1 0,0-1 16,-2 1-16,-5 7 0,5-9 0,-1-4 15,6-4-15,-1-7 0,2-1 0,3 1 16,-1-7-16,3-1 0,0-4 0,0 1 15,0-2-15,2-3 0,-3-4 0,3 2 16,3-10-16,-1 1 0,0 7 16,-2-4-16,0 1 0,0 8 0,-2-3 15,2-2-15,2 0 0,0-2 0,0-3 16,1 1-16,-3 2 0,2 0 0,-2-3 16,0 1-16,0 1 0,2-1 0,-2 0 15,2 1-15,-2 1 0</inkml:trace>
  <inkml:trace contextRef="#ctx0" brushRef="#br0" timeOffset="68079.09">26211 16347 0,'0'-2'0,"0"2"0,0 0 0,0-3 15,-2 3-15,2-2 0,2 2 0,-2 0 16,0 0-16,5 2 0,-3-2 0,2 3 15,1 1-15,-1-2 0,3 5 16,-1-1-16,1-1 0,2 2 0,-2 1 16,1-1-16,1 2 0,-2-5 0,2 5 15,-3-5-15,1 3 0,-1 0 0,-1-3 16,-1 0-16,1 1 0,-3-1 16,0-2-16,0 1 0,-4-3 0,0 0 15,-3-5-15,-1 3 0,1-2 0,-1-1 16,1 3-16</inkml:trace>
  <inkml:trace contextRef="#ctx0" brushRef="#br0" timeOffset="68425.89">26004 16208 0,'-2'2'0,"-2"-2"0,4 0 0,-9-2 0,0 2 0,0 0 0,-2 0 0,0 0 0,-2 2 16,0 3-16,2-1 0,-3 5 15,3 2-15,2 0 0,3 6 0,-5 3 16,6 2-16,1-6 0,2 6 0,0-2 16,4-3-16,0 1 0,5-3 0,-1-1 15,1-3-15,2-3 0,-1-1 16,1 0-16,7-5 0,-5-2 0,0 0 16,2-5-16,-2 1 0,0-7 0,0 0 15,-2-2-15,0-3 0,-3-1 0,1-1 16,-5-2-16,3 0 0,-8 1 0,1-1 15,-2 4-15,-3-1 0,1 3 16,-6 3-16,1 0 0,-2 5 0,0 1 16,-2 3-16,-1 2 15,3 5-15,0-1 0,2 0 0,2 5 0,0 0 0,2 0 16,3 0-16,4 2 0,4 0 0,1-2 16,6-1-16,0 1 15,0-2-15</inkml:trace>
  <inkml:trace contextRef="#ctx0" brushRef="#br0" timeOffset="69200.75">27609 16159 0,'2'0'0,"-2"-2"0,0 2 0,7 0 15,0-4-15,-1-1 16,3 1-16,-2-3 0,-1 3 0,1-5 16,-3 3-16,1-3 0,-1-2 0,-2 0 15,1 0-15,-3-5 0,-3 5 16,1-2-16,0 0 0,-5-1 0,-1 1 16,-3 0-16,-5 0 0,5 6 0,-2 1 15,0 3-15,-1 1 0,-1 4 0,0 1 16,-3 3-16,2-1 0,3 6 15,0 2-15,0 2 0,2 5 0,4 4 16,5 1-16,2 10 0,4 0 0,5-2 16,2 0-16,5-4 0,3 0 0,-1-5 15,4-4-15,-2-3 0,0-1 0,-3-3 16,3-6-16,-4-3 0,-1-2 16,-2-4-16,-2-5 0,0-4 0,-2 3 15,-2-8-15,0-1 0,-5-5 0,2-7 16,-4-2-16,0 0 0,-2 0 0,-2-8 15,-1 1-15,1 7 0,-5 3 16,2 3-16,-2 5 0,3 7 0,-1 2 16,1 2-16,1 3 0,-1 1 0,-3 3 15,4 2-15,-3 2 0,1 3 0,-2 1 16,2-1-16,3 4 0,2-1 0,0 1 16,2 0-16,0 0 0,4 0 15,-2 0-15,3 2 0,3-3 0,-3-3 16,2 1-16</inkml:trace>
  <inkml:trace contextRef="#ctx0" brushRef="#br0" timeOffset="69533.74">28198 15813 0,'0'0'0,"0"0"0,2-4 16,-2 2-16,0-1 0,-2-3 0,0 1 16,-5 1-16,1 2 0,-5 0 0,-1 2 15,-1 0-15,-2 4 0,-1 0 0,1 5 16,0 2-16,-1 0 0,1 3 15,4 1-15,2-2 0,0 9 0,7 0 16,4-6-16,2 4 0,5 2 0,7-3 16,-1 3-16,3 1 0,4-4 15,2 1-15,0 2 0,1 0 0,-1-4 16,2 4-16,-1-2 0,-8 2 16,3-4-16,-7 1 0,0-1 0,-4 0 0,-4-1 15,-1-1-15,-6 1 0,-3-1 0,-1-3 16,-7 0-16,-1 1 0,-3-3 0,-3-3 15,0-1-15,0 2 0,0-3 0,3 1 16,-1 0-16,5-3 0,2 0 16,0-4-16,2 0 0,2-4 0,1-5 15,-1-2-15,3-4 0,-1-5 0,3 2 16,0-8-16,0 2 0</inkml:trace>
  <inkml:trace contextRef="#ctx0" brushRef="#br0" timeOffset="69723.57">28006 15811 0,'0'0'0,"0"-2"0,0 2 0,2-7 0,1-2 0,1 3 0,5-5 0,0 2 0,4-2 16,2 0-16,3 0 0,15-2 0,2 2 16,5 0-16,6 4 0,5 3 0,15-1 15,-6 3-15,-1 0 0,-6 2 0,-2 0 16,8 2-1,-6 0-15,-11-2 0,-4 5 0,-3-1 0</inkml:trace>
  <inkml:trace contextRef="#ctx0" brushRef="#br0" timeOffset="72504.7">22807 17579 0,'0'0'0,"0"-2"0,0 0 0,0 0 0,0 0 0,0-1 0,0 1 0,0 2 0,0 0 16,-2-2-16,0 0 0,2 0 0,-5 2 15,5 0-15,-2 4 0,-2-2 0,1 3 16,1 1-16,0 3 0,0 2 0,2 2 31,-2 5-31,2 2 0,0 0 0,0 4 0,0 9 0,2 2 0,-2-4 16,2-2-16,0 2 0,-2-5 0,0 3 31,0-1-31,-2 1 0,0-3 0,0-1 16,-3-3-16,1 2 0,-3-4 0,1 0 15,1-3-15,-1-1 0,1-1 0,1-4 16,-1-2-16,-1 0 0,1-3 15,1 1-15,2-2 0,-3-3 0,1 0 16,2 0-16,-1-2 0,1-2 0,0 0 16,0-5-16,0 3 0,2-5 0,0 2 15,0-2-15,-3-2 0,6-4 0,-3-3 16,2 1-16,0-5 0,2 0 0,-1-5 16,-1-2-16,2-1 0,1-14 15,-3 2-15,2 0 0,1 0 0,-3 4 16,2 3-16,3 2 0,0 2 0,1 2 15,3 3-15,0 0 0,5 1 0,1 3 16,10-6-16,2 1 0,1 1 16,-1 6-16,0-2 0,-3 6 0,1-1 15,-7 3-15,4 3 0,-4 3 0,0 3 16,-1 1-16,1 2 0,-2 4 0,-3 0 16,-4 5-16,0-3 0,-2 3 0,0 1 15,-5 4-15,-4 1 0,-2 4 0,-2 1 16,-3 2-16,-2 0 0,-2 2 15,0-2-15,-2 2 0,-2-3 0,1-1 16,-1 0-16,0-1 0,3-1 0,1-5 16,5 0-16,-3-2 0,2-5 0,3 1 15,0-8-15,4 1 0,0 0 0,0 2 16,0 2-16,0 0 0,2 1 0,2-3 16,-2 0-16,5 0 0,0 0 0,-1 0 15,5 0-15,-2 0 0,2 4 16,2-2-16,3 5 0,1 2 0,-1 4 15,-3 0-15,0 2 0,1 1 0,-3-1 16,-3 3-16,-3-3 0,-3 3 0,0 0 16,-4-1-16,-2-1 0,-3-3 0,-2 0 15,0-2-15,-2 0 0,0-2 16,-2 0-16,0 2 0,0-2 0,-3-5 16,3 3-16,-2-3 15,1 1-15,3-1 0,0-4 0,-2 0 0,4-2 0,-4 0 16,2-3-16,2-1 0,-2-3 0,4-2 15,1 2-15,1-2 0,1-2 16,0 2-16,1-5 0,6 3 0,-1 0 16,2-3-16,1 7 0,-3-2 0</inkml:trace>
  <inkml:trace contextRef="#ctx0" brushRef="#br0" timeOffset="73030.11">23905 17950 0,'0'0'0,"0"0"0,0 0 0,5 0 0,-3 0 0,2-2 0,3-1 16,2 1-16,2-2 0,0 2 16,2-3-16,4 1 0,1-1 0,6-1 15,1-1-15,-1 3 0,-2-3 0,0 3 16,-2-3-16,-3 0 0,-1 3 0,-3-3 15,0 3-15,-2 0 0,-2-1 0,0 1 16,-2-1-16,-3 1 0,0 2 16,-4 0-16,0-1 0,3-1 0,-6 4 15,3-2-15,0 0 0,3-1 0,3-1 16</inkml:trace>
  <inkml:trace contextRef="#ctx0" brushRef="#br0" timeOffset="73252.88">23901 17736 0,'-3'0'0,"3"0"0,0 0 0,0 0 0,0 0 0,3-2 0,1-1 16,3-1-16,2 2 0,2-3 16,2 1-16,4 0 0,1-1 0,4-1 15,7-3-15,-1 0 0,-1 0 0,-3 3 16,0-1-16,-4 0 0,-2 1 0,-3 1 15,1-1-15,-5 1 0,-2 1 16,-1-1-16,-1 3 0,-3 0 0,3 0 16,0 2-16,-3 2 0,3 0 0,-1 0 15</inkml:trace>
  <inkml:trace contextRef="#ctx0" brushRef="#br0" timeOffset="76430.28">25038 17731 0,'3'0'0,"-3"0"0,0-2 0</inkml:trace>
  <inkml:trace contextRef="#ctx0" brushRef="#br0" timeOffset="77571.13">25261 17639 0,'0'0'0,"5"-2"0,-5 2 0,6-5 0,3 3 0,0-5 0,2 3 16,-2-3-16,2 1 0,-3-1 0,3 1 31,-4-3-31,0 2 0,2-2 16,-5 1-16,-2-1 0,0-2 0,-4 0 15,2 0-15,-4-3 0,-3 1 0,0 2 16,1 0-16,-3 0 0,-2 2 0,2 0 15,-2 1-15,-2 1 0,2 0 16,-2 1-16,2 1 0,0 3 0,0 0 16,0-2-16,2 1 0,2 3 0,1 0 15,1-2-15,1 0 0,-1 2 0,1 0 16,2 0-16,0 0 0,-1 0 0,3 2 16,0-2-16,0 2 0,0-2 15,3 3-15,-3-1 0,2 0 0,-2-2 16,0 0-16,0 2 0,2-2 0,-2 2 15,2-2-15,-2 0 0,2 0 0,-2 3 16,0-3-16,0 0 0,0 2 0,0-2 16,0 0-16,0 0 0,0 0 15,0 0-15,0 0 0,0 0 0,0 0 16,0 0-16,0 0 0,0-2 0,-2 2 16,2 0-16,0 0 0,0-3 0,-2 3 15,0 0-15,2-2 0,0 2 0,-5-2 16,5 2-16,-4-4 0,2 1 0,-3 1 15,1 0-15,-3 0 0,1 0 16,-1-3-16,-2 1 0,0 2 0,1-1 16,-1 1-16,0 2 0,-2 0 15,2 0-15,0 2 0,-2 3 16,2-1-16,1 3 0,-1 4 0,2 0 0,1 4 0,-1 1 16,0 1-16,3 8 0,0-1 15,1 0-15,1 0 0,0-2 0,2 0 16,0-2-16,4-2 0,-1 0 0,1-3 15,0 0-15,5-4 0,-2 0 0,2-2 16,-1-4-16,3-1 0,-4-2 16,6-4-16,0-2 0,-1 1 0,-1-1 15,2-5-15,0 3 0,0-5 0,0 0 16,1 0-16,-3-5 0,2 3 0,0-5 16,-4 3-16,2-3 0,-2 1 0,0-1 15,-3 2-15,1 1 0,-3 2 16,1 0-16,-1 2 0,-4 2 0,5-2 15,-5 4-15,0 0 16,0 3-16,0 0 0,0-1 0,0 3 0,0 0 0,0 0 16,0 2-16,0 0 0,0-3 15,0 3-15,-3-2 0,3 2 16,-2 0-16,2 0 0,0 0 0,0 0 0,0 0 16,-2 0-16,2 0 0,0 0 15,0 0-15,0 0 0,0 2 0,0 1 16,-2-3-16,2 0 0,0 2 0,0-2 15,0 2-15,0-2 0,0 0 0,0 0 16,0 0-16,0 0 0,0 0 0,0 0 16,0 0-16,0 0 0,0 0 0,0 0 15,0 0-15,0 2 0,0-2 0,0 2 16,0-2-16,0 0 0,0 0 16,0 0-16,0 0 0,0 0 0,0-2 15,0 2-15,0 0 0,-2 0 0,2 0 16,0 0-16,2 0 0,-2 0 0,0 0 15,0 2-15,-2-2 0,2 0 0,0 0 16,0-2 0,0 2-16,0 0 0,0 2 0,0-2 0,0 0 0,0 0 15,0 0-15,0 0 0,0 0 0,0 3 16,0-1-16,2 0 0,-2 2 0,2 3 16,0 4-16,-2 0 0,5 2 0,-3 3 15,0-1-15,2 5 16,5 7-16,-2-1 0,2 0 0,-3 1 0,3 2 15,2-1-15,-2-4 0,0 5 16,2-2-16,0-1 0,2-2 0,-2-2 16,-2 3-16,0-6 0,2-1 0,-5 0 15,1-1-15,0-1 0,-3-1 0,-2 1 16,3-3-16,-1 0 0,-4 0 0,4 3 16,-1-3-1,-1 2-15,2-1 0,1-3 0,3 0 0,-1-2 0,4-3 0,-2 1 16</inkml:trace>
  <inkml:trace contextRef="#ctx0" brushRef="#br0" timeOffset="78797.2">25693 17548 0,'5'-6'0,"-3"1"0,2-1 0,-4-1 0,5 1 16,-3-1-16,0 0 0,5 3 0,-5 0 0,0-1 0,3 1 0,-3-1 16,0-1-16,0 1 0,0-1 0,-2-1 15,3 0-15,-1 3 0,0-3 16,-2-1-16,2 3 0,-2-4 0,0 1 16,2 1-16,-2-4 0,-2 2 0,2 0 15,-2 3-15,0-3 0,-3 0 16,3-2-16,-2 2 0,-1-2 0,1 2 15,-3 1-15,3-1 0,-3 2 0,1-2 32,-3 3-32,0 1 0,0 1 0,3 2 15,-3-1-15,-2 3 0,4 0 0,-2 0 16,0 5-16,-2-1 0,3 7 0,-1-2 16,0 4-16,2 1 0,-4 1 15,3 0-15,1 5 0,-2 0 0,2 9 16,1-5-16,1-2 0,1 0 0,2-2 15,2-2-15,0-1 0,0 1 0,2-5 16,2-2-16,1 0 0,-1-2 0,5 0 16,-2-3-16,2-1 0,-1-1 0,1-2 15,2-2-15,0 0 0,2-2 16,-2-2-16,5-3 0,-3 1 0,-2-1 16,2-4-16,1 2 0,-3 0 0,0-4 15,-2 2-15,-1-4 0,-1-1 0,-3 1 16,3-3-16,-5-2 0,0 3 0,1-1 15,-3 0-15,0-1 0,-3-1 16,-1-2-16,2 4 0,-3 0 0,5 5 16,-4 2-16,4 2 0,0 3 0,-2 1 15,2 1-15,-2-1 0,2 5 16,2 3-16,0 1 0,-2 3 0,0 4 16,2 2-16,0 2 0,1 5 0,1 0 15,0 4-15,1 5 0,1-3 0,3 14 16,0-2-16,2-1 0,2-2 0,3 3 15,4-1-15,8 14 0,3-2 0,2-5 16,-2-2-16,-2-9 0,-5-3 0,0-5 16,-2-3-16,-4-7 0,-5 1 15,-2-5-15,-4-3 0,-3-3 0,1 2 16,-1-1-16,0-1 0,-1-3 0,1 2 16,-4 3-16</inkml:trace>
  <inkml:trace contextRef="#ctx0" brushRef="#br0" timeOffset="79052.23">26364 17806 0,'-3'0'0,"1"3"0,2-3 0,0 2 0,-2-2 0,2 0 0,0 0 16,0 2-16,0-2 0,0 2 0,0-2 16,0 0-16,2 5 0,-2-5 15,5 4-15,-3-2 0,0 3 0,2-1 16,-1 1-16,1-1 0,0-2 0</inkml:trace>
  <inkml:trace contextRef="#ctx0" brushRef="#br0" timeOffset="80145.96">26813 17584 0,'-2'0'0,"2"-5"0,0 1 0,0 0 0,0-3 0,-2 0 0,0-2 16,-3 1-16,-1 3 0,-1-1 16,-2-1-16,3 0 0,-5 3 0,0 0 15,0 1 1,0-1-16,-3 4 0,1 2 0,0 3 0,0 1 0,-1 5 0,1 0 16,-2 9-16,4 2 0,0 0 31,2 2-31,4 3 0,3-3 0,4 0 15,-2 1-15,7-5 0,0 2 0,4-5 16,2-1-16,2-3 0,1 0 0,4-6 16,-3-1-16,3-3 0,-2-3 0,-1 0 15,-3-3-15,-1-1 0,-4-3 16,2 1-16,-2-5 0,-1 0 0,-1-5 16,-3 1-16,1-1 0,-5-4 0,0 1 15,-5-3-15,1 0 0,-5 0 0,-2-3 16,0 8-16,0-3 0,-2 4 0,2 1 15,-2 2-15,-1-1 0,3 6 16,-2 1-16,2 0 0,2 5 0,0 2 16,1 2-16,-1 1 0,4 3 0,1 1 15,2-1-15,4 3 0,-2 0 0,4-5 16,1 5-16</inkml:trace>
  <inkml:trace contextRef="#ctx0" brushRef="#br0" timeOffset="80486.17">27265 17339 0,'3'-2'0,"-3"0"0,0 2 0,0-5 16,-5-1-16,1-1 0,-3 0 15,-2 1-15,-2-1 0,-2 3 0,-5-1 16,1 5-16,-10 0 0,1 3 0,8-1 16,1 4-16,-3 5 0,4 3 0,7-1 15,5 2-15,2-2 0,6 1 0,3 1 16,4 3-16,7-1 0,1 1 0,12 6 15,-2 1-15,0-1 16,-3-4-16,0 4 0,-3-4 0,-4 0 16,-1-1-16,-3 6 0,-4-5 0,0 2 15,-6-3-15,-5 1 0,-2 0 0,-5 0 0,-2-2 16,-4 1-16,0-3 0,-7 2 0,0-3 16,-11 0-16,3-1 0,-1-3 15,0-3-15,7-3 0,0-3 0,5 0 16,3-2-16,3 5 0,2-8 0,3 1 15,1 0-15,1-5 0,4-1 0,0-3 16,2-5-16,0 1 0,1-3 0</inkml:trace>
  <inkml:trace contextRef="#ctx0" brushRef="#br0" timeOffset="80662.22">27003 17434 0,'2'-5'0,"-4"3"0,2 2 0,0-2 0,0 0 0,0-3 0,4 1 15,1 0-15,1-3 0,8 0 0,3 1 16,5-3-16,16-2 0,1-2 0,1 2 16,4-3-16,-2 3 0,4 0 0,14-2 15,-1 0-15,-3 4 0,-3 2 0,-12 3 16,-3 4-16,-7 2 0</inkml:trace>
  <inkml:trace contextRef="#ctx0" brushRef="#br0" timeOffset="80916.48">28191 17171 0,'0'0'0,"-4"0"0,0 3 0,-1 1 0,-6 3 0,2 2 0,-6 4 0,2 2 15,-7 12-15,0 3 0,0 8 0,-4 2 31,-3 6-31,-10 18 0,-3 2 0,-11 20 16,7-13-16,11-11 0,9-5 16,6-13-16,7-7 0,5-3 0,-3-6 15,0 1-15,0-5 0,1 0 0,3-4 16,-2 2-16,1-6 0,-3-1 0,2-4 16,-1 0-16</inkml:trace>
  <inkml:trace contextRef="#ctx0" brushRef="#br0" timeOffset="81139.41">27625 17147 0,'-3'0'0,"1"-2"0,-2-2 0,-1-3 0,1 0 0,4 1 16,-2-1-16,2 1 0,0-3 0,2 2 15,2 0-15,1 1 0,-1 1 0,3 1 16,0 0-16,1-1 0,1 3 0,0 2 16,0 0-16,0 2 0,4 5 15,-2-3-15,2 3 0,-2-3 0</inkml:trace>
  <inkml:trace contextRef="#ctx0" brushRef="#br0" timeOffset="81330.14">28055 17981 0,'0'2'0,"0"-2"0,0 4 0,0 1 0,4-1 16,-2-2-16,3 0 0,-1 1 0,0-3 15,1 2-15,-1-4 0,-1 2 0,1-3 16,3 1-16,-1 0 0,1 0 0</inkml:trace>
</inkml:ink>
</file>

<file path=ppt/ink/ink18.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10:40.603"/>
    </inkml:context>
    <inkml:brush xml:id="br0">
      <inkml:brushProperty name="width" value="0.05292" units="cm"/>
      <inkml:brushProperty name="height" value="0.05292" units="cm"/>
      <inkml:brushProperty name="color" value="#FF0000"/>
    </inkml:brush>
  </inkml:definitions>
  <inkml:trace contextRef="#ctx0" brushRef="#br0">4910 7214 0,'-2'3'0,"0"-3"0,-7 2 0,0 0 0,-2 0 16,2 0-1,-2 1-15,-4-1 0,8 2 0,-6-2 0,4 1 0,-2 1 0,7-4 16,-5 4-16,7-1 0,-5-3 0,5 0 15,0 2-15,2-2 0,2 0 32,0 0-32,0 0 0,7-2 0,0 2 15,2 0-15,2-5 0,3 5 0,1-2 16,3 0-16,2 0 0,0-1 0,3 1 16,-3 2-16,2-2 0,7 0 0,-3 0 15,1-1-15,-3-1 0,3 2 16,2-3-16,4 3 0,1-2 0,12-3 15,1 3-15,-1-1 0,-4-1 0,-9 1 16,3 1-16,-7-1 0,4 1 0,5 0 16,2-1-16,4 3 0,0 0 0,-4 0 15,-2-1-15,-12 1 0,3 2 0,-2-4 16,2 2-16,-2-1 0,8-3 0,5 4 16,2-3-16,2 1 0,-8 1 15,2 3-15,-7 0 0,-3-4 0,1 2 16,2 0-16,3 2 0,6-3 0,2 1 15,6 0-15,-3 2 0,-5 0 0,-5 0 16,-2-4-16,1 1 0,-1 3 0,5-2 16,1 4-16,6-4 0,1 0 0,-6-2 15,2-3-15,-8 3 0,-6-1 16,3 3-16,-2 2 0,-2-4 0,6 1 16,3 1-16,1-2 0,1 4 0,2 0 15,-4 0-15,-5 0 0,-5-2 0,1 2 16,2 2-16,0-2 0,2 2 0,-7-2 15,7-2-15,-4 2 0,-3-5 0,1 5 16,-3-2-16,0 0 0,3 0 0,-1 2 16,3-5-16,-3 3 0,3 2 15,0 0-15,4 0 0,-5-2 0,3 0 16,-4-3-16,-3 3 0,0 0 0,-4 2 16,-2 2-16,2 3 0,-1-3 0,3 0 15,3-2-15,3 0 0,3 2 16,-2 0-16,2-2 15,0 0-15,-3-4 0,-1 4 0,-3-4 0,-2 4 0,-2-3 16,-5 3 0,5 3-16,-7-3 0,5 4 0,2 3 0,2-3 0,2-4 0,5 2 15,-3 0-15,3 1 0,2-1 0,-7-2 16,5 2-16,-3-2 0,3 0 0,4 2 16,-4 0-16,-1 1 0,-1-1 15,-3-2-15,0 0 0,-4-2 0,-4-1 16,-3 3-16,-2 0 0,0 0 15,0 0-15,2 0 0,0 3 0,3-1 16,-1-2-16,5 4 0,0-2 0,2 1 16,0 1-16,-2-4 0,4 4 0,0-1 15,-4-3-15,4 2 0,-6 0 0,-2-2 16,-3-2-16,0 2 0,-2 0 0,0 0 16,-2 0-16,0 0 0,-3 0 0,1 2 15,-3-2-15,3 0 0,-3 2 0,1 0 16,-1-2-16,-2 0 0,3 0 15,-1-2-15,1 2 0,-1 2 0,0-2 16,1 0-16,-1 0 0,1 0 0,-1 0 16,0 0-16,1 0 0,-1 3 15,1-3-15,-1 2 0,0-2 0,1 0 16,-1 0-16,-1 2 0,-1-2 0,2 0 16,-2 2-16,-2-2 0,0 0 0,0 2 15,-4 1-15,2-1 0</inkml:trace>
  <inkml:trace contextRef="#ctx0" brushRef="#br0" timeOffset="3021.88">5320 7909 0,'-4'0'0,"-5"0"0,9 0 0,-13 2 15,0-2-15,-7 2 0,0-2 0,2 2 16,-4 3-16,2-3 0,3 0 0,-14 3 15,7-3-15,-3 0 0,-1 3 16,1-3-16,1 0 0,1-2 0,-3 0 16,1-4-16,3 1 0,0 1 0,-3-2 15,3 4-15,2-3 0,2 1 0,5 0 16,-3 2-16,3-2 0,1 2 0,1-2 16,2-1-16,-2 1 0,2-2 0,0 4 15,0-2-15,-7-1 0,5 3 16,-2 0-16,-1 3 0,-4-1 0,5 2 15,-1-4-15,5 5 16,5-5-16,-1 2 0,5 0 0,2 0 0,7 0 0,-5 1 16,9-1-16,2 0 0,-2 0 15,4 1-15,5-1 0,-2 0 16,6 0-16,3 0 0,-3 1 0,2-1 16,7 0-1,3-2-15,12 0 0,5 0 0,-2 0 16,-3-2-16,-1 0 0,1 2 0,21-7 15,-3 0-15,22 1 0,-2-3 0,-9 2 16,-13 3-16,2-1 0,-6-1 16,8-1-16,-4 3 0,2 2 0,-13-1 15,0 1-15,-7 2 0,7 0 0,7 0 16,-1 0-16,1 2 0,-7 1 0,-7-1 16,0-2-16,3 4 0,4-4 0,0 5 15,0-1-15,-7-2 0,-4 3 16,-5-1-16,1 0 0,4-1 0,-1-1 15,10 0-15,-7 0 0,0-2 0,-2 7 16,-15-7-16,6 0 0,0 0 0,0 0 16,-4 0-16,-1 2 0,3-2 15,-2 2-15,-3-2 0,1 0 0,-3 3 16,-2-1-16,0-2 0,-7 2 0,1 0 16,-3-2-16,-2 2 0,0 3 15,2-5-15,-2 2 0,0 0 0,-2-2 0,0 0 16,2 2-16,-4 1 0,2-3 0,-5 0 15,3 0-15,1 0 0,-5 0 16,-1 2-16,4-2 0,-6 2 0,3-2 16,-10 0-16,3 0 0,8 0 0,0 0 15,-4 0-15,3 0 0,-3 0 0,0 0 16,2 0-16,0 0 0,-2 0 0,0 0 16,0 0-16,0 0 15,0 0-15,0 0 0,0 0 0,0 0 0,-2 2 16,0 0-16,2 5 0,-3-3 0,3 3 15</inkml:trace>
  <inkml:trace contextRef="#ctx0" brushRef="#br0" timeOffset="5217.01">3653 8835 0,'-2'0'0,"2"0"0,-4 0 0,-1 0 0,1 0 0,0 0 15,-5 0-15,2 0 0,1-2 16,-3-1-16,4 1 0,-3-2 0,-1 2 16,4-1-16,-4-1 0,1 2 0,3 0 15,-1-1-15,1 1 0,3 0 16,-5 0-16,5 0 0,0 2 0,2-3 16,2 1-16,0 2 0,5-2 0,-5 2 15,9-2-15,-2 2 0,4 0 0,1 0 16,1 0-16,5 0 0,4 2 0,3 0 15,3-2-15,10 5 16,2-3-16,-7 2 0,5-4 0,-5 5 0,7-1 0,-4-2 16,14 3-16,10-1 0,-9-2 0,15 3 15,-10-3-15,-12 0 0,-8-2 16,1 2-16,3 0 0,4-2 0,1 0 16,1-2-16,-1 2 0,-10-4 0,-2 2 15,-2-1-15,3 3 0,1-2 0,3 0 16,4 0-16,2 0 0,1-3 0,-8-1 15,1 3-15,-11 3 0,-1 0 16,-1 3-16,6-3 0,-5 0 16,6 0-16,1 0 0,2 0 15,1 2-15,-5-4 0,-2 2 16,-5 0-16,-2 0 0,1 0 0,-3 0 16,0 0-16,0 0 0,-5 0 0,6 0 0,-4 0 0,3 0 15,-2 2 1,2-2-16,-2 0 0,0 0 0,-5 0 0,-4 0 0,3 2 0,-3 0 15,0-2-15,0 0 0,-5 0 16,1 0-16,-3 0 0,1 0 16,-3 0-16,-11 0 0,16 0 0,-5 0 0,-2 0 15,0 0-15,-2 2 0,-3 1 0,3 1 16</inkml:trace>
  <inkml:trace contextRef="#ctx0" brushRef="#br0" timeOffset="9015.27">12711 8789 0,'0'0'0,"-4"-3"0,1-1 0,3 4 0,-6-4 0,-1-3 0,-2 3 0,-2 1 0,-2-1 16,0 2-16,0-3 0,-1 3 0,-1-5 15,0 5-15,1 0 0,3 0 16,-2 0-16,-2 2 0,4-5 0,0 5 15,2 0-15,4-2 0,1 2 0,0-2 16,1 2-16,3 2 0,7-2 0,2 0 16,8 0-16,8-2 0,3 2 0,10-2 15,17-1-15,4 1 0,5 2 0,33-4 16,42-5-16,-22 2 0,-13 5 16,26-2-16,-40 4 0,-15 0 0,-6-7 15,6 5-15,-3 0 0,-3-3 0,1 1 16,-15 0-16,-4-1 0,-5 5 15,1 0-15,-1 0 0,-2 0 0,-4 0 0,-5-2 16,-6 0-16,-5-1 0,-2 3 16,-2 0-1,-3 0-15,-1 0 0,-5 3 0,0-1 16,-2-2-16,0 0 0,-1 0 0,-1 0 0,-5 0 0,3 0 16,-3 0-16,2 0 0,-2 0 0,1 0 15,-3 0-15,-3 2 0,1-2 0,-2 0 16,4 0-16</inkml:trace>
  <inkml:trace contextRef="#ctx0" brushRef="#br0" timeOffset="9878.07">811 9540 0,'-4'0'0,"2"-2"0,-7 0 0,5 2 0,4 0 0,-7 0 0,11-2 0,-1 2 16,-1 2-16,9 0 0,0 3 0,2-3 15,7 2-15,2 3 0,18-5 31,6 0-31,0 0 0,9-2 0,18-2 16,-5-4-16,-1-3 0,23-4 0,-6-1 16,-3 3-16,-14 0 0,-15 3 0,-5-1 15,-3 2-15,2 3 0,-4-3 0,0 3 16,-5 1-16,-4-1 0,-8 4 0,-10 0 16,3 0-16,-7 4 0,-5-4 0,3 5 15,2-3-15,-9 2 0,5 3 16,-5 0-16,0 4 0,1 0 0</inkml:trace>
  <inkml:trace contextRef="#ctx0" brushRef="#br0" timeOffset="11152.44">9977 9441 0,'2'0'0,"-2"0"0,0 0 16,0 0-16,0 2 0,0 1 0,-2-1 15,2 2-15,-4 3 0,1-1 0,-1 5 16,-5-2-16,3 0 0,-5 2 0,-1 2 16,-3-2-16,-5 5 0,-2-3 0,-2-4 15,2 2-15,-2-7 0,-3 1 16,7-5-16,-4 0 0,0 0 0,0-5 16,-1 3-16,-1-2 0,-3-1 0,1-1 15,-10-1-15,-8 0 0,-1-1 0,6 5 16,7 3-16,4 3 0,5 1 0,-1 3 15,2 1-15,-1 1 0,1 2 0,-5 3 16,3-1-16,-5 0 0,5 0 16,-5-2-16,2 0 0,5-2 0,2-2 15,0-1-15,2-3 0,2-3 0,1-3 16,-1 1-16,0-4 0,1-1 0,-3-2 16,0-2-16,-2 2 0,2-6 0,-6 2 15,1-3-15,-1 1 0,-3 1 16,5 3-16,-5 7 0,3 0 0,-1 4 15,1 0-15,-5 4 0,0 0 0,-2 5 16,2 0-16,-2 2 0,2 0 0,3 2 16,1-2-16,3 0 0,4-2 0,0 0 15,3-5-15,3 1 0,-1-1 16,-3-2-16,1 1 0,-1-3 0,-2-3 16,-4 1-16,-2-2 0,-7-1 0,-3-3 15,3-1-15,5-2 0,-8 2 0,8 0 16,1 3-16,3 1 15,0 3-15,-1 0 0,1 0 0,0 4 0,-3 2 16,-1 1-16,-3 1 0,0 1 0,0-1 16,2 1-16,3 0 15,0-3-15,1 0 0,5 1 0,1-1 16,-3-2-16,2-2 0,2-2 0,-4 0 0,-2 0 0,-1-3 16,-5 1-16,1-5 0,-2 3 15,5-5-15,-7 2 0,8-2 16,1 2-16,2 2 0,2 3 0,3 2 0,-1-1 15,0 3-15,3 0 0,-3 0 16,-2 3-16,3-3 0,-8 2 0,3 0 0,-2 0 16,0 3-16,-5-5 0,3 4 15,2-4-15,1 0 0,4 2 0,-1 1 16,2-1-16,1 0 0,5 0 0,-3 0 16,2 3-16,2-5 0,-2 4 0,2-2 15,0 3-15,-3 1 0,3 1 0,-2 2 16,-2 2-16,1 11 0,-10 4 15,2-1-15,-2-1 0,0-9 0</inkml:trace>
  <inkml:trace contextRef="#ctx0" brushRef="#br0" timeOffset="18396.48">840 11121 0,'2'0'0,"-2"0"0,-2-2 0,2 2 0,0-2 0,2 2 0,5 0 0,-3 0 31,5-2-31,4-1 0,7 3 0,4 0 15,3-2-15,19 0 0,0 0 16,-1 0-16,-4-3 0,6 3 16,17-7-16,2 3 0,26-8 0,-1 6 0,-18-3 15,-14 2-15,1 2 0,-3 1 16,9-1-16,5 2 0,-10 1 0,-3 4 16,-10-4-16,1 4 0,-3 0 0,9 0 15,-4 2-15,0 0 0,-9 2 0,-7 1 16,-11-1-16,-6-1 0,2 1 0,2-2 15,-7 0-15,3 1 0,-5 1 0,-2-4 16,0 0-16,0 2 0,-4-2 0,1 0 16,1 0-16,-7 0 0,1 0 15,-1-2-15,2 2 0,-15 0 0,5-2 16,3 2-16,1 0 0,2-2 0,0 2 16,0 0-16,2 0 0,3 0 0,-1 0 15,-2 0-15,-2 2 0,0-2 0,3 0 16,-3 2-16,0-2 0,-3 4 15,3 3-15,0 0 0,0 1 0,0-1 16,0 2-16</inkml:trace>
  <inkml:trace contextRef="#ctx0" brushRef="#br0" timeOffset="26094.54">8762 11135 0,'0'0'0,"0"-7"0,0 7 0,-4-9 0,-1 0 16,1-2-16,-3 2 0,3 3 0,-3-3 16,3 5-16,-1-1 0,-1 1 0,4 2 15,-7-1-15,2 6 0,3-1 0,-3 2 16,1 1-16,-1 3 0,3 6 0,1-1 15,1 5-15,0 1 0,4 1 16,0 4-16,3 12 0,1-3 0,-1 0 16,-1-2-16,5-3 0,-2 5 0,-3-2 15,3 2-15,-1 5 0,3 8 16,0 1-16,2-3 0,-2-7 0,0-2 16,-1-6-16,1-5 0,-2-6 0,4-7 15,-5 0-15,5-2 0,-4 0 0,2-3 16,0-1-16,2-1 0,-5 0 0,3-1 15,2-1-15,2-2 0,-2 2 0,0-2 16,3 2-16,-1-2 0,0 2 0,3-2 16,-1 0-16,0 0 0,1 0 15,2 0-15,-1 0 0,5 0 0,-2 0 16,7-2-16,3-2 0,3-1 0,3 3 16,1-2-16,-2-1 0,3 3 0,-3-2 15,1-3-15,-3 3 0,2-1 0,7 1 16,6 4-16,1-4 0,4 1 15,-5 1-15,-1 2 0,-1 0 0,0 0 16,7 0-16,2 0 0,5-2 16,-3 2-16,-2-2 0,-4 4 0,-5-4 0,7 4 15,4-2-15,5-2 0,0 2 0,0-2 16,-7-1-16,2 1 0,3 2 16,4-2-16,4 0 0,-4-3 0,-5 5 15,1 0-15,6 0 0,9-4 0,-4 4 16,-1-2-16,-2 2 0,-1 2 0,5 2 15,-1-4-15,2 0 0,-5 3 0,-2-1 16,5 2-16,-3-2 0,5 1 16,-7-1-16,-2 2 0,-2-2 0,4 3 15,9-3-15,-5 0 0,-6 3 0,-2-1 16,2 3-16,2-5 0,13 2 0,-10-2 16,-3 3-16,-4 1 0,-1-3 0,8-1 15,1 2-15,-1-2 0,-8 5 0,-1-2 16,4-3-16,2 2 0,-2 1 15,-2-5-15,-5 4 16,-4 0-16,-2-1 0,2 1 0,2 0 0,6 1 0,-5-3 16,-6-4-16,-3 2 15,-6 0-15,4-2 0,3 2 0,1 0 16,4-3-16,-3 3 0,-6 0 0,-4 0 0,-5 0 16,-4 0-16,2 0 0,2 0 0,3 0 15,-1 0-15,1 0 0,-7-4 0,-3 2 16,-3-3-16,-1 3 0,-4-2 0,-5 2 15,-2-1-15,-1-1 16,-1 0-16,2 1 0,-4-1 0,2-3 0,-3 1 16,3-1-16,-2 0 0,0 1 0,0-1 15,-2-2-15,1 1 0,-1 1 0,-3-2 16,-1 0-16,-1-2 0,2 2 0,-2-2 16,-2-2-16,0 2 0,0-6 0,0-1 15,0-2-15,0-2 0,-2-2 16,0-7-16,2-2 0,2 0 0,0 0 15,3 2 1,-3 2-16,0 3 0,3-1 0,-1 1 16,-2-1-16,0-6 0,1 0 0,-3-4 0,0 1 0,2-1 0,-2 4 15,2 4-15,-2 3 0,0 1 16,-2 3-16,2 7 0,0-3 0,0 3 16,2-1-16,-2-1 0,0-1 0,2-2 15,-2 1-15,2-1 0,1 0 0,-1 0 16,0 5-16,0 1 0,0-1 15,-2 4-15,0 0 0,0 0 0,0 2 16,0 2-16,3 1 16,-3 1-16,-3 3 0,3-2 0,0 2 0,-2 2 0,-2 2 15,-3 2-15,1 1 0,-5-1 0,2 0 32,2 1-32</inkml:trace>
  <inkml:trace contextRef="#ctx0" brushRef="#br0" timeOffset="46433.98">14997 12149 0,'0'0'0,"-2"-2"0,0-1 0,2 1 16,0 0-16,0 0 0,0 2 0,0 0 16,0 2-16,2 2 0,0 3 0,3 4 15,-1 4-15,1 3 0,-1 6 16,3 12-16,-1 3 0,1 1 0,0-3 16,-3 3-16,3-7 0,-5 3 0,2-3 15,-2-3-15,1-1 0,-1 0 0,-2-1 16,0-3-16,-2-5 0,-1-5 15,-1 0-15,0-4 0,-3-4 0,3 0 16,-1-3-16,1-2 0,-3-2 0,3-4 16,-1-1-16,1-6 0,-1-4 0,1 2 15,2-5-15,-3-4 0,5-7 0,0-1 16,3-8-16,-1-4 0,4-17 0,-1 1 16,4 5-16,0 0 0,-1 9 15,3 0-15,0 5 0,5 3 0,4-6 16,0 5-16,-1 6 0,3 9 0,0 4 15,-4 5-15,0 4 16,-1 9-16,-1 0 0,4 7 0,0 2 16,2 8-16,0 5 0,-3 1 0,1-1 0,-4 2 0,-3-2 15,0 2-15,-6-4 0,-3-5 16,-6-1-16,0-1 0,-3 2 0,-3-1 16,-3-3-16,-3 4 0,-1-4 15,-5 2-15,0 0 0,0 1 0,-2-3 16,2-2-16,1-3 0,1-1 0,0-1 0,3-4 15,2 0-15,2 0 0,2-2 16,2 0-16,3 2 0,2-3 0,-1 3 16,6 3-16,-1 1 0,2 0 0,5 5 15,-2 0-15,6 2 0,-4 2 0,6 0 16,1 3-16,-3-1 0,7 1 16,-3-1-16,1 1 15,2-1-15,2-2 0,0 3 0,-2-5 0,0 2 0,4-4 16,-4 0-16,2-3 0,-2 1 0,-1-3 15,-1-1-15,0 1 0,-3-4 0,3 0 16,-1-4-16,1 4 0,4-5 16,-2 1-16,4 1 0</inkml:trace>
  <inkml:trace contextRef="#ctx0" brushRef="#br0" timeOffset="46607.92">15882 12519 0,'-3'2'0,"3"1"0,0-3 0,5 0 0,-3 0 0,5 0 0,-1-3 0,5 1 15,0 0-15,5-2 0,-3 4 0,2-5 16,1 3-16,1 0 0,6-3 0,-4 1 16,1 0-16,0-3 0,0 3 15,-2-3-15,-3-2 0,0 5 0,-6-3 16,-2 0-16,-3 1 0,-2-3 0,-4 0 16,4 0-16,-2-2 0</inkml:trace>
  <inkml:trace contextRef="#ctx0" brushRef="#br0" timeOffset="46766.4">15802 12420 0,'0'-4'0,"-2"4"0,2-3 0,-2 1 0,2-2 0,2-1 16,2-1-16,5 1 0,4-4 0,5 3 15,0-3-15,4 0 0,6-2 0,1 2 16,0 1-16,-3 1 0,3-2 16,0 3-16,-3-1 0,3 0 0,-1-2 15,1 5-15,-5-5 0,-2 3 0,-6 1 16,-1-1-16</inkml:trace>
  <inkml:trace contextRef="#ctx0" brushRef="#br0" timeOffset="47227.41">16336 12030 0,'0'-2'0,"0"-3"0,0 5 0,4-4 0,-2-5 0,3 2 0,1 1 15,1-3-15,0 0 0,2 0 16,-1 0-16,3-2 0,-2 3 0,4-1 16,-2 2-16,5-2 0,-1 5 0,7-5 15,0 2-15,3 3 0,1 0 0,-2 1 16,3 3-16,-5 0 0,2 3 16,-4-1-16,-2 2 0,-3 3 0,-2-1 15,-2 3-15,0 2 0,-6 0 0,-1 0 16,-2 5-16,-4-1 0,-2 1 0,-1 1 15,-4 3-15,-2-2 0,0-3 0,3 1 16,-3-5-16,4 0 0,0 0 16,3 0-16,4-2 0,0-1 0,2 3 0,5-2 15,2 2-15,4-2 0,0 0 16,2 0-16,3 2 0,-2-2 0,1 2 16,1 0-16,-3 2 0,3 0 0,-3 2 15,1 1-15,-3-1 0,0 3 0,-4-3 16,-2 1-16,-3 1 0,-4 1 15,-2-2-15,-5-1 0,-4 0 0,-2-4 16,-2 3-16,-3-3 0,0 0 16,-2-2-16,1-3 0,1 3 15,0-2-15,3-3 0,4-2 0,2 0 0,2-2 0,5-2 16,2 0-16,2-2 0,3 1 16,1-3-16,8-1 0,1-2 0,1 1 0</inkml:trace>
  <inkml:trace contextRef="#ctx0" brushRef="#br0" timeOffset="47544.83">17085 12241 0,'-2'0'0,"0"3"0,0 1 0,-5-2 0,3 0 15,-1 5-15,1 0 0,-3-1 0,1 3 16,1 2-16,1 0 0,2 0 0,2 2 16,0 1-16,4-1 0,1-2 0,1 2 15,3-2-15,0-2 0,4 0 0,-2 0 16,2-3-16,1-1 0,-1-3 15,2 0-15,-2-4 0,-2 0 0,3-3 16,-3 1-16,0-7 0,-2 2 0,-5-7 16,3 1-16,-3-3 0,-4 1 0,0-1 15,-4 1-15,-1 1 0,-1 1 16,-3-1-16,-2 3 0,-5 4 16,3 0-16,-2 1 0,-5 1 0,2 2 0,0 5 15,1 0-15,-3 3 0,5 1 0,-1 3 16,5-1-16,0 3 0,4 2 0,3 2 15,4-2-15,0 3 0,4-1 0,5-2 16,2 0-16,3-2 0,-3-5 16</inkml:trace>
  <inkml:trace contextRef="#ctx0" brushRef="#br0" timeOffset="47878.03">17509 12166 0,'2'5'0,"-4"-5"0,0 2 15,2 0-15,-3 0 0,-1 3 0,4-1 16,-4 5-16,4-2 0,0 4 0,0 0 16,2 2-16,2 2 0,1 1 0,1 1 15,1-1-15,4 4 0,0-3 32,2-1-32,3-3 0,-3-2 0,2 0 15,1-6-15,-1-1 0,3-4 0,-3 0 16,3-4-16,-3-5 0,1-2 0,-1 0 15,-2-5-15,-4 5 0,-2-4 0,-1-7 16,-1 2-16,-5 4 0,-2 3 16,-5 2-16,-4-2 0,-5 4 0,-3-2 15,-3 4-15,-3-1 0,-1 3 0,2 1 16,-1 2-16,3 2 0,2-3 0,3 6 16,-3-3-16,7 4 0,0 0 0,2 3 15,2 0-15,0 4 0,4 0 16,-1 2-16,-1-2 0,1 2 0</inkml:trace>
  <inkml:trace contextRef="#ctx0" brushRef="#br0" timeOffset="49952.24">6286 12669 0,'-4'0'0,"1"0"0,3 0 0,-6-2 16,4 2-16,2-2 0,0 2 16,0-2-16,2-1 0,4 3 0,-1 0 15,4-2-15,2 2 0,0 0 0,2 2 16,5-2-16,1 3 0,6-1 0,10 0 16,0 0-16,-2-2 0,3 2 15,-1 1-15,2-1 0,-1-2 0,3 0 16,12 2-16,-2 0 0,3-2 0,15 0 15,-8 0-15,-4 0 0,-15 0 0,2 5 16,0-3-16,2 2 0,11 1 16,4-1-16,1-2 0,-7 0 0,-5 3 15,3-1-15,-2-2 0,10 3 0,1-1 16,1 1-16,-5-1 0,-8-2 0,3 3 16,2-3-16,6-2 0,3 0 0,2-2 15,-9-3-15,-2 3 0,0 0 0,4 2 16,7-2-16,0-3 0,2-1 15,-8 1-15,-6 1 0,4 2 0,3-1 16,5-1-16,0 2 0,-7 0 0,-6-1 16,-2 6-16,-1-3 0,9 0 15,1 0-15,-1-3 0,-4 1 0,-7 0 16,1 0-16,-1 2 0,5 2 0,1-2 16,1-2-16,0 0 0,-6-1 0,-1 3 15,-2-2-15,-2 2 0,9 0 0,4-2 16,2 2-16,0-2 0,-4 2 0,-4 0 15,-1-2-15,-1 2 0,10 0 16,2 0-16,-1-3 0,-3 1 0,-7-2 16,-3 4-16,7 0 0,4-2 0,3-1 15,3-3-15,-7 1 0,-7-1 0,-1 1 16,3 3-16,8-2 0,1 1 0,1-1 16,-3 0-16,-2-1 0,-6 3 0,6 0 15,2 0-15,3-1 0,2-1 16,-5 2-16,-4 0 0,-2-1 0,-1 1 15,5 0-15,3 0 0,1 0 0,-1 2 16,-6-3-16,-5 1 0,-1 0 0,3 0 16,3-3-16,6 3 0,-3 0 0,-4 0 15,-3 0-15,-6-1 0,4-1 16,3-1-16,4 1 0,0 0 0,0 1 16,-5 1-16,-6 0 0,4-2 0,-2 1 15,5 3-15,-5-2 0,4 2 0,1 0 16,-5-2-16,-4 0 0,-5 0 15,0-1-15,3 8 0,-1-5 0,3 2 16,-3-2-16,3-2 0,0-3 0,0 3 16,-7 0-16,0 0 0,-2 2 0,-3 0 15,1 0-15,0 0 0,-1 2 0,3-2 16,-2 0-16,2-4 16,-5 1-16,5 1 0,-2 0 0,-3 2 0,-2-2 15,1 2-15,-3 2 0,2-2 0,0 0 16,0 2-16,1 0 0,1-2 0,-2 3 15,5-1-15,-3-2 0,3-2 0,-5 2 16,3 0-16,-3 0 0,0-3 16,-6 1-16,0 0 0,-3 2 0,-2 0 15,-4 2-15,4-2 0,-4 0 0,0 0 16,-2 0-16,-1 0 0,-1 0 0,-1 0 16,-2 0-16,3 0 0,-3 0 0,0 0 15,0 0-15,0 2 0,1-2 16,-10 3-16,9-3 0,0-3 0,-2 3 15,-8 0-15,5 3 0,8-3 0,-3-3 16,0 3 0,-2 0-16,0 3 0,-2-3 0,-2 4 0,-1-4 0,1 2 0,-3-4 15</inkml:trace>
  <inkml:trace contextRef="#ctx0" brushRef="#br0" timeOffset="51102.33">1113 13339 0,'-4'3'0,"4"-6"0,0 3 0,0 0 0,-2-2 0,4 2 0,-2-2 16,2 2-16,7 0 0,-5 2 16,5 0-16,2-2 0,3 3 0,-3-1 15,8 2-15,-3-4 0,6 2 0,4-2 16,10 3-16,8-3 0,-5-3 0,6 3 15,1 0-15,13-4 0,1 2 16,-3 0-16,14-1 0,-1-1 0,-6 0 16,-6 4-16,-3-5 0,-7 5 0,-1 0 15,-1 2-15,5 1 0,6 1 0,0-2 16,-6 5-16,0-5 0,-12 2 0,-1 1 16,-3-1-16,9-2 0,-4 1 15,2-1-15,-3 2 0,1-4 0,-9 2 16,0 1-16,-2-3 0,-5 0 0,2 0 15,-8 2-15,0-2 0,-5 2 16,-2-2-16,-5 2 0,3-2 0,0 3 0,-5-1 16,3-2-16,-5 0 0,-2 0 0,-9 0 15,5 0-15,4 0 0,-4 0 16,4 0-16,0 0 0,-3 0 0,3 0 16,0 0-16,0 0 0,0 0 0,7 0 15,-5 2-15,0-2 0,5 0 0,-7 0 16,2 0-16,-2 0 0,0 0 15,0 0-15,0 0 0,0 0 0,0 0 16,0 0-16,0 0 0,-2 0 0,2 0 16,0 0-16,0 0 0,0-2 0,0 4 15,0-4-15,0 2 0,0 0 0,0 0 16,0 2-16,2 0 0,-2-2 16</inkml:trace>
  <inkml:trace contextRef="#ctx0" brushRef="#br0" timeOffset="62587.12">12213 14889 0,'0'3'15,"-2"-6"-15,-1 3 0,-1-2 0,2 2 0,-1 0 0,3 0 0,0 0 0,0 0 0,3-2 0,-1 2 32,5 0-32,-1-2 0,5 2 15,0-2-15,2-1 0,3 3 0,1-4 16,3 2-16,-2 2 0,8-5 0,-6 5 16,7-2-16,-3 2 0,-2-2 0,0 2 15,2 0-15,1-2 0,-1 0 0,2 2 16,3 0-16,2 0 0,2 0 15,15 0-15,-1 0 0,-1-5 0,-4 5 16,-2-4-16,-3 2 0,1-3 0,-1 1 16,5 4-16,2-2 0,-2-3 0,0 1 15,-5-1-15,-1 3 0,-3 0 16,-5 2-16,1 0 0,-3 2 0,3-2 16,-2 2-16,-1 0 0,0-2 0,-1 0 15,3 0-15,-3 0 0,1 0 0,-4 0 16,-2 0-16,-2 3 0,-3-3 0,-2 2 15,1-2-15,-3 0 0,-3 0 16,3 0-16,-4 0 0,-3 0 0,1-2 16,-1 2-16,-4 0 0,-9 0 0,5 2 15,6-2-15,3-2 0,-3 2 0,-2-3 16,0 3-16,0 0 0,0 0 0,0 0 16,2-2-16,-2 2 0,2 0 0,-2 0 15,-2 0-15,2 0 0,-2 0 16,2-2-16,0 2 0,0 0 0,0 0 15,-2 0-15,2 0 0,0 0 0,-3 0 16,3 0-16,0 0 0,-2 0 0,2 0 16,0 0-16,0 0 0,0 0 0,0 0 15,-2 0-15,2 0 0,-2 0 16,2 0-16,0 0 0,0 0 0,0 0 16,-2 0-16,2 0 0,-3 0 0,3 0 15,0 0-15,0 0 0,0 0 0,0-2 16,0 2-16,0 0 0,0 0 15,-2 0-15,2 2 0,0-2 0,0 0 16,0 0-16,0 0 0,-2 0 0,2 0 16,0 0-16,0 0 0,0 0 0,-2 0 15,0 0-15,-1 0 0,-1 2 0,0 0 16,-1 3-16</inkml:trace>
  <inkml:trace contextRef="#ctx0" brushRef="#br0" timeOffset="73126.28">14510 14347 0,'0'-2'0,"0"0"0,0-3 0,-2 1 0,0-1 0,2-1 0,-5 1 16,3-1-16,-2 1 0,-1 1 0,3 2 31,-2-3-31,2 5 0,-5 0 16,3 0-16,-3 0 0</inkml:trace>
  <inkml:trace contextRef="#ctx0" brushRef="#br0" timeOffset="73749.1">13758 14605 0,'0'0'0,"-2"0"0,2 0 0,-2-2 16,-2 2-16,1-2 0,3-1 0,0-1 16,0 2-16,7-3 0,-3-1 15,7-1-15,5 1 0,1-3 0,8 0 16,8-4-16,0 2 0,2-3 0,-2 3 15,-2 0-15,0-2 0,-2 2 16,-3 0-16,-2 0 0,-2 0 0,-2 2 16,-2 3-16,-5-3 0,-2 2 0,-2 1 15,-2 1-15,-7 3 0,0 0 0,-5 0 16,-2 6-16,1-4 0,-1 4 0,-2-1 16,-2 3-16,0 1 0,-2-1 0,2 3 15</inkml:trace>
  <inkml:trace contextRef="#ctx0" brushRef="#br0" timeOffset="73938.38">13738 14477 0,'0'0'0,"-4"0"0,4 0 0,0 0 0,-4 0 0,4-2 0,-3-2 0,3 1 15,3 1-15,1-2 0,0-1 0,5-1 16,2-1-16,5 0 0,-1-1 0,5-3 16,9 0-16,2-3 0,-1 1 15,-1-2-15,-2 4 0,-3-3 0,-2 1 0,0 2 16,-4 2-16,-3-2 0,-2 3 15,-2 3-15,-2-2 0,0 3 0,-5 0 16,1 4 0,-5 2-16,4-2 0,3-2 0,-3 2 0,3-3 0</inkml:trace>
  <inkml:trace contextRef="#ctx0" brushRef="#br0" timeOffset="74337.42">14766 13963 0,'0'-2'0,"-4"0"0,-1 2 0,-4-4 0,-2 4 16,0 0-16,-2 2 0,-2 0 0,-3 2 15,0 1-15,-8 6 0,2 2 16,-1 0-16,3 3 0,-2 1 0,4 1 16,0 2-16,1 0 0,3 2 0,5-2 15,2 2-15,3 0 0,3 2 0,3-4 16,5 2-16,4-2 0,2 0 0,4-3 16,3-1-16,8-1 0,3-4 15,6-2-15,14-5 0,-1-2 0,-4-4 16,0 2-16,-8-4 0,-3-1 0,-7 3 15,-6 0-15,-2-5 0,-3 3 0,-4 0 16,2-1-16,-2 3 0,-2 0 0,-2 2 16,-3 0-16,1 0 0,-3 4 0,0-2 15,-2 1-15,0 1 0,0 0 16,0 3-16,2 0 0,3-3 0</inkml:trace>
  <inkml:trace contextRef="#ctx0" brushRef="#br0" timeOffset="80768.88">981 16230 0,'-2'-2'0,"-5"0"0,3-3 0,-7-1 0,2 1 0,-2-1 16,7-1-16,-7 2 0,2-1 0,2-1 15,-2 1-15,1 1 0,3-1 0,-4-1 16,1 0-16,3 3 0,-2 0 0,5-1 15,0 3-15,-2-2 0,-1 4 0,3 0 16,2 0-16,2 0 0,5 4 16,-5 0-16,7 3 0,-2 2 0,4 2 15,6-2-15,-1 2 16,3 2-16,3-4 0,5 2 0,6 4 0,2-2 0,-4-2 16,4-2-16,-4 0 0,2-2 0,-4 2 15,4-1-15,2 1 0,12 2 16,1-4-16,1-1 0,4-1 0,0 1 15,-1 1-15,-10-3 0,0 1 0,-4-1 16,1-2-16,8 3 0,3-3 0,1-4 16,-5 0-16,-6 2 0,0 4 15,-5 3-15,0-3 0,3-2 0,-1 1 16,7 1-16,-2 3 0,5-3 0,-8 0 16,-8 3-16,0 2 0,-4 0 0,3-3 15,-1 3-15,6 0 0,7-3 0,0 3 16,2 0-16,0-2 0,-6-1 0,-3 1 15,-4-3-15,-2-4 0,4 5 16,0-3-16,6-2 0,8 0 0,1 0 16,-4 0-16,-4 2 0,0-2 0,-12 2 15,8-2-15,-3 0 0,4 0 0,7 0 16,-2 3-16,5-3 0,-6-3 0,-1 3 16,-5 0-16,-2 0 0,1-2 0,1 0 15,0 2 1,5-2-16,4 0 0,2-1 15,0 1-15,-6 0 0,-5-2 0,-4 4 0,5-5 0,-8 5 0,8-4 16,-1 2-16,4-1 0,-1 3 16,-3-2-1,1 2-15,-10 0 0,0-2 0,3 2 16,-5 0-16,-2 0 0,0-4 0,-2 1 0,5 1 0,3 0 0,-4 2 16,5 0-16,0 0 0,-1-2 0,1 4 15,-2-2-15,-10 2 0,3 0 0,-7 1 31,1-1-31,-3 0 0,-3 2 16,3-1-16,-2-1 0,-2 0 0,2 2 16,-1-4-16,-5 3 0,1-1 0,3-2 15,-3 0-15,0 0 0,-1 0 0,-3 0 16,2 0-16,-11 0 0,5-2 0,8 4 16,-4-2-16,4 0 0,-10 0 15,1 0-15,5 0 0,-4 0 0,4 0 16,0 0-16,4 4 0,-1-2 0,-3 1 15</inkml:trace>
  <inkml:trace contextRef="#ctx0" brushRef="#br0" timeOffset="82004.37">14314 15606 0,'0'-4'0,"0"1"0,0 3 0,-2-2 16,0 0-16,-1 0 0,1 2 0,0-2 0,-2-1 0,4 3 16,-5 5-16,3-1 0,0 1 0,-3 6 15,3-3-15,-2 8 16,1 2-16,-1 4 0,0 11 0,-1 2 16,1-2-16,-1 4 0,-1-1 0,-1-3 0,1-2 0,-1 0 15,0-5-15,1 3 0,-3-1 16,0-3-16,2-3 0,1 0 0,-3-2 15,5-3-15,-3-1 0,-2-3 16,5-2-16,-1 2 0,1-4 0,2-2 0,0 1 16,-1-1-16,1-5 0,0 0 15,6-6-15,-1 0 0,-3-1 0,0 7 16,0 1-16,0-6 0,0-1 0,4-3 16,-4 3-16,4-3 15,1 3-15,-1-3 0,3 3 0</inkml:trace>
  <inkml:trace contextRef="#ctx0" brushRef="#br0" timeOffset="82349.03">14488 15807 0,'-2'0'0,"2"0"0,0 0 0,0-3 16,0 1-16,-2 2 0,2 0 15,-2-2-15,2 2 0,-3 0 0,1 2 16,0-2-16,0 5 0,-3-1 0,1 5 15,-3-3-15,1 6 0,-1-1 0,-2 0 16,-4-3-16,0 6 0,-9 1 0,2 0 16,-4 1-16,2-5 0,-3 2 0,3-4 15,2 0-15,3-3 0,1 3 16,5-2-16,3-1 0,1 1 0,2-3 16,5 1-16,3 2 0,3-3 0,3 0 15,0 3-15,4-3 0,3 1 16,-1-1-16,5 3 0,0-3 0,0 3 15,-1-1-15,1-1 0,-2 1 0,-3 1 16,1 0-16,-3-1 0,0 1 0,-4 0 16,2 1-16,-2-1 0,-2 2 0,-3-5 15,3 5-15,-3-5 0,-4 3 0,4-3 16,-1-1-16,1-1 0,3-2 0,-1 0 16,-1 0-16</inkml:trace>
  <inkml:trace contextRef="#ctx0" brushRef="#br0" timeOffset="82586.21">14795 16012 0,'0'2'0,"-5"-2"0,5 0 0,0 0 0,0-2 0,5-1 0,-1 1 16,3 0-16,1 0 0,1-3 0,0 1 15,4-3-15,-2 1 0,3-3 0,1 2 16,3-1-16,1-1 0,1 2 15,2 3-15,-4-1 0,0 1 0,-5 0 16,0 1-16,-4 1 0,-2 0 0,-3-3 16,0 3-16,-1 0 0,-1 2 15,0 0-15,-2 0 0,0 0 0,0 0 16,0 0-16,0 0 0</inkml:trace>
  <inkml:trace contextRef="#ctx0" brushRef="#br0" timeOffset="82822.95">14781 15884 0,'5'0'0,"-5"-5"0,0 5 0,0-4 0,4 0 16,-2-1-16,3-1 0,1-1 0,1 0 16,2-1-16,0-1 0,2 2 15,0-4-15,0 2 0,2 0 0,2 3 16,-1-3-16,-1 0 0,2 0 0,-1 3 15,3-5-15,-1 6 0,-1-1 0,-6-1 16,2 3-16,-4 1 0,-1 1 16,1 0-16,-3 0 0,3 0 0</inkml:trace>
  <inkml:trace contextRef="#ctx0" brushRef="#br0" timeOffset="83619.39">15602 15341 0,'-3'0'0,"1"-2"0,-2-2 0,2-3 0,-1 1 16,-3 1-16,1-1 0,1-1 0,-7 5 15,2-3-15,-2 3 0,-2 2 0,-5 0 16,1 2-16,-1 3 0,0 1 15,1-1-15,-1-1 0,3 3 0,-3 2 16,5-5-16,2 3 0,2-1 0,4-4 16,-1 3-16,4-1 0,-1-2 0,1 1 15,0 1-15,2 3 0,-2 2 16,2-1-16,-2 3 0,2 9 0,0 2 16,0 3-16,-3-1 0,3 0 0,-2 0 15,0 1-15,0-6 0,0 1 0,-1 0 16,1-2-16,2-5 0,0 0 0,0-4 15,0 0-15,2-3 0,1-1 16,1-1-16,3-4 0,-1 0 0,3-2 16,0 0-16,0-3 0,6 1 0,1-3 15,3 3-15,-1-5 0,6 3 0,-2-3 16,9 0-16,-2-2 0,0 6 0,-3 1 16,-2 0-16,-2 4 0,-2 0 15,-2 4-15,-5 0 0,0 1 0,-2 1 16,-4 3-16,-1 0 0,-3 2 0,-1 2 15,-4 1-15,-1 1 0,-1 0 0,0 5 16,-5-2-16,0 0 0,-2 1 16,0-1-16,0 2 0,0-2 0,-2-3 15,4 0-15,-4-1 0,2-3 0,0-2 16,2-1-16,2 1 0,3-4 0,-1-3 16,1 0-16,4-4 0,4 2 0,1-9 15,1 2-15,-1-1 0,-1-1 0</inkml:trace>
  <inkml:trace contextRef="#ctx0" brushRef="#br0" timeOffset="83972.44">16016 15341 0,'-4'0'0,"-1"3"0,5-3 0,-4 0 0,-3 0 0,3 2 0,-3 0 0,1 5 0,-1 1 15,-4 3-15,0 3 0,2 1 0,0 3 16,3 2-16,1 8 0,3 1 15,4-5-15,7 0 0,0-1 0,4-6 16,3 1-16,1-5 0,3-2 0,0-2 16,0-5-16,4-2 0,0-2 0,1 0 15,-1-6-15,0-1 0,-2-4 0,0 0 16,-4-2-16,-3-7 0,-2 0 0,-4 0 16,-2-4-16,-3-2 0,-6-1 0,-5-1 15,-4-1-15,-4 5 0,-3-1 16,-1 3-1,3 9-15,-4 0 0,-11 4 0,3 3 0,8 1 0,-9 5 0,-2 5 16,11-1 0,-8 5-16,4 2 0,-1 4 0,10-4 0,2 2 0,2 12 0,0 1 15,8 1 1,3 6-16,5 0 0,4 2 0,-3 5 0,3-3 0,-7-2 0</inkml:trace>
  <inkml:trace contextRef="#ctx0" brushRef="#br0" timeOffset="86504.8">2324 17174 0,'-2'0'0,"0"0"0,-5-5 0,2 1 16,-1-1-16,1 1 0,-3 2 0,3-3 16,3 1-16,-7 0 0,9 1 15,-2 1-15,-2 0 0,1 2 0,3-2 16,-2 2-16,4 0 0,-2 2 0,7 0 16,-5 0-16,7 3 0,-2-3 0,4 2 15,2 1-15,5-1 0,-5 1 16,7-3-16,-3 2 0,3 1 0,4-3 15,12 0-15,-1 2 0,2-4 0,1 0 16,4 0-16,-5 0 0,1 0 0,8 0 16,-2 0-16,-6 3 0,-1-1 0,3 0 15,-1-2-15,1 0 0,6 0 16,-4 0-16,-4 0 0,-1 0 0,-4 2 0,9 1 16,-4-1-16,10 0 0,3 2 15,4-1-15,2-3 0,-6 2 0,-2-2 16,-5-2-16,0-5 0,9 5 0,6-3 15,1 3-15,2-5 0,-14 3 0,-10 2 16,1 0-16,3-1 0,4 1 16,3 2-16,-1 0 0,8-2 0,-10 2 15,-6 2-15,1 0 0,-1 1 0,4-1 16,3 0-16,1 0 0,1 0 0,-3 1 16,-2 1-16,-7-4 0,5 5 0,5-3 15,3-2-15,-1-2 0,2-1 0,-1 1 16,-6-2-16,-2 1 0,-4 1 15,-3 2-15,5 0 0,2-4 0,4-1 16,-4 1 0,0-3-16,-7 3 0,-2 4 0,-2 0 0,-2 0 0,-1 0 0,3 0 15,-7 0 1,5 0-16,0 0 0,-3 0 0,7 0 0,-4 0 0,0 0 16,1 0-16,-1-2 0,-7 0 0,2 2 15,-6-3-15,4 3 0,-2 0 0,-2 0 16,1-2-16,3 2 0,0 0 0,-6 0 15,4-2-15,-5 0 0,-2 2 16,5-5-16,-11 3 0,6 0 0,-2-2 16,-2 1-16,0 3 0,-5-4 0,3 4 15,-5 0-15,2 0 0,1 0 0,-5 0 16,2 0-16,0-2 0,-2 2 16,2-2-16,0 2 0,-2 0 0,5 0 15,-5 0-15,0 0 0,0 0 0,0 0 16,0 0-16,0 0 0,-7 0 0,14 0 15,-7 0-15,0-3 0,0 3 0,0 3 16,0-3-16,0 0 0,0 0 0,2 0 16,-2 0-16,0 0 0,0 0 0,0 0 15,0 0-15,0 0 0,-2 0 16,2 0-16,0 0 0,0 0 0,0 0 31,0 0-31,0 2 0,0-2 0,0 0 16,0 0-16,0 0 0,-5 0 0,5 0 15,-2 0-15,2 0 0,0 0 16,0 2-16,0-2 0,0 0 0,-2 0 16,2 0-16,0 0 0,0 0 0,0 0 15,0 0-15,0 0 0,0 0 0,0 0 16,-2 0-16,2 0 0,-2 0 0,2-2 16,0 0-16,0 2 0,0 0 15,0-3-15,0 3 0,0 0 0,0-2 16,0 2-16,0 0 0,0 0 0,0 0 15,0 0-15,0 0 0,0 0 0,0 0 16,0 0-16,0 0 0,-5 0 0,5 2 16,0-2-16,0 0 0,0 0 15,0 3-15,0-3 0,0 0 0,-2 0 16,2 0-16,0 2 0,0 0 0,-2-2 16,2 4-16,-2 1 0,2 1 0,0-1 15,2 4-15,2-1 0,1 1 0,-1-2 16</inkml:trace>
  <inkml:trace contextRef="#ctx0" brushRef="#br0" timeOffset="89181.6">14030 17024 0,'-3'0'0,"3"0"0,0-2 0,0-1 0,3-1 16,-1-3-16,0 3 0,0 2 0,0-3 15,-2 3-15,0 0 0,0 0 0,-2 4 16,0 0-16,-5 2 0,3 1 0,-3 6 16,3 2-16,-5 3 0,5 1 15,-5 3-15,2 4 0,3 7 0,-1 0 16,3 0-16,4-5 0,1 1 0,1-1 16,5-4-16,-3 0 0,1-4 0,4-3 15,-2-4-15,2-2 0,-2 0 0,2-2 16,0-3-16,0-2 0,-2-2 0,-1-2 15,1-2-15,0-3 0,-2 3 16,-1-3-16,1-2 16,-3-2-16,1-2 0,-1 2 0,1 2 0</inkml:trace>
  <inkml:trace contextRef="#ctx0" brushRef="#br0" timeOffset="89370.93">13811 16717 0,'0'0'0,"0"-2"0,0 0 0,-2 0 0,2-1 0,0 1 16,-2 0-16,2 2 0,0 0 0,0 0 15,2 0-15,0 0 0,-2 0 0,5 0 16,-3 2-16,4 3 0,1-1 0,0 3 16,4-1-1,-2 1-15,-1 0 0,-1 1 0</inkml:trace>
  <inkml:trace contextRef="#ctx0" brushRef="#br0" timeOffset="89545.29">14543 17160 0,'2'-2'0,"-2"2"0,5-2 0,-3 2 15,5-4-15,2-1 16,-1 1-16,6-1 0,-1 1 0,0 0 0,2-1 0,1 1 15,-1-1-15,3-1 0,2-3 16,0 4-16,-5-3 0,-4 3 0,-2-1 16,-2 3-16</inkml:trace>
  <inkml:trace contextRef="#ctx0" brushRef="#br0" timeOffset="89687.88">14495 16991 0,'-5'0'0,"5"0"0,-2 0 0,2-5 0,0 3 0,2-2 0,1-5 15,1 2-15,3-2 0,1 1 0,3-1 32,0 0-32,5 0 0,2 0 0,-1 3 0,7-1 0,-4 3 0</inkml:trace>
  <inkml:trace contextRef="#ctx0" brushRef="#br0" timeOffset="90163.79">15240 16691 0,'2'-2'0,"-2"-3"0,0 5 0,-2-2 0,0 0 0,-3-3 15,3 3-15,0 0 0,-2 2 16,-1 4-16,-1 1 0,1 6 0,-4 0 16,3 4-16,3 3 0,1 4 0,0 7 15,4-1-15,3 1 0,-1-3 16,7 1-16,0-5 0,2 0 0,1-4 15,1-5-15,5 0 0,-2-6 0,1-3 16,1-4-16,2-2 0,-2-5 0,0-2 16,0-4-16,-5-2 0,1-3 0,-5-2 15,-5 5-15,-1-1 0,-5-8 0,0 4 16,-5-2-16,-4 0 0,-4-2 16,-9-7-16,7 9 0,-5 4 0,-4 1 15,-3 4-15,10 2 0,-3 8 0,-9 3 16,9 3-16,0 1 0,-4 7 0,4 4 15,7-4-15,2 0 0,7 0 0,-1 0 16,7 3-16,3 1 0,1-2 16,-1 3-16</inkml:trace>
  <inkml:trace contextRef="#ctx0" brushRef="#br0" timeOffset="90370.54">15749 16742 0,'0'2'0,"-4"0"0,4-2 0,-4 2 0,1 3 0,-1-1 0,-1-2 0,3 3 16,0-3-16,-2 0 0,4 2 0,0-1 16,0-1-16,0 2 0,4-2 0,-2 3 15,5-1-15,0 1 0,-1-3 16,1 2-16,4 1 0,-5-3 0,3 0 16,-2 0-16,-1 0 0,-1-2 0,4 0 15</inkml:trace>
  <inkml:trace contextRef="#ctx0" brushRef="#br0" timeOffset="90800.77">15972 16459 0,'-2'0'0,"-3"-2"0,5-2 0,0-1 0,0-4 0,3 1 0,1-1 0,0 0 0,5 0 16,2-4-16,0 2 0,3 0 15,8-2-15,0 2 0,0 2 0,2 4 16,0 3-16,0 0 0,-2 4 0,1 0 16,-6 1-16,-4-1 0,-2 4 0,-4 3 15,-3-4-15,-4 3 0,-2 1 16,-4 0-16,-1 4 0,-4-4 0,-2 4 16,4-2-16,-4 5 0,2-3 0,2 0 15,2-2-15,5 5 0,2-5 0,2 0 16,7 0-16,6 2 0,5-2 0,2-2 15,3 0-15,-1-3 0,-2 3 0,-2-2 32,0 2-32,-5 2 0,-2 0 15,-2 2-15,-2 0 0,-2 3 0,-3 1 16,-4 1-16,0-1 0,-6 3 0,-3 0 16,-4-2-16,-3-1 0,1 1 0,-5-2 15,-2 1-15,0-4 0,-3 1 0,1-3 16,4-3-16,0 1 0,3-4 0,1-3 15,5 0-15,0-4 0,3 0 16,-1-3-16,2 1 0,3-3 0,-1 3 16,5-1-16,-2 3 0,2 2 0</inkml:trace>
  <inkml:trace contextRef="#ctx0" brushRef="#br0" timeOffset="129550.5">21268 3598 0,'2'0'0,"3"0"0,-5 0 0,4 0 0,1 0 0,-1 0 16,3 0-16,-3-4 0,0 4 0,1 0 15,-3-2-15,0 2 0,-2 0 16,2-2-16,-2 2 0,0-3 0,0 3 16,-2-6-16,-2 6 0,4-3 0,0 1 15,2 2-15,0 0 0,0 0 0,3 0 16,-3 0-16,0 0 0,0 0 15,1 0-15,-3 0 0,0 0 0,0 0 16,-5-4-16,1 4 0,4 0 0,-5 0 16,3 4-16,-2-4 0,4 0 0</inkml:trace>
  <inkml:trace contextRef="#ctx0" brushRef="#br0" timeOffset="130252.02">22130 3470 0,'5'-4'0,"3"4"0,-1-4 16,-3 1-16,1 1 0,-3 2 0,0 0 16,0-4-16,-2 4 0,0-2 0,-4 4 15,-7-2-15,-2 4 0,-9-4 16,-2 2-16,-5 1 0,-9 1 0,1 0 15,4-1-15,-2-1 0,-3-2 0,-8 0 16,-23 0-16,-19-5 0,-20-6 0,9-2 16,22 4-16,24 7 0,-4-2 0,4 4 15,-11 0-15,-7 0 16,-8 4-16,2-4 0,-1 5 0,-3 3 0,-5 1 0,-2 4 16,-3-2-16,-1 0 0,-1-4 0,-2 2 15,3 0-15,1-14 0,-8 10 16,0-1-16,0-4 0,2 7 0,-3-7 15,1 0 1,0 0-16,2 0 0,-2-7 0,8 5 0,-1 2 0,3-2 16,1 4-16,2 0 0,0 7 0,0 2 15,5 4-15,1-6 0,3 2 0,-2 5 16,-1-5-16,3 2 0,11 5 0,4-12 16,3 5-16,-5 0 0,-7 0 0,7 0 15,7-2-15,6-2 0,9-3 0,7-2 16,4-2-16,0-2 0,3 2 15,1 0-15,3 0 0,2-4 0,2 4 16,5 0-16,2 0 0,4-2 0,2 2 31,0 0-31,1-3 0,4 3 0,-1 0 0,14 3 0,-6-6 0,-3 3 0,0 0 32,0 0-32,-6 3 0,2-3 15,2 2-15,-2 2 0,6 5 0,-2 6 16,3-1-16,-3 1 0,0-4 0</inkml:trace>
  <inkml:trace contextRef="#ctx0" brushRef="#br0" timeOffset="133295.42">20093 9657 0,'0'-2'0,"0"-2"0,2-3 0,-2 3 0,2 1 0,-2 1 15,3-2-15,1 4 0,-2 4 16,3 1-16,-3 8 0,2 2 0,3 5 16,-3 4-16,3 14 0,-3-1 0,1 5 15,-1 2-15,0 3 0,-1 1 0,1 12 16,-2-3-16,3-8 0,-3-10 0,-2-6 16,-5-4-16,-1-5 0,-1-4 0,-4-5 15,0 1-15,-4-5 0,-1-2 16,1-5-16,2 1 0,-3-5 15,3-3-15,-2-1 0,4-7 0,-1-4 0,4-5 16,3-5-16,3-5 0,0-10 0,2-11 16,9-26-16,4-11 0,11-31 0,0 6 15,14-28-15,-16 57 0,0 7 0,4-2 16,-1 8-16,-1 7 0,0 7 16,-2 15-16,3 9 0,1 9 0,-2 8 15,0 3-15,3 2 0,2 2 0,12 5 16,12-1-16,5 8 0,-3 5 15,-9 4-15,-13 5 0,-11 1 0,-6-3 16,-1 5-16,-4 4 0,-2 7 0,-2 7 16,-14 10-16,-8 5 15,-5-4-15,-2-1 0,-3-8 0,-5-9 0,-6-9 0,-8-2 16,0 4-16,-4 4 0,1 6 0,5-6 16,5-1-16,6-5 0,5-2 15,4-5-15,-1-4 16,4 0-16,3-2 0,7-3 0,5 1 0,0-2 0,1 1 15,6-1-15,1 1 0,5 1 0,6-1 16,3 3-16,4 0 0,2 2 0,5 2 16,2-2-1,4 3-15,7 1 0,2 0 0,4 1 0,16 1 0,-4 1 16,-5 2-16,-9 0 16,12 0-16,-5-1 0,-9-1 0,-5-5 15,-8-2-15,-2-2 0,-5 0 0,-2 0 16,-2-3-16,0-1 0,2-3 0,-2 0 0,2 0 0,2 1 15,0-6-15,-2-1 16,3-5-16,-6 0 0,-1-2 0</inkml:trace>
  <inkml:trace contextRef="#ctx0" brushRef="#br0" timeOffset="133469.81">21568 9997 0,'0'-2'0,"-4"2"0,4 0 0,0-3 0,-3 1 16,6 2-16,1-4 0,3 2 0,1-1 15,3-3-15,3 1 0,3 1 0,1 0 32,2-3-32,6-2 0,1 0 0,-1 3 0,1-3 0,-1 2 0,-2 1 15,-2-3-15,-2 0 0,-2 0 0,-3 0 16,-1 5-16,-3-3 0,0 3 0</inkml:trace>
  <inkml:trace contextRef="#ctx0" brushRef="#br0" timeOffset="133612.43">21484 9829 0,'-2'-2'0,"-5"0"0,1 0 0,1-3 16,1 3-16,4 0 0,2 0 0,5-3 15,2 3-15,4-5 0,2 3 0,7-3 16,3 1-16,8-3 0,0 0 0,0-2 16,-2 2-16,-5-2 0,1 2 15,-3 5-15,-4-5 0,-1 0 0,-1 3 16</inkml:trace>
  <inkml:trace contextRef="#ctx0" brushRef="#br0" timeOffset="134250.49">22053 9437 0,'-2'0'0,"2"-7"0,0 7 0,-2-6 0,4-3 0,2 0 0,7-2 0,7 0 0,2-2 0,17-3 16,1 5-16,1 5 0,3 3 15,0 6-15,7 1 0,21 5 0,-6 0 16,-2 2-16,-14 2 0,-8 0 0,-11 3 15,-7-1-15,-13-4 0,-7 0 16,-2 0-16,-2 0 0,-7 5 0,-2-3 16,-7 7-16,1-1 0,-8 1 0,1 5 15,-7 3-15,2-1 0,7-1 0,7-2 16,8 1-16,7 3 0,9-1 0,9-5 16,6-7-16,5-2 0,4-2 15,-5 7-15,1-2 0,-2-1 0,-1 0 16,-2 3-16,-4-3 0,-4 5 0,-8 0 15,-3-2-15,-7 2 0,-5 2 0,-4 0 16,-9 2-16,-4-2 0,-7-2 0,-4 0 16,-3-3-1,1 1-15,-16-5 0,0-6 0,2-7 16,12 4-16,10 1 0,7-3 0,6 0 16,8-2-16,3 0 0,1 2 0,4-4 15,4 2-15,9-4 0,-2 1 0,5-1 16,1 2-16,-1-3 0</inkml:trace>
  <inkml:trace contextRef="#ctx0" brushRef="#br0" timeOffset="134584.53">23222 9836 0,'-3'0'0,"-5"2"0,-1 0 0,-9 5 0,0-3 15,-1 5-15,-1 0 0,-7 6 0,5-1 16,7 1-16,2 0 0,6 1 0,5-1 15,4 3-15,5-9 0,6 6 16,7 1-16,-5-7 0,14-1 0,2 1 16,-11-7-16,10-2 0,-1-2 0,0-4 15,-5-1-15,0-4 0,-4-2 0,0-3 16,-9 3-16,0-7 0,-2-4 16,-3 0-16,-1 2 0,-7 0 0,-3-1 15,-1 8-15,-3 0 0,-2 1 0,-7 1 16,-6 4-16,-3 3 0,1-1 0,-5 7 15,0 0-15,-13 5 0,4 1 0,3 3 16,8 0-16,5 2 0,6 0 0,5 2 16,6 0-16,5 3 0,4-1 0,5-2 15,6 1-15,5 1 0,4-2 16,2 1-16,3-3 0,-5 0 0</inkml:trace>
  <inkml:trace contextRef="#ctx0" brushRef="#br0" timeOffset="134916.71">24161 9805 0,'0'0'0,"0"0"0,0 0 0,-5 0 0,1-2 0,-3 2 0,1 0 15,-3 0-15,-2 4 0,-2 1 0,2 1 16,0-1-16,4 6 0,0 0 0,5 0 16,2 4-16,5 1 0,-1-3 15,3 4-15,2-1 0,2-1 0,6 1 16,3 1-16,0-3 0,0-3 0,4-5 15,0-1-15,3-3 0,-1-4 0,1-3 16,-1-1-16,1-8 0,-5 1 16,0-7-16,-3 1 0,-3-4 0,-3 1 15,-6 3-15,-5-1 0,-4 0 0,-7 0 16,-4 2-16,-1 5 0,-5-2 0,-6 2 16,-17-3-16,1 1 0,-1 4 0,2 2 15,5 4-15,4 5 0,4 0 16,5 5-16,2 1 0,5 3 0,6 0 15,0 2-15,3 2 0,1-4 0,3 2 16,0 5-16,2-3 0,0-2 0</inkml:trace>
  <inkml:trace contextRef="#ctx0" brushRef="#br0" timeOffset="142844.16">20889 11741 0,'0'0'0,"2"0"0,2-2 0,3-3 15,2 1-15,4-5 0,0 0 0,3-2 16,-1-4-16,3-7 0,0-3 0,-5 1 16,0-4-16,-2-1 0,-4-4 15,-3 0-15,-6-5 0,-3 3 0,-8-16 16,-7-4-16,-6 2 0,-14-9 0,-11 12 16,-4 12-16,0 14 0,0 15 0,0 11 15,-7 9-15,-6 14 0,-16 19 0,11-5 16,5 8-16,4 6 0,0-3 0,2 8 15,12-1-15,10 11 0,14 5 16,17-2-16,9-5 0,9-4 16,10-3-16,12-2 0,22-1 0,-4-10 0,1-6 15,3-10-15,0-3 16,-2-9-16,4-5 0,5-9 0,4-2 0,-1-4 16,-5-7-16,-8-4 0,-1-9 0,4-4 0,2-7 15,-2-5-15,0-4 0,-11-13 16,-3 2-16,-5 5 15,-4-3-15,-1 0 0,-9-2 0,-2 3 0,-7-1 0,-7 7 16,-6 11-16,-9 13 0,0 2 0,-3 5 16,-5 4-16,-1 5 0,-4 2 15,-1 4-15,-1 2 0,-3 5 0,-4 0 16,-2 4-16,-5 5 0,3-3 0,-1 3 16</inkml:trace>
  <inkml:trace contextRef="#ctx0" brushRef="#br0" timeOffset="143094.96">20512 11778 0,'0'3'0,"0"-3"0,0 0 0,2 2 0,5 0 0,4 5 16,2-1-16,2 5 0,5 2 0,0 3 15,9 10-15,2 1 0,-1 4 16,3 2-16,16 11 15,0 0-15,-1-7 0,12 3 0,-12-7 16,-8-9-16,-9 1 0,-12-5 0,1-5 0,-4 0 16,-1-1-16,1-1 0,-1-4 0,0 0 15,1-3-15,-1-4 0,3-2 16,2-2-16,2-2 0,2-3 0,-4 0 0,2 3 16</inkml:trace>
  <inkml:trace contextRef="#ctx0" brushRef="#br0" timeOffset="143284.81">21859 12188 0,'0'0'0,"0"0"0,2-2 0,0 0 0,5-2 0,2-1 16,2 1-16,4-1 0,3 1 16,2 0-16,6-3 0,1 0 0,4 3 15,-3 0-15,-1-1 0,-1 3 0,1-2 16,-5-1-16,0 1 0,-2-1 0,-5 1 15,-2-5-15,3 2 0,-5-1 16,-5-3-16,-4 2 0,-2-7 0,0 5 16</inkml:trace>
  <inkml:trace contextRef="#ctx0" brushRef="#br0" timeOffset="143427.68">21888 11975 0,'0'-3'0,"0"1"0,0 2 0,-3-4 15,1-1-15,4-1 0,3-1 16,1 1-16,6-1 0,1-2 0,2 0 15,5 3-15,0-3 0,11-2 0,-5 0 16,1 0-16,-1 2 0,1 2 0,-5-1 16,0-1-16,0 2 0,-2 3 15,-1-1-15</inkml:trace>
  <inkml:trace contextRef="#ctx0" brushRef="#br0" timeOffset="147235.19">22759 11456 0,'0'0'0,"-5"-2"0,5 2 0,-4-6 0,-1 1 0,3-1 0,2 1 0,7-4 15,2 3-15,4 1 0,4 1 0,5 0 16,3 1-16,8 1 0,0 2 0,-2 5 16,-3-3-16,-1 4 0,-1 1 15,-4 2-15,0 0 0,-4 2 0,-5 2 16,-2 2-16,-2 3 0,-2 0 0,-5 1 16,-2 1-16,0 2 0,-4 3 0,-1-3 15,1 2-15,-3-2 0,-2 0 0,3-2 16,-1-3-16,0 1 0,3-2 15,0-3-15,1 2 0,3-2 0,0-2 16,5 0-16,1 3 0,1-5 0,2 4 16,4-2-16,0 4 0,3-2 0,-3 1 15,5 1-15,-5 1 0,2-1 0,-4 5 16,0 0-16,-4 2 0,-3-2 16,-1-1-16,-6-1 0,-1 0 0,0-5 15,-5 5-15,-2-3 0,-5 0 0,-6 1 16,-2-5-16,-2 2 0,-1 0 0,1-2 15,-3 0-15,2-2 0,1-2 16,0-3-16,-1-2 0,5-2 0,2-2 16,5-2-16,4-3 0,2 3 0,2-3 15,7-2-15,0-2 0,9-2 0,2 2 16,7-2-16,4-3 0,-7 3 0,18-2 16,-8-1-16,10-1 0,-4 1 0</inkml:trace>
  <inkml:trace contextRef="#ctx0" brushRef="#br0" timeOffset="147565.99">23698 11853 0,'-2'0'0,"-1"0"0,3 0 0,-8 0 0,-3 0 0,-3 3 0,-1 1 0,-1 3 16,-3 4-16,-1 0 0,-2 8 0,2-1 16,4 2-16,5 0 0,5 0 0,6-1 15,4-1-15,3 0 0,4-3 16,2-2-1,0-2-15,3-2 0,6 0 0,2-7 0,0 0 0,-6 1 0,8-6 16,-4 3-16,1-4 0,1-7 0,-4-2 16,-1-7-16,-5 7 0,-3-3 0,0-10 15,-2-1-15,-5 3 0,-4 9 0,0-1 16,-4-4-16,-3 7 0,-2 2 31,-2 0-31,-2 5 0,-5-1 0,1 5 16,-5 0-16,0 4 0,-3 0 0,1 2 15,2 3-15,2-3 0,0 5 0,3 0 16,3-2-16,3 4 0,3-3 0,5 3 16,6-2-16,1 0 0,5 0 15,4-2-15,0-3 0,0-2 0</inkml:trace>
  <inkml:trace contextRef="#ctx0" brushRef="#br0" timeOffset="147899.71">24399 11820 0,'-2'2'0,"-3"-2"0,5 0 0,-4 5 16,-3-1-16,-1 5 0,1 0 0,-2 2 15,2 0-15,3 2 0,0 3 0,4-3 16,0 2-16,4 1 0,5 1 0,6 3 16,3-4-16,0-3 0,1-2 15,4-2-15,-1-3 0,0-3 0,2-3 16,-2-3-16,2-1 0,0-3 0,-2-2 15,3-2-15,-5-2 0,-1-2 0,-3-3 16,-3 3-16,-4-3 0,-7 3 0,-2-3 16,-9 3-16,3 6 0,-5-2 15,-3 2-15,-5 2 0,-1 1 0,0-1 16,-4 3-16,4-1 0,0 3 0,0 0 16,0 2-16,5 0 0,2 2 0,-1-2 15,6 4-15,-1 1 0,2-1 0,5 3 16,0 0-16,2-1 0,2 3 15,2-2-15,-1-3 0,-1 3 0</inkml:trace>
  <inkml:trace contextRef="#ctx0" brushRef="#br0" timeOffset="149728.56">27914 3693 0,'0'0'0,"-5"0"0,5 0 0,-4 0 0,2 0 0,-3 0 15,5 0-15,-2 0 0,0 0 0,2 0 16,4-4-16,-2 2 0,5-3 0,2-1 15,2-1-15,0-2 0,2-2 0,2 0 16,1-2-16,4-5 0,0 1 16,-1-1-16,-1-2 0,0 5 0,-1 1 15,1 1-15,0 4 0,-1 5 0,3 2 16,2 4-16,0 7 0,5 2 0,-1 0 16,7 2-16,0 2 0,14 12 15,-6-3-15,1-2 0,-4 0 0,2-4 16,1 2-16,10-3 0,0-6 15,2-8-15,-7-6 0,-2-5 0,-2-1 0,-4-2 16,3-2-16,1-3 0,0-4 0,-2 5 16,0-3-16,-1 3 0,-3-1 0,-6-6 15,-1-2-15,-5 0 0,-4 4 16,2 4-16,0 3 0,5 9 0,-1 4 16,3 4-16,2 1 0,2-1 0,-2 3 15,2 4-15,0 2 0,0 0 0,7 7 16,-1 2-16,5-11 0,3-2 15,-3-5-15,-5-2 0,1-2 16,-2-2-16,-3 2 0,-4-9 0,4 5 0,5-5 16,4 3-16,4-1 15,-4-6-15,1-5 0,-8 0 0,-4 1 0,0 1 16,-2 5-16,2 3 0,7 3 0,4 1 16,4 8-16,-1-2 0,-1 7 15,0-7-15,-4 3 0,-2-1 0,0 9 0,-5-6 16,0 4-16,3 0 0,1 2 0,1-6 15,2-5-15,-2-6 0,1-1 16,-5 1-16,-3 4 0,2-2 0,-6-3 16,6 1-16,0 2 0,7-5 0,2 0 15,3-4-15,-1 3 0,-4 3 0,-9-1 16,-7 8-16,1 2 0,-1 1 16,3 3-16,4 3 0,4 0 0,8 7 15,1 0-15,-4-3 0,-3-2 0,-3 1 16,-5-3-16,-1-5 0,-5 5 0,1-4 15,1 0-15,-1-1 0,3-1 16,-3-5-16,3 0 0,-3 0 0,1-7 16,-3 5-16,-2 0 0,-2-3 0,-5 1 15,3 2-15,-3-1 0,1 3 0,-7 0 16,2 0-16,-2 3 0,-1-3 0,-1 4 16,2-2-16,-3 3 0,5-1 0</inkml:trace>
  <inkml:trace contextRef="#ctx0" brushRef="#br0" timeOffset="156677.95">19458 13827 0,'0'0'0,"0"0"0,0 0 0,0 4 16,2 5-16,-2 4 0,2 5 0,1 6 0,1 7 15,0 11-15,3 4 0,-5 0 0,5 5 16,-5 22-16,2-3 0,1 23 16,-3-16-16,-2-11 0,0-11 0,0-2 15,4-4-15,3-3 16,-3-2-16,1-4 0,-1-5 0,3-6 0,-7 0 0,-2-7 16,-3-3-16,3-3 0,-2-1 0,-1 1 15,1-7-15,-3-1 16,1-3-16,-1 1 0,3-3 0,-3-1 0,3-4 15,-1-5-15,-1 0 0,-1-4 16,0-6-16,1 4 0,-1-5 0,3-9 16,-1-3-16,1-8 0,-1-19 0,3-3 0,0-4 15,0-2-15,4-26 16,0-1-16,0-24 0,3 24 0,-1 18 16,5 16-16,0 2 0,2 4 0,2 6 15,0 6-15,1 5 0,3 8 0,1 6 16,4 6-16,2 1 0,3 4 0,1 2 15,5 4-15,3 3 0,3 9 0,3 2 32,-2-1-32,-3 3 0,-6 1 0,-4 1 15,-5 2-15,-2 3 0,-7 2 0,-2 0 16,-2 8-16,-9 1 0,0 4 0,-9 0 16,-4 0-16,-5 0 0,-6 2 15,-5-4-15,-15 0 0,-5-2 0,1-1 16,2 3-16,2-2 0,6-5 0,5-4 15,4-2-15,10-7 0,1 0 0,2-2 16,8-5-16,1 0 0,3-1 0,4-1 16,0 0-16,2-4 0,2 2 15,5 0-15,0 0 0,6 2 0,3 0 16,-3 5-16,3-3 0,4 5 0,16 4 16,-1 1-16,3 3 0,-3 1 0,3 2 15,0 2-15,-1 2 0,19 9 0,1 0 16,20 13-16,-8-1 0,-14-6 0,-10-4 15,-8-4-15,-8-2 0,-4-5 0,-1-2 16,1-6-16,-1-1 0,3-2 16,2 1-16,-1-1 0</inkml:trace>
  <inkml:trace contextRef="#ctx0" brushRef="#br0" timeOffset="157042.54">21292 14720 0,'0'-3'0,"0"1"0,0 2 0,0 0 0,-2 0 0,2 0 0,0-2 16,2 0-16,1 0 0,-1-1 0,4-1 16,3 0-16,0 1 0,2-3 0,0 1 15,4 1-15,3-3 0,2 1 0,13-1 16,-2 1-16,4-1 0,3 0 16,4 1-16,-1 1 0,4-1 0,10-3 15,-7 4-15,-4-1 0,-4 4 16,-3-3-16,1 3 0,-7 0 0,0 0 0,-7 2 15,-4-5-15,-5 5 0,-6-2 0,-2 0 16,-1 0-16,-1-1 0</inkml:trace>
  <inkml:trace contextRef="#ctx0" brushRef="#br0" timeOffset="157297.43">21268 14462 0,'0'-3'0,"-2"1"0,2 2 0,-2-4 0,2 2 0,0-3 16,2 3-16,4-2 0,6-1 0,1-1 15,2-1 1,7 0-16,11-4 0,3 3 0,1 3 16,5 1-16,0-3 0,6 3 0,12-3 15,-1-4-15,-8 0 0,-7 2 0,-6 0 16,-7 5-16,-3 0 0,-1-1 0,-5 3 0,-2-2 15,-3 4-15,-1-3 0,-5-1 16,2 0-16,-2-1 0,0 1 0</inkml:trace>
  <inkml:trace contextRef="#ctx0" brushRef="#br0" timeOffset="160720.87">22531 14217 0,'3'-2'0,"-1"0"0,2-5 0,1 0 0,1-2 15,-1 1-15,1-1 0,-1-2 16,-1-2-16,1-3 0,1-1 0,-6-1 15,2-4-15,1 0 0,-6 2 0,1 2 16,2 5-16,-2 0 0,-2 2 16,4 2-16,-3-2 0,1 2 15,0 3-15,0-1 0,2 0 0,-2 3 16,-1 2-16,3-1 0,0 3 0,-2 0 0,-2 3 16,2 3-16,-1 3 0,-1 2 15,-1 5-15,-1 1 0,-1 3 0,1 2 0,-3 2 16,2 3-16,-2 4 0,-6 13 0,4-2 15,-4 2-15,1 0 0,-1-2 0,2 0 16,-5 8-16,5-6 0,0-4 16,1-9-16,8-5 0,-3-1 15,5-5-15,0-3 0,4-4 0,-2-2 0,5-2 16,-3-2-16,2-5 0,3 0 16,0-4-16,1-2 0,1-3 0,2-4 15,0-2-15,0 0 0,0-3 0,2-4 16,1-2-16,1-4 0,7-18 0,0 0 15,-4-3 1,2 1-16,-5-2 0,1-1 0,-3-15 16,2 7-16,-4 2 0,-2 4 0,-2-2 15,-3-4-15,5 6 0,-2 11 0,1 3 16,-3 4-16,-1 4 0,5 3 0,-2 4 0,-1-1 0,1 6 16,-3 1-16,-2 8 15,1 1-15,-1 0 0,-2 5 0,0 2 0,-2 2 0,-1 7 16,-1 2-16,-3 5 0,3-5 15,0 6-15,-3 3 0,-2 7 16,5-1-16,-5 5 0,2 0 0,1 2 0,1 0 16,1 7-16,2-14 0,2-4 0,2-2 15,2 0-15,1-7 0,6 3 0,0-3 16,0-7-16,2-3 0,2-6 0,5-1 16,0-3-16,9-10 0,-5 3 15,7-8 1,-5-2-16,1 0 0,-5 0 0,-2-3 0,-5 5 0,-4 0 0,0 2 15,-6 5-15,-1 4 0,0 0 16,-1 4-16,-3 1 0,0 1 0,0 3 31,0 4-31,0 0 0,0 1 0,4 3 16,-2 7-16,0 3 0,3-7 0,-3 2 16</inkml:trace>
  <inkml:trace contextRef="#ctx0" brushRef="#br0" timeOffset="161362.59">22994 13776 0,'0'0'0,"3"-4"0,-3 4 0,2-7 0,-2-2 16,0 5-16,0-3 0,0 3 16,0-1-16,-2 1 0,-1 2 0,1 2 15,0 0-15,-2 2 0,-3 2 0,3 5 16,-1 0-16,1 4 0,-1 3 0,3 1 15,0 3-15,2 2 0,2-2 0,0 0 16,3 0-16,1-1 0,5 4 16,0-4-16,3-1 0,-3-3 0,0-1 15,2-3-15,-2 0 0,0-5 0,2 3 16,-4-4-16,2 1 0,0-1 0,2-3 16,-4 4-16,2-1 0</inkml:trace>
  <inkml:trace contextRef="#ctx0" brushRef="#br0" timeOffset="161933.65">23010 14603 0,'0'-2'0,"4"2"0,1-5 0,-3 1 0,2-3 16,1 1-16,-1-1 0,1 3 0,-5-1 15,4 3-15,-4-3 0,2 3 0,0 0 16,-2 2-16,3 0 0,-3 2 16,2 3-16,-2 1 0,0 1 0,2 4 15,-2 2-15,2 3 0,-2 1 16,2 3-16,1 2 0,-1 7 0,2-1 0,-2 1 16,1 0-16,-1-5 0,0 0 15,-2-2-15,0 0 0,0 0 0,0-2 16,-2-2-16,2 0 0,0-3 0,0 0 15,-2 1-15,2-5 0,-3 2 0,3-4 16,0 0-16,0-3 0,0 1 0,0-3 16,3 1-16,-1-1 0,0-2 0,2 3 15,3-3-15,0 0 0,2-2 0,2 0 16,2 2-16,4-2 0,1 3 16,4-3-16,0-3 0,0 3 0,0-2 15,-2 2-15,2 0 0,-4 0 0,2 0 16,-7-2-16,2 2 0,-4 0 0,0 0 15,-2 2-15,0-2 0,-2 2 0,-1 1 16,1 1-16,-1-2 0,1 0 0,2 1 16,-3-1-16</inkml:trace>
  <inkml:trace contextRef="#ctx0" brushRef="#br0" timeOffset="162410.79">23954 14389 0,'2'-2'0,"0"0"0,-2 2 0,0 0 15,4 0-15,1 0 0,1-3 0,3-1 16,7 2-16,-1-5 0,5 3 0,13-3 16,-2-2-16,2 3 0,2-3 15,1-2-15,3 2 0,5-2 0,18 0 16,-2-5-16,-5 8 0,-7-3 0,-6 2 16,-7 0-16,-6 5 0,-2-1 0,-8 3 15,-1 0-15,-3 0 0,-4 2 16,0-3-16,-2 3 0,0 0 0,-2 0 15,-3-2-15,-4 2 0,0 0 0,-4 0 16,-1 0-16,-3 0 0,-1 0 0,0 0 16,4 0-16</inkml:trace>
  <inkml:trace contextRef="#ctx0" brushRef="#br0" timeOffset="162789.19">24192 14129 0,'2'-2'0,"-2"2"0,0 0 0,2-3 0,0 1 0,3 0 16,-1 0-16,1 0 0,1-3 0,1 5 16,-3-4-16,1 4 0,1 0 0,1 0 15,-3 0-15,-2 0 0,3 0 0,-1 0 16,-4 0-16,2 0 0,1 0 16,-1 0-16,-2 0 0,-2 0 0,-1 0 15,1 0-15,2 2 0,-2-2 0,0 0 16,2 2-16,-2-2 0,-1 2 0,3 3 15,0-1-15,0 3 0,0 2 0,0 2 16,3 2-16,-1 4 16,2 3-16,1 7 0,1 1 0,1 1 0,2 0 15,-3-1-15,1-1 0,2-1 0,0-1 16,-3-6-16,3 3 0,-2-2 0,1-4 16,-1-1-16,-2 1 15,1-3-15,-1-2 0,1 0 0,-1-4 0,-3 1 16,2-1-16,1 0 0,-1-3 0,-2 0 15,3 1-15,-3-3 16,0 2-16,0 1 0</inkml:trace>
  <inkml:trace contextRef="#ctx0" brushRef="#br0" timeOffset="166857.93">25898 13730 0,'0'0'0,"3"-5"0,-3 3 0,2 0 16,0-3-16,0 3 0,3 0 0,-3 0 15,2 0-15,-2-1 0,3-1 0,-3 4 16,2-4-16,1 4 0,-3-3 0,0 1 15,0 2-15,1-2 0,-1 0 0,0 2 16,0-2-16,-2 2 0,0 0 16,2 0-16,-2-3 0,3 6 0,-3-3 15,0 0-15,0 0 0,0 0 0,0 0 16,0 0-16,0 0 0,0 0 0,0 0 16,0 0-16,0 0 0,0 0 0,0 0 15,0 0-15,0 0 0,0 0 16,0 0-16,0 0 0,0 2 15,0-2-15,0 0 0,0 2 0,0-2 0,0 0 16,0 0-16,-3 2 0,1-2 0,0 0 16,-2 0-16,-1 0 0,1 0 0,-5 0 15,2 0-15,-1 2 0,-1-2 16,0 3-16,-2-3 0,0 2 0,0 0 16,2-2-16,-2 0 0,-2 2 0,2 0 15,2 1-15,-4-1 0,2 2 0,0-2 16,-5 3-16,3 1 0,-2 1 0,-1-3 15,3 3-15,-3 2 0,-3 0 16,3 0-16,-1 2 0,1 0 0,1 2 16,-3-2-16,5 2 0,0 0 0,2-2 15,2 0-15,4-2 0,1 0 0,4 2 16,0-2-16,4-3 0,1 3 0,6-4 16,0-1-16,4 1 0,3-3 15,-5 2-15,2-2 0,1 1 0,4 1 16,-3 0-16,1 1 0,0-1 0,2 3 15,6-1-15,-2 3 0,0 0 0,-1-2 16,-1 1-16,-3 4 0,1-1 0,-2 0 16,-3 0-16,-1 0 0,-3 0 0,0 0 15,-5-3-15,1 3 0,-7 1 16,2-4-16,-4 3 0,-3 0 0,-1 0 16,-5 3-16,0-3 0,-5 2 0,1 0 15,-1-2-15,-1 2 16,1-2-16,-3 0 0,1-2 0,2 2 0,-1-4 0,-1 0 15,3-3-15,2 3 0,-1-5 16,1-2-16,4 0 0,-2-2 0,0-1 16,5-1-16,-3 0 0,2-3 0,5 0 15,0-2-15,2 5 0,-2 0 0,2-3 16,2 0-16,2-1 0,-2 1 0,5-2 16,-5 3-16,3-1 0,-3 5 15</inkml:trace>
  <inkml:trace contextRef="#ctx0" brushRef="#br0" timeOffset="167367.72">26474 13677 0,'0'-5'0,"2"1"0,0-3 0,0-2 0,1 3 15,1-1-15,-2 1 0,0-3 0,-2 4 16,0-1-16,0 1 0,-4 1 16,2 2-16,-5 0 0,1 4 0,-3 0 0,-2 2 15,-3 3-15,1 0 0,-2 1 16,-1 1-16,1 0 0,0 0 0,-1 0 16,3 0-16,-3 2 0,5-3 0,3 1 15,1 0-15,3 2 0,1 0 0,6 0 16,1 0-16,3 2 0,1 3 15,10 1-15,-5-3 0,0 1 0,7 3 16,0-1-16,0 3 0,0 0 0,0-2 16,0 2-16,-1-1 0,-1 6 0,0-6 15,-1 1-15,-3 0 0,-1-2 0,-4-1 16,-5 1-16,3-5 0,-5 5 16,-2 0-16,-2-3 0,-3 3 0,-1 2 0,-3-3 15,-2-1-15,0 3 0,-2-3 16,-10 2-16,4-5 0,-3 0 0,-3-2 15,1 0-15,4-2 0,0 0 0,1-3 16,3-1-16,1-3 0,1 0 16,3 0-16,0-2 0,3 0 0,-1-6 15,4-1-15,-1-2 0,1 0 0,3 1 16,0-3-16,0 0 0,-1 2 0,3 0 16,0 0-16,0 2 0,-2 1 0,0-1 15</inkml:trace>
  <inkml:trace contextRef="#ctx0" brushRef="#br0" timeOffset="169462.38">23365 15566 0,'-2'5'0,"0"-7"0,2 2 0,-3 0 0,1-3 0,0 1 0,-3 0 0,3-2 0,0-1 0,0 1 16,0-1-16,-1-1 0,3 1 0,-2 1 15,0-3-15,0 1 0,0-1 0,-3 3 16,1-5-16,-1 2 0,1 3 16,-3-5-1,1 2-15,-1 3 0,-2-3 0,3 3 16,-3-3-16,0 3 0,0-3 0,-2 3 0,2-3 0,3 3 0,-3-1 16,2-1-16,1-1 0,1 1 31,3-3-31,-2 0 0,4 0 0,0-2 15,0 2-15,2 0 0,5-2 0,-1 0 16,1 3-16,-1 1 0,1-2 0,-5 5 16,0-3-16,3 3 0,-3-1 0,0 3 15,-2 0-15,2 2 0,-4 2 0,2 2 16,-4 3-16,-1 4 0,-3 7 16,-1 2-16,-2 4 0,0 5 0,-9 15 15,4 0-15,-1 0 0,-3 2 0,2-2 16,1-2-16,-1 15 0,3-6 0,1-5 15,1-8-15,4-1 0,5-6 0,-3-4 16,3-5-16,-1 0 0,1-5 16,-3-3-16,5-3 0,0-2 0,-2-3 15,4 3-15,-3-5 0,3 1 0,-2-5 16,4-9-16,-4 9 0,0 0 16,-2 0-16,1-4 0,-1-3 0,0-2 15,-1-2-15,-1 2 0,1-4 0,1-2 16,-3-5-16,3 0 0,-1-4 0,1-3 15,-3 1-15,3 2 0,-1-1 0,1 3 16,0 0-16,-1 5 0,3-1 0,-2 2 16,1 5-16,3-2 0,-2 7 0,0-3 15,2 4-15,-2 3 0,0 2 16,-1 7-16,1 2 0,-4 2 16,1 4-16,1 5 0,-1 2 0,-1 2 0,1 0 15,1 1-15,4 8 0,-2-9 16,4 0-16,0-2 0,3-4 0,3-5 0,1 3 15,0-10-15,2 3 0,9-5 16,-2 1-16,-5-5 0,2 2 0,1-4 16,1 0-16,-4-3 0,3-1 0,-1-1 15,-1 3-15,-1-5 0,0 2 0,0 1 16,0-3-16,1 0 0,-1 5 16,0-1-16</inkml:trace>
  <inkml:trace contextRef="#ctx0" brushRef="#br0" timeOffset="170369.7">22448 16523 0,'0'0'0,"-3"-2"0,3 2 0,-2 0 0,2-2 0,-2 0 0,0 2 0,2 2 16,0 2-16,2 3 15,0 4-15,0 0 0,1 7 0,1-1 0,3 3 0,-1 11 16,3-2-16,0-1 0,2 3 0,-2-2 15,2-5-15,-2 0 16,-1 1-16,-1-3 0,0-3 0,-1 1 0,-1-2 16,-1-3-16,-2-1 0,-2-1 0,0-4 15,0-3-15,-4-1 0,2-1 16,-3-4 0,-4 0-16,1-2 0,-6-5 15,-1-2-15,2 3 0,-5-1 0,1-2 16,-6-2-16,-3-2 0,0 2 0,1 2 15,3 5-15,2 4 0,1 2 0,3 5 16,3 4-16,0 0 0,2 4 0,2 3 16,2 2-16,3-1 0,2 4 15,4-4-15,2 1 0,3 0 0,6 0 16,0-7-16,5 3 0,2-5 0,2-3 16,2 1-16,3-2 0,1-3 0,-1 1 15,8-10-15,-2 1 0,-2-3 0,-5-2 16,-6-4-16,-4-2 0,-3 1 0,0-3 15,0-5-15,-2 0 0,-2-5 16,-4 3-16,-3 0 0,0 4 0,-2 0 16,-4 5-16,4 6 0,0 0 0,0 5 15,2 1-15,-2 8 0,0-3 0,-2 5 16,-1-1-16,-1 1 0,4 2 0,-2 0 16,2-5-16,2 0 0,-2 5 0,4-2 15,-1-3-15,1 1 0,5 1 16,-3-1-16,3-5 0,2 0 15,0 0-15,2-3 0,7-1 0,0-5 0,-2 0 16,2-2-16,-3 0 0,1-2 0,-3-5 16,-4 3-16,-2-5 0,0 0 0,-7 3 15,-4-1-15,-2 0 0,-5 3 16,-2 2-16,-5 0 0,-1 6 16,-1 2-16,0 3 0,-4 4 0,3 5 0,-1 6 15,0 1-15,2 1 0,3 5 0,2 0 16,4 2-16,2-7 0,5 9 15,2-2-15,2 1 0,3-6 0,-1-1 16,5 1-16,2-1 0,6-3 0,1 0 16,6-2-16,1 0 0,1-4 0,11-1 15,-10-3-15,10-1 0,-6-2 0,0-7 16,-4 1-16,-1-5 0,-6 0 0,-2-3 16,-3-1-16,-2 4 0,-2-2 15</inkml:trace>
  <inkml:trace contextRef="#ctx0" brushRef="#br0" timeOffset="170845.96">23050 16821 0,'-3'2'0,"-1"-2"0,4 0 0,-4 5 16,1 1-16,-1 3 0,0 0 0,-1 2 16,3 2-16,0 2 0,2 1 15,-2 2-15,-1-3 0,3 0 0,0 1 16,0-1-16,0-2 0,0 1 0,0-3 16,0-2-16,0-1 0,0-1 0,0-3 15,3 1-15,-3-5 0,2-2 16,0-5-16,0 0 0,0-6 0,3 0 15,-1-5-15,3-2 0,-1-2 0,1-4 16,4 2-16,-2-5 0,4-6 0,3 2 16,-5 4-16,0 0 0,-3 9 0,1 3 15,-2 4-15,-1 6 0,1 0 16,0 7-16,-3 3 0,-2 3 0,5 5 16,-7 0-16,2 7 0,0 0 0,-2 4 15,0-3 1,0 3-16,0 1 0,0-4 0,0 1 0,0-2 0,3-1 0,-1-3 15,-2-1-15,4-2 0,-2-2 0,3-5 16,-1-2-16,5-4 0,-2-2 16,1-5-16,3-2 0,3-4 0,-3-3 15,2 0-15,2-8 0,1-3 0,-3 3 16,-2 1 0,2 6-16,-4-1 0,0 4 0,-2 5 15,-1 0-15,-1 7 0,1 4 0,1 2 16,-5 2-16,2 5 0,-1-2 0,-1 2 0,-2 0 0,2 4 15,0-2-15,-2 4 0,5 1 0,-3-1 16,2 1-16,-2-1 0,5 0 0,0 1 31,-1-3-31,5 2 0,0-1 0,0-5 16,3-3-16,1-6 0,0 0 0,1 0 16,-3 0-16</inkml:trace>
  <inkml:trace contextRef="#ctx0" brushRef="#br0" timeOffset="171522.38">23757 16638 0,'-4'2'0,"-3"-2"0,7 0 0,-6 0 0,-3 0 0,-2 0 0,-2 4 0,-1-1 15,-1 3-15,0 1 0,-5 2 16,-5 4-16,3 0 0,0 0 0,7 1 16,2 1-16,-1-2 0,8 3 0,-1-3 15,5-2-15,4 0 0,0-2 16,3 0-16,-1-5 0,5 3 0,2-3 15,0-2-15,2-2 0,3 0 0,-1-2 16,3-2-16,-3-3 0,1 0 0,1-1 16,-1-3-16,-3-3 0,-2-1 0,2-3 15,-2 1-15,0-3 0,0 2 0,-2-6 16,0 6-16,-2 5 0,-5 2 16,0 4-16,2 5 0,-4-2 0,0 6 15,-2 2-15,0 3 0,-2 4 0,-1 2 16,3 1-16,2-1 0,-2 2 0,4-2 15,-2 3-15,4-1 0,1-1 0,1-1 16,-1-2-16,1-2 16,-1 2-16,1-5 0,1 3 0,0-5 0,2 1 15,-3-3-15,3-4 0,0 0 0,2-3 16,-2 1-16,-1-3 0,3-2 16,1-2-16,-1-8 0,2-3 0,-4 2 0,-1 2 15,-1 7-15,-3 7 0,1-1 16,-1 3-16,-2 2 0,-2 4 0,0 1 15,0 1-15,-4 3 0,2 2 0,-3 0 16,1 3-16,0-1 0,1-2 0,1 0 16,0 0-16,0-2 0,2-1 0,0 1 15,2-4-15,0-1 0,0-4 16,3 0-16,1 0 0,1-4 0,2-5 16,0 0-16,2-2 0,0-2 0,2-3 15,2-8-15,1 0 0,1 0 0,-3 2 16,-1 2-16,0 2 0,-2 5 0,-2 2 15,0 6-15,-3 1 0,-1 2 0,-1 4 16,1 2-16,-5 7 0,4-6 16,-2 6-16,0 2 0,1 0 0,1 1 15,1 3-15,-1-4 0,0 5 0,3-3 16,-3 5-16,5 0 0,-2-4 0,2-3 16,2-4-16,-3-3 0,6-1 0,-3-1 15,0-4-15,4 0 16,-2-4-16,1-5 0,-1-4 0,0 2 0</inkml:trace>
  <inkml:trace contextRef="#ctx0" brushRef="#br0" timeOffset="171860.53">24604 16345 0,'2'0'0,"-2"0"0,0 4 0,-2 0 0,2 3 0,-2 2 0,2 2 15,-2 2-15,-1 5 0,-1-3 0,0 5 16,-1 9-16,1-5 0,2 5 0,-1-5 15,3 5-15,0-5 0,0 2 0,0-4 16,3-2-16,-1 0 0,0-2 16,5-1-16,-7-6 0,4 0 0,-4-4 15,2 0 1,0-5-16,-2-2 0,0 0 0,0-5 16,0 3-16,-2-2 0,0-3 0,2 1 15,-4-3-15,-1 0 0,-1 2 0,-3 1 0,-2-1 0,-2 7 16,-3-2-16,1 4 0,-10 2 0,1 1 15,4 6-15,3 0 0,3 0 0,3 2 16,5-2-16,4-2 0,2 0 16,2 0-16,7-1 0,-1-1 0,8 0 15,-5-3-15,2 1 0,3-1 0,-1-2 16,3-2-16,1 2 0,1-4 0,11 0 16,-7 0-16,7-3 0,2 1 0,-4-1 15,-3 3-15</inkml:trace>
  <inkml:trace contextRef="#ctx0" brushRef="#br0" timeOffset="173166.37">25168 16179 0,'3'-2'0,"-3"2"0,0 2 0,2 0 0,0 3 0,0 4 0,5 4 15,0 2-15,-1 5 0,5 2 0,0 9 16,2 2-16,1-2 0,-1 0 0,-2 0 16,0-3-16,0 3 0,-2-2 0,-5 0 15,3-5-15,-1 0 0,1-4 0,-3 0 16,3-7-16,-3-2 0,-1-2 16,-1-5-16,0 1 0,-2-5 0,0-2 15,0-5-15,-2-2 0,0-2 0,-1 0 16,-1 0-16,-5-2 0,0-3 0,-2 3 15,0 0-15,-2 4 0,0-2 0,-3 4 16,1 5-16,-3 0 0,1 4 16,-1 3-16,0 3 0,-1 4 0,-1 3 15,4 3-15,8-1 0,-1 1 0,4-1 16,8-1-16,1-1 0,3 1 0,6-1 16,4-2-16,5 1 0,3-3 0,3-2 15,1-3-15,2-1 0,0-3 0,-3-2 16,3-2-16,-4-3 0,-1-4 15,3 1-15,-3-6 0,-1 3 0,-1-4 16,-2-3-16,-2-4 0,-3 0 0,-1-2 16,-7 0-16,-5-1 0,0 5 0,-6 3 15,-2 1-15,-3 3 0,1 2 16,-5 7-16,0-1 0,0 3 0,-3 2 16,1 2-16,4 1 0,0 1 0,1 3 15,1 1 1,0 3-16,3 0 0,2 3 0,0-1 0,4 0 0,0 0 0,5 1 15,1 1-15,3-4 0,3 0 0,1-2 32,1 0-32,3-5 0,6 1 15,-8-5-15,3 0 0,2-5 0,-2-4 16,0 0-16,-7-2 0,3-4 0,-5 0 16,-3-3-16,1-2 0,-2 2 0,-3 1 15,-2 4-15,1-3 0,-3 7 0,0 1 16,0 1-16,0 2 0,-3 5 0,1 3 15,2 1-15,0 5 0,0 0 16,0 4-16,0 2 0,0 1 0,5 1 16,-1-1-16,3 4 0,1-5 0,1 3 15,5-1-15,-1 1 0,2-9 0,3 2 16,-1-7-16,3-4 0,2 0 0,-2-4 16,2-5-16,0-2 0,-4-2 15,0-3-15,-1-6 0,-1 0 0,-5-2 16,0 0-16,-2 0 0,-5-1 0,0 5 15,-1 3-15,-1 4 0,-2 2 0,0 4 16,-2 3-16,-1 4 0,3 2 0,0 2 16,3 5-16,-1 0 0,-2 4 15,6-6-15,-1 4 0,-1 0 0,3 0 16,2 2-16,-3-2 0,1 0 0,4-2 16,-5 0-16,3-3 0,0 1 0,0-5 15,2 0-15,0-4 0,0-2 0,0-3 16,-2-2-16,0-4 0,-1-2 15,1-1-15,0-1 0,-2-1 0,-1 0 16,3 1-16,-4 1 0,1 5 0,-1 2 16,-3 5-16,4 0 0,-3-1 0,1 5 15,3 2-15,-1 3 16,-1 1-16,3 1 0,1 4 0,0 0 0,4 2 0,-2-2 16,3 5-16,1-3 0,-2-2 0,3 2 15,-1 0-15,-2-2 0,1 0 16,-1-4-16,-2 0 0,-2-1 0,0-6 15,-3 2-15,1-4 0,-1-2 0,-1-3 16,-3 3-16,0-3 0,0 3 0</inkml:trace>
  <inkml:trace contextRef="#ctx0" brushRef="#br0" timeOffset="173309.85">26269 16190 0,'2'-2'0,"-4"2"0,2-2 0,0 2 0,0 0 0,0 0 15,2 0-15,2 0 0,1 0 16,1 2-16,3 0 0,4-2 0,-2 5 16,7-5-16,-3 4 0,5-4 0,-2 2 15</inkml:trace>
  <inkml:trace contextRef="#ctx0" brushRef="#br0" timeOffset="173833.02">26571 16428 0,'2'0'0,"-2"3"0,0-3 0,-2 2 0,0 0 0,2 0 0,-3 5 15,1-5-15,2 0 0,-2 3 0,2-3 16,0 0-16,2-2 0,0 0 16,5 0-16,0-4 0,1-1 0,3 1 15,0-5-15,3 0 0,1-4 0,-2 4 16,3-6-16,-3 4 0,0-3 0,3-3 16,-3 1-1,-4 1-15,0 6 0,-3 3 0,-1 3 0,-3 1 0,2 2 16,1 5-16,-1-1 0,0 3 0,1 1 15,-1-1-15,3 2 0,2 2 0,-3-5 16,3 1-16,0 2 0,0-2 0,0-3 16,-1 0-16,1-4 0,0 3 0,2-6 15,-4 3-15,-1-4 0,1-5 0,0-2 16,-5-2-16,2 2 0,1-2 31,-5-9-31,0-1 0,0 1 0,0 0 16,-3 3-16,1-1 0,0 6 0,0-1 15,2 6-15,-2 0 0,2 3 0,0 4 16,2-1-16,-2 3 0,4 3 16,-2-1-16,3 4 0,1 3 0,1 0 15,4 4-15,0 0 0,2 3 0,3 10 16,4-1-16,-3 1 0,3 1 0,-2-3 16,-1 4-16,1-1 0,0 2 0,-5-1 15,0 5-15,-2 0 0,-4 14 16,-5-5-16,-4-1 0,-7 1 0,-4-6 15,-5-1-15,-4-4 0,-5-7 0,1 0 16,-5-4-16,0-2 0,0-3 0,3 1 16,-3-3-16,2-4 0,-2-3 0,3-3 15,-1-1-15,5-7 0,4 1 0,7-3 16,4 1-16,0 3 0,-2-1 16</inkml:trace>
  <inkml:trace contextRef="#ctx0" brushRef="#br0" timeOffset="174357.92">27281 15912 0,'2'-2'0,"-2"0"0,0 2 0,2-2 0,-2 2 0,2 0 0,-2 4 0,3 5 0,-1 2 15,2 5-15,-2 3 0,3 3 0,-3 3 16,2 12-16,1 1 0,1 1 0,1 1 16,0 0-16,1 2 0,4-7 15,1 9-15,2-11 0,-2-6 0,3-5 16,-1-7-16,1-6 0,1 0 0,8-7 15,-1 0-15,2-4 0,1-3 0,4-1 16,-1-3-16,1-2 0,-2 0 0,-3 0 16,-1 0-16,-3 2 0,-2 0 0,-1 0 15,-3 3-15,2-1 0,-1 3 16,1-1-16,-1 1 0,1 4 0,0-2 16,-3 0-16,5-3 0,-7-1 0,-4 1 15,0 3-15,0 0 0</inkml:trace>
  <inkml:trace contextRef="#ctx0" brushRef="#br0" timeOffset="174963.64">27858 16206 0,'0'0'0,"0"0"0,0 0 0,-2 2 0,4 0 0,1-2 0,1 2 16,5 1-16,0-3 0,2-3 0,4 1 16,5 2-16,2-4 0,0-1 0,9 1 15,-2-5-15,-1 0 0,1 0 31,-3-2-31,1 0 0,-3-4 0,-2 4 16,-2-2-16,-2-1 0,-5-1 0,-7 2 16,-1 0-16,-10 2 0,1 0 0,-7 4 15,-2 3-15,-5 1 0,-2 1 0,3 2 16,-1 2-16,-4 3 0,-2 4 16,-1-1-16,1 3 0,0 3 0,0 3 15,6 1-15,5 0 0,2-1 0,6 1 16,8 2-16,1-3 0,7-1 0,5-3 15,1 0-15,3-2 0,4-4 0,0-1 16,5-3-16,11-8 0,4-1 16,-4-5-16,-1 0 0,1-7 0,-7 0 15,-4-4-15,-7-2 0,0 2 0,-7 0 16,-1 4-16,-6 3 0,-3 2 0,-5 4 16,-5 2-16,-1 5 0,-3 2 0,2 4 15,-4 1-15,-2 4 0,0 4 0,0 0 16,2 7-16,2-2 0,2-1 15,3 3-15,4-2 0,0-1 0,6-1 16,1-1-16,4-6 0,-2 2 0,6-7 16,-2 1-16,1-7 0,1-3 0,3-1 15,-1-10-15,-1 1 0,1-3 16,-3-2-16,-1-2 0,0 2 0,0 3 16,-4-1-16,-2 5 0,-1 4 0,-1 0 15,-3 5-15,0 4 0,-2 0 0,2 0 16,-2 4-16,0 3 0,0 2 0,5-1 15,-1 3-15,3 3 0,2 6 16,4-1-16,2-3 0,1-1 0,4-2 16,-3-4-16,3 0 0,-2-4 0,-1-5 15,1-3-15,-5-1 0,0-5 0,-1-2 16,-6 0-16,1 2 0,-3-2 0</inkml:trace>
  <inkml:trace contextRef="#ctx0" brushRef="#br0" timeOffset="175294.88">28945 15602 0,'0'0'0,"3"0"0,-3 6 0,0 3 0,0 4 0,-3 5 0,3 4 0,-2 7 15,0 15-15,2 2 0,0 3 16,2-1-16,0 1 0,3 6 0,4-5 16,-1-6-16,3-4 0,1-7 0,3-2 15,-6-9-15,2-6 0,-2-5 0,-5-3 16,0-3-16,-1-5 0,-1 0 15,-4-7-15,-1-2 0,-1-4 0,2 4 16,-3-6-16,-1 2 16,-5-5-16,2 3 0,-2-1 0,2 1 0,-4 6 0,2-2 15,0 2-15,-2 5 0,2 4 0,0 0 16,2 2-16,0 2 0,2 3 0,3 4 16,4 2-16,2 0 0,2 3 15,5-1-15,11 5 0,0 0 0,4-2 16,1-3-16,3 0 0,5-6 0,-2 0 15,4-7 1,-6-2-16,2-2 0,-2-7 0,-5 0 0,2-4 0,-1 0 0,-1-9 16,-9 11-16</inkml:trace>
  <inkml:trace contextRef="#ctx0" brushRef="#br0" timeOffset="175485.39">29497 15908 0,'0'0'0,"0"0"0,0 0 0,0 4 0,0 1 15,-3 2-15,-1 1 0,2 6 0,0-1 16,-3 0-16,5 5 0,-4-5 15,4 7-15,0-3 0,0 3 0,4 7 16,-2-1-16,5 1 0,-3-5 0,3 0 16,-5 0-16,3-5 0,-3 1 0,-2-3 15,0-4-15,-5 0 0,1-2 0,-5-2 16,-2-7-16,2 0 0,-4-4 0,0-1 16,4 1-16,-2-1 0</inkml:trace>
  <inkml:trace contextRef="#ctx0" brushRef="#br0" timeOffset="175739.47">29289 16155 0,'-2'0'0,"-4"-2"0,6 2 0,-9-2 0,2-1 0,1-1 16,1 2-16,5 0 0,2-3 0,3 3 16,4 0-16,2-3 0,6 3 0,3-2 15,6 2-15,12-1 0,-1-1 0,3 2 16,-2 0-16,-5-3 0,2 3 16,0-3-16,-6 1 0,0 0 0,-3-1 15,-2 3-15,-4 0 0,-2-3 0,-5 5 16,-4 0-16,-3 3 0,-3-1 15,-1 2-15,-2 5 0,-2 0 0,-3 2 16,1 0-16,-1 4 0,-1 1 0,1-1 16,1 5-16,2-4 0,-3-1 0,5 3 15,0-5-15,0 0 0,5-2 0,-5-2 16,4 0-16,-2-3 0,-2 1 0,3-5 16,-1 0-16,0-6 0,2 0 15,-1-1-15,1-1 0</inkml:trace>
  <inkml:trace contextRef="#ctx0" brushRef="#br0" timeOffset="175882.61">29785 15807 0,'0'0'0,"0"0"0,0 2 0,5 0 0,-3 0 0,0 5 16,3 2-16,-3 2 0,2 0 0,1 6 15,-3-1-15,2 1 0,-1 1 0,1 4 16,0 0-16</inkml:trace>
  <inkml:trace contextRef="#ctx0" brushRef="#br0" timeOffset="176500.62">29889 16237 0,'0'0'0,"0"0"0,0 0 0,2 0 0,1 2 0,-3-2 0,0 0 0,4 0 16,-2-2-16,3-1 0,3 1 16,-1-4-16,2-1 0,2 0 0,2-1 15,-2-6-15,2 3 0,1-2 0,1 0 16,5-5-16,-3 3 0,-1 2 0,-3 1 15,0 4-15,-4 1 0,-2 3 16,-3-1-16,-2 5 0,1 0 0,-1 0 16,-2 7-16,0-1 0,0 1 0,-2 4 15,-1-2-15,1 4 0,2-2 0,0 0 16,2 0-16,1-2 0,-1 0 0,0 0 16,2-3-16,-1-1 0,3-1 15,3-2-15,-2-2 0,4-2 0,0 0 16,0-5-16,4-4 0,3 0 0,-3-2 15,1 0-15,1 0 0,-1-1 0,-5 6 16,2 1-16,-2-2 0,-4 5 0,-3 1 16,3 1-16,-5 0 0,0 4 0,0 0 15,-2 1-15,0 3 0,0 1 16,2 0-16,1-1 0,-3 3 0,4 0 16,-2-3-16,3 3 0,-1-2 0,1-1 15,-1-1-15,5 1 0,0-1 0,-1-1 16,3-4-16,0 0 0,0-2 0,3-2 15,1-5-15,1 2 0,-1-4 16,3 0-16,-1 0 0,1-2 0,-3 4 16,1-4-16,-3 4 0,-2 0 0,-2 0 15,-3 3-15,-1-1 0,-5 3 16,-5 2-16,-1-1 0,-3 1 0,5 2 0,-7 2 16,2 1-16,-2 1 0,0 0 15,0 3-15,0 0 0,4 1 0,0 1 16,1 0-16,4 2 0,-1-2 0,6 4 15,1-2-15,3 2 0,4-2 16,2 0-16,11 3 0,-2-1 0,2-2 16,3-4-16,-3-1 0,-2-4 0,2 3 0,-4-5 15,0 2-15,-2-4 0,-3 2 16,-2 0-16,1-5 0,-5 5 0,-3-4 16,3 0-16,-2 1 0,1-1 0,1 4 15</inkml:trace>
  <inkml:trace contextRef="#ctx0" brushRef="#br0" timeOffset="181017.39">18393 17769 0,'-2'0'0,"0"0"0,-3 0 0,1-2 16,-3 0-16,3-1 0,-3 1 0,3-2 15,-3-1-15,5-1 0,-3 1 0,3 1 16,0-1-16,0-1 0,0 1 0,2-1 15,0-1-15,4 1 0,3-3 16,1 2-16,8-2 0,-1 1 0,10-1 16,10-2-16,5 0 15,1 4-15,1-2 0,0 5 0,-4-1 0,-3 3 0,-2 2 16,-2 0-16,-5 2 16,1 1-16,-5 1 0,-4 3 0,-3-1 0,-4 1 0,-4 4 15,-3-2-15,-6 4 0,-3-2 16,-3 4-16,-1 1 0,-4-1 0,-1 3 15,1-3-15,-2 3 0,1 0 16,3-3-16,0 1 0,3-1 0,3-2 16,3 3-16,2-1 15,2 0-15,3-1 0,-1-1 0,7 0 0,0-2 0,4 0 16,3 0-16,0 2 0,-1-2 0,3 3 16,-2-3-16,-3 2 0,1-2 0,-5 2 15,-2 0-15,-3 5 0,-4-2 0,-2-1 16,-4 3-16,-7-3 0,-2 0 15,-3 1 1,-4-3-16,1 3 0,-6-5 0,1 0 0,0-5 0,-3 3 0,1-5 16,-1 1-16,3-3 0,-7-2 0,5-2 15,2 0-15,6-3 0,0 1 0,7 2 16,0-5-16,2 3 0,5-1 0,4-1 16,0 1-16,4-1 0,3 1 15,4-6-15,5 2 0,-5 3 0,2-3 16,0 2-16,-2 1 0</inkml:trace>
  <inkml:trace contextRef="#ctx0" brushRef="#br0" timeOffset="181381.83">19282 17992 0,'0'0'0,"-3"2"0,3-2 0,-2 0 0,0 2 0,0 2 0,-1 1 16,1 4-16,0-3 0,0 3 0,0 2 15,-1 0-15,1 0 0,2 0 0,0 0 16,2-2-16,1 0 0,1 0 16,3-3-16,2-1 0,-1-3 0,3 0 15,3-2-15,-1-2 0,-2-5 0,4 1 16,1-3-16,-3-2 0,0 0 16,0-2-16,-2-3 0,3 1 0,-6-3 15,-1-2-15,-3-4 0,1 0 0,-5 4 16,-2 0-16,-1 2 0,-1 5 0,-3 2 15,3 2-15,-3 5 0,-1 2 0,-1 2 16,-2 4-16,0 3 0,-2-1 0,-1 5 16,-1 0-16,2 3 0,-1 1 15,1 1-15,0-3 0,4 4 0,3-1 16,-1-1-16,7 1 0,0-3 0,7 2 16,-1 1-16,7-7 0,1 2 0,5-3 15,1-3-15,0-1 0,4-1 16,-2-1-16,7-2 0,-2 0 0</inkml:trace>
  <inkml:trace contextRef="#ctx0" brushRef="#br0" timeOffset="181713.95">19822 17959 0,'-3'2'0,"3"-2"0,0 0 0,3 0 0,-3 2 15,0 0-15,0 0 0,-3 5 0,1 0 16,0 1-16,0 1 0,-3 2 16,3-2-16,-2 4 0,2-2 0,-1 0 15,3 3-15,0-6 0,3 1 0,-1 0 16,2 0-16,5-5 0,0 1 0,2-5 15,0 0-15,0-5 0,2 1 16,0-3-16,-2-2 0,5 1 0,-5-3 16,2-3-16,0 1 0,-2-2 0,0-1 15,-2 1-15,0-3 0,-2-6 0,-5 2 16,-2 0-16,-2 2 0,-1 2 0,-1 1 16,-3 4-16,1 2 0,-1 2 0,-2 4 15,3 1-15,-1 2 0,-2 4 16,1 0-16,-3 2 0,-1 3 0,1 4 15,0-2-15,-2 2 0,4 0 0,-4 2 16,2 0-16,2-2 0,3 3 0,-1-3 16,3 2-16,4-2 0,2 0 15,0 0-15,7 0 0,0-2 0,2 2 16,0-2-16</inkml:trace>
  <inkml:trace contextRef="#ctx0" brushRef="#br0" timeOffset="182048.66">20900 18192 0,'0'-2'0,"4"0"0,-4 2 0,5-2 0,1-1 0,3 1 16,4 2-16,1-2 0,1 2 0,3-2 15,-1 0 1,3-1-16,2 1 0,7 0 0,2 0 0,2-3 0,0 3 0,2-2 31,3-1-31,-1 1 0,12-3 0,-7 1 0,-7-1 0,-4 3 0,-7-1 16,0 3-16,-4 0 16,-2 0-16,-3-3 0,-2 5 0,-2 0 0,0-2 0,-6 0 15,1 2-15,-1-2 16,-5 0-16,-2-1 0,-1 1 0,-3 2 0,-3 0 0,-2-2 15,-2 0-15,4-1 0,-2 1 16,-5 0-16</inkml:trace>
  <inkml:trace contextRef="#ctx0" brushRef="#br0" timeOffset="182191.47">21089 18042 0,'-2'0'0,"-2"0"0,-3-4 0,-2 4 0,3-4 0,1 1 15,1 1-15,0-2 0,4-1 0,0 1 16,4 0-16,5-1 0,2 1 15,2-3-15,7 0 0,4 3 0,11-5 16,7 3-16,0-3 0,0 2 0,0 1 16,2 1-16,-2-1 0,13-3 15,-4 4-15,-3-6 0,-4 2 0,-4 1 16</inkml:trace>
  <inkml:trace contextRef="#ctx0" brushRef="#br0" timeOffset="191714.13">22410 17842 0,'-4'0'0,"-5"0"0,-4-5 0,0-1 0,-1 1 0,-1-4 16,4-2-16,-2 0 0,-1-2 0,6 2 15,-1-2-15,-2 0 0,2-3 0,0 1 16,5 2-16,-1 4 0,3-2 0,2 0 15,0 0-15,4 0 0,5-3 16,0 3-16,-2 0 0,6 0 0,9-2 16,2 4-16,0-2 0,5 0 0,2 2 15,0 1-15,-2 1 0,-1 3 0,-4 1 16,1 6-16,-3-1 0,-2 2 16,-3 1-16,-1 6 0,-5 0 0,-2 2 15,-1 5-15,-3 1 0,1 8 16,-1 2-16,-5 4 0,2 4 0,-2 3 0,-2 4 15,-5 15-15,-2-3 0,1-6 0,-3 1 16,2 0-16,-9 6 0,-2-6 16,0-9-16,1-9 0,-4-2 0,-3-7 0,-3-2 15,1-9-15,1 0 0,1 1 16,2-3-16,1-3 0,6-3 0,1-1 16,5-4-16,7 0 0,2 0 0,0 0 15,4-2-15,4 0 0,5 2 0,5-2 16,-3-1-16,7 3 15,4-2-15,3 0 0,6 2 0,0-4 0,2 1 16,0 1-16,18-7 0,-2 3 0,0-1 16,-1 0-16,1-1 0,-5-1 0,12-4 15,-10-1-15,-1-1 0,-6 0 0,-1 1 16,0 1-16</inkml:trace>
  <inkml:trace contextRef="#ctx0" brushRef="#br0" timeOffset="191951.85">23612 17877 0,'0'0'0,"-2"-2"0,2 2 0,0-2 0,-3 2 0,-1 2 0,4 0 0,-4 0 0,-1 5 16,1-3-16,-5 7 0,0-2 0,-2 4 16,0 3-16,-4 1 0,-5 10 0,0 2 15,2-1-15,1 3 0,-1 2 16,0-2-16,3 2 0,-3 7 0,1-5 15,4-6-15,-1-3 0,3-4 0,0-4 16,0-3-16,2-4 0,3 0 0,-3-2 16,-2-2-16,4-1 0,-2 1 0,1 0 15,-3-1-15</inkml:trace>
  <inkml:trace contextRef="#ctx0" brushRef="#br0" timeOffset="192126.19">23219 17998 0,'0'-2'0,"0"-2"0,0 4 0,0-9 0,3 2 0,-1-2 15,2 3-15,3-1 0,-1 3 0,5 2 16,0 2-16,3 2 16,1 2-16,-2 3 0,3 6 0,-1 0 0,1 7 15,6 9-15,-5 2 0,5 2 0,0 4 16,3-2-16,-1 3 0,7 6 16,0-4-16,-3-7 0,-3-2 0,1-7 0,-4 0 15,-2-6-15,-5-3 0,1 5 16</inkml:trace>
  <inkml:trace contextRef="#ctx0" brushRef="#br0" timeOffset="192396.79">23779 17507 0,'3'0'0,"-3"0"15,0 0-15,-3 0 0,6 2 0,-3 2 0,2 5 0,0 4 16,2 3-16,1 4 0,-3 2 16,2 15-16,3 5 0,0 2 0,-1 5 15,3-3-15,7 16 0,-1-9 0,3-5 16,1-4-16,4-2 0,1-2 0,9-1 16,-2-8-16,-3-9 0,-6-2 0,0-7 15,-4-2-15,-2-4 0,-3-5 0,-2-4 16,2-2-16,-2-1 0,0-4 15,0 1-15,2-3 0,-2 2 0</inkml:trace>
  <inkml:trace contextRef="#ctx0" brushRef="#br0" timeOffset="192731.89">24324 17945 0,'0'-4'0,"-2"4"0,-5 2 0,1 0 15,-1 3-15,-2 1 0,3 3 0,-1 0 16,0 6-16,3-1 0,2-1 0,-1 2 15,3 1-15,3-1 0,3-2 16,1 1-16,8-1 0,3-2 0,-3-4 16,3-3-16,9-4 0,-8-2 0,10-7 15,-5-2-15,3-2 0,-5-5 0,-2 3 16,-5-7-16,-2 2 0,1-7 0,-8-1 16,3-1-16,-7-4 0,0 2 0,-4-2 15,-2 4-15,-3 1 0,-4 3 0,-2 5 16,0 5-16,-3 6 0,1 5 15,-3 4-15,1 2 0,-1 5 0,2 6 16,-1 2-16,4 7 0,-1 0 0,6-2 16,-1-2-16,4 2 0,1 0 0,4 2 15,2-3-15,3 4 0,-1-4 0,7-1 16,-2 0-16,0-1 0,6-1 0,-4-3 16,2-2-16,3 2 0</inkml:trace>
  <inkml:trace contextRef="#ctx0" brushRef="#br0" timeOffset="193080.95">24933 17738 0,'-5'2'0,"-1"5"0,-1-3 0,-2 10 0,-2-1 0,0 4 0,0 1 16,0 2-16,2 4 0,0-4 0,7 0 15,2-5-15,7 1 0,-1-3 16,1-4-16,4-3 15,4 1-15,-4-3 0,3-1 0,1-3 0,3-5 0,-3 1 16,5-3-16,-4 1 0,1-3 0,3-9 16,-5 3-16,-1-1 0,1-8 0,-4-5 15,-2 1 1,-2-3-16,-5 0 0,-4 2 0,-1 3 0,-3 2 0,-5 2 16,0 2-16,-3 4 0,-1 3 0,-3 4 15,1 3-15,-1 1 16,0 5-16,1 2 0,6 1 0,-2 1 15,-1 3-15,1 4 0,0 0 0,2 6 16,2 1 0,-2 2-16,7 4 0,-3-2 0,3 0 15,1 2-15,3 1 0,5-3 0,1 9 16,1-7-16,2-9 0</inkml:trace>
  <inkml:trace contextRef="#ctx0" brushRef="#br0" timeOffset="193735.98">26022 17813 0,'2'-2'0,"-2"0"0,2-1 0,3-1 0,-1 2 0,5-3 0,-3 5 0,8-4 0,-1 4 16,2-2-16,5 2 0,4 0 0,3 2 15,15-2-15,2 4 0,4-1 0,1 1 16,13 3-16,-5-1 0,-4 3 0,-2-2 16,-7-3-16,2 1 0,2-1 15,-6-2 1,-6-4-16,-8-2 0,-3-1 0,-6-1 0,-3-1 0,-5 0 0,-7 1 16,3-1-16,2 5 0</inkml:trace>
  <inkml:trace contextRef="#ctx0" brushRef="#br0" timeOffset="193972.76">26244 17608 0,'0'0'0,"0"2"0,0 0 0,3 5 0,1 0 0,0 6 15,5 5-15,0-1 0,2 14 0,5 4 16,-3 1-16,2 1 0,1 1 0,-1-3 15,1 2-15,3 12 0,-1-3 0,-3-2 16,1-2-16,-3-2 0,0-5 0,1 0 16,-1-6-16,0-5 0,2-2 15,1-6-15,2-3 0,-1-2 0,7-4 16,1-5-16,3-4 0,-1-3 0,1 1 16</inkml:trace>
  <inkml:trace contextRef="#ctx0" brushRef="#br0" timeOffset="194321.72">27594 17593 0,'-2'0'0,"2"-5"0,0 5 0,-5-6 0,1-1 0,-1 0 0,-1 1 16,-5-1-16,-2-2 0,-3 0 0,-4 3 16,-11-3-16,3 5 0,-3 1 15,0 1-15,5 4 0,1 5 0,3 0 16,7 1-16,4 3 0,4 3 0,7 3 15,5 1-15,3-3 0,10 14 0,8 2 16,8 2-16,3 5 0,5-1 0,2 0 16,0 3-16,16 6 0,-10-1 15,-6-8-15,-6-2 0,-9 3 0,-5-3 16,-9-2-16,-4 0 0,-6-2 0,-7-4 16,-7-1-16,0-6 0,-9-2 0,-2-3 15,-4-4-15,-2-2 0,1-7 16,1 0-16,2 0 0,2-4 0,0-2 15,5 2-15,0-5 0,4 0 0,0-4 16,6-4-16,1-5 0,2 0 0,4-6 16,0-1-16,2 1 0,3-1 0</inkml:trace>
  <inkml:trace contextRef="#ctx0" brushRef="#br0" timeOffset="194655.69">28183 17562 0,'0'-2'0,"0"-3"0,2-4 0,0 3 0,-2-5 0,0 2 15,-2-2-15,-3 2 0,-1-2 0,-5 0 16,-3 2-16,-1 0 0,-3 3 16,-4-1-16,-6 3 0,-8 6 0,3 2 15,0 1-15,2 1 0,5 3 0,4 0 16,4 2-16,9 2 16,5 3-16,4 1 0,9 1 0,2-3 0,2 5 0,16 9 15,-7-5-15,13 14 0,3-1 16,3 5-16,6-2 0,21 13 0,-2-7 15,14 5-15,-21-10 0,-17-10 0,-18 0 16,-4-4-16,-9-1 0,-2-2 0,-9 1 16,-2-1-16,-5-4 0,-4-3 15,-4-3-15,-5-1 0,-4-4 0,-7-1 16,-7-1-16,-1-3 0,-1-4 0,0-4 16,3-3-16,1-1 0,10-3 0,0-3 15,6-3-15,4-1 0,5-2 0,7 0 16,4 1-16,4-1 0,-2 2 0,7 3 15,0-3-15</inkml:trace>
  <inkml:trace contextRef="#ctx0" brushRef="#br0" timeOffset="195340.01">28996 18051 0,'0'0'0,"0"-2"0,0 2 0,2-2 15,1-5-15,1 3 0,0-3 0,5 1 16,0-5-16,2-1 0,0-1 16,2 0-16,7-11 0,0 0 0,0-7 15,4 2-15,0-6 0,3-1 0,6-10 16,2 0-16,3 2 0,15-7 0,4 11 16,-4 5-16,0 4 0,-7-4 15,-4 2-15,-9 4 0,-2 1 0,0 3 16,2 1-16,4 0 0,1 2 0,4 0 15,-5 6-15,1 3 0,-8 0 0,-3 0 16,-3-1-16,-4 3 0,-7 0 0,-2 5 16,-2-3-16,-2 4 0,-3 3 0,1 0 15,-5 0-15,0 2 0,-5 0 0,-6 2 16,2 0-16,-4 0 0,-5 3 16,5-3-16,-7 0 0,-2 5 0,-2-3 15,-5-2-15,1 3 0,-1-1 0,0-2 16,-8 5-16,6-2 0,5-1 0,4-4 15,4 2-15,2-2 0,5 0 0,3 0 16,1-2-16,3 0 0,1 0 16,6-5-16,-1 2 0,4 1 0,1 0 15,6-1-15,0-1 0,7 3 16,-2 1-16,4 2 0,2-2 0,0 2 0,5 2 16,6 3-16,-4 1 0,-9-1 0,7 3 15,-5 4-15,-4-1 0,-2 2 0,-5 2 16,0 3-16,-4-3 0,-2 5 15,-3-2-15,-2 2 0,-2-3 0,0 1 16,0 0-16,-4-5 0,2 0 0,-3-2 16,3-2-16,0-3 0,0 1 0,4-5 15,-2 0-15,2 3 0,0-1 0</inkml:trace>
  <inkml:trace contextRef="#ctx0" brushRef="#br0" timeOffset="195671.83">30749 16814 0,'0'0'0,"-4"-4"0,-5-3 0,0 1 0,-2-1 0,-7 3 0,-2-3 0,-10-2 0,-1 0 16,-2 5-16,-3 0 0,3 1 0,2 1 15,3 4-15,3 1 0,6 1 16,3 3-16,5-1 0,7 5 0,4 0 15,4 2-15,7 1 0,-2 1 16,6 1-16,3 1 0,15 14 0,2 0 16,-1 0-16,-1 4 0,-3-2 0,-5 2 15,-1-4-15,-6 0 0,-5-4 0,-4-1 16,-7-4-16,-7 0 0,-3-2 0,-8-2 16,-4-3-16,-11 1 0,1-8 0,-1-1 15,2 0-15,9-5 0,3 0 16,6 0-16,4-2 0,3-4 0,6 2 15,2-5-15,7 0 0,0-1 0,0-1 16,-2 2-16</inkml:trace>
  <inkml:trace contextRef="#ctx0" brushRef="#br0" timeOffset="195952.21">31172 16819 0,'-2'-3'0,"0"-1"0,2 4 0,-4-4 0,-1-1 0,-2-1 0,1 1 0,-3 1 16,-2 2-16,-4-1 0,-1 1 0,1 2 15,-5 0-15,4 0 0,-3 2 0,3 1 32,3 3-32,0-1 0,4 6 15,4-3-15,8 4 0,1 1 0,7 4 16,2 3-16,7 2 0,7 14 0,1-1 16,-3 0-16,-1 3 0,-4-3 0,-3 2 15,-1-4-15,-1-2 0,1 7 0,-12-3 16,-4-2-16,-4-4 0,-7-3 0,-3-4 15,-5-2-15,-4-4 0,-1-3 16,-4-2-16,-1-2 0,2-5 0,3-2 16,4 0-16,5-4 0,6 0 0,5-2 15,4-3-15,2-4 0,2 0 0,-2 2 16</inkml:trace>
  <inkml:trace contextRef="#ctx0" brushRef="#br0" timeOffset="196116.47">31622 17306 0,'0'-2'0,"2"2"0,-2 0 0,7 0 16,2 0-16,0 2 0,2 0 0,4 0 15,3 1-15,2-1 0,2-2 0,-3 0 16,10 0-16,-2 0 0,-3-2 0,-2-1 16,-2-1-16,-5 0 0,-4 1 15,-2 1-15,-5 0 0</inkml:trace>
  <inkml:trace contextRef="#ctx0" brushRef="#br0" timeOffset="196258.72">31604 17209 0,'0'-4'0,"-6"1"0,6 3 0,-7-2 0,-4-4 16,2 3-16,3 1 0,-1 0 0,3 0 15,-1-1-15,3 1 0,2 0 16,5 0-16,1 2 0,5 0 0,5 0 16,1-2-16,8 2 0,3-3 15,5 1-15,14 0 0,1 0 0,-2-3 0,1-3 16,-8 3-16,1-6 0</inkml:trace>
  <inkml:trace contextRef="#ctx0" brushRef="#br0" timeOffset="196498.18">32251 16686 0,'0'0'0,"2"5"0,-2-5 0,2 6 0,2 3 0,3 4 0,2 3 15,-3-1-15,3 7 0,0 7 0,0 6 16,-3-2-16,1 5 0,-5-3 0,3 5 16,-5-3-16,4 3 0,-2-5 0,5-4 15,0-2-15,4 2 0,2-7 16,0-6-16,5-5 0,4-4 0,2-1 16,2-3-16,-1-3 0,-3-2 0,0 2 15,0-2-15</inkml:trace>
  <inkml:trace contextRef="#ctx0" brushRef="#br0" timeOffset="196785.05">32661 17088 0,'-3'-5'0,"-3"5"0,6 0 0,-9 0 0,-4 0 0,0 5 15,-5 1-15,2 1 0,-1 0 0,1 1 16,3 1-16,2 0 0,2 2 0,5 0 16,2 0-16,6 0 0,0 0 15,10 0-15,3-2 0,3-2 0,0 1 0,4-3 16,1-5-16,1 2 0,9-4 15,-4-5-15,0 1 0,-2-5 0,-7 2 32,0-2-32,-7-5 0,-2 1 0,-6-3 15,0 1-15,-7-3 0,-3 0 0,-3 2 16,-3 3-16,0 4 0,0 0 16,-2 4-16,-4 1 0,0 3 0,-5 6 15,0-1-15,0 4 0,0 1 0,2 2 16,-1 2-16,3 2 0,5-2 0,2 4 15,7-1-15,2-1 0,5 2 0,3-4 16,1 0-16,2-4 0</inkml:trace>
  <inkml:trace contextRef="#ctx0" brushRef="#br0" timeOffset="197054.52">33196 17176 0,'0'-5'0,"3"1"0,-3 4 0,0-4 0,2-3 15,-2 3-15,-2-1 0,-1 3 0,1 0 16,-4-3-16,-1 5 0,0 0 0,-1 3 15,-1-1-15,2 0 0,0 2 16,3 3-16,2-3 0,0 3 0,6-3 16,0 3-16,3-3 0,2 1 0,6-3 15,3 0-15,0-4 0,1 0 0,1 0 16,-2-5-16,2 0 0,0-4 16,-1-2-16,-7-2 0,-4 2 0,-3-3 15,-5-4-15,0 3 0,-9 1 0,-7-6 16,3 7-16,-2-1 0,-9 3 0,-1 2 15,1 2-15,9 5 0,-5 2 0,-2 6 16,4-2-16,0 3 0,3-5 16</inkml:trace>
</inkml:ink>
</file>

<file path=ppt/ink/ink19.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14:35.712"/>
    </inkml:context>
    <inkml:brush xml:id="br0">
      <inkml:brushProperty name="width" value="0.05292" units="cm"/>
      <inkml:brushProperty name="height" value="0.05292" units="cm"/>
      <inkml:brushProperty name="color" value="#FF0000"/>
    </inkml:brush>
  </inkml:definitions>
  <inkml:trace contextRef="#ctx0" brushRef="#br0">3812 2401 0,'0'0'0,"0"0"0,-2 0 0,2 0 0,0 5 15,2 1-15,-2-1 0,0 3 0,2 8 16,-2 4-16,0-3 0,3 12 0,-1 6 16,2 0-16,-4 5 0,0 2 0,2-2 15,3 4-15,1-4 0,5-1 0,-8 10 16,-1-1-16,-2 1 16,0-5-16,0-9 0,-5 3 0,-12 1 0,4-6 15,10-8-15,6-8 0,-3-6 0,-3-2 16,6 2-16,-3-2 0,0 0 15,-3-5-15,1 3 0,0-3 0,2-2 0,0-2 16,0 0-16,0-2 0,-4-2 16,1-5-16,1-2 0,0-4 0,-2-3 15,8-9-15,-2-6 0,7-4 16,-5 2-16,1-5 0,6-28 0,0-5 0,7-44 16,-7 24-16,-5 14 0</inkml:trace>
  <inkml:trace contextRef="#ctx0" brushRef="#br0" timeOffset="445.34">3951 2284 0,'2'-2'0,"-2"-7"0,5-2 0,4 0 0,2-4 0,2 4 16,2-7-16,9 0 0,5 5 0,-2 2 16,3 2-16,-5 7 0,3 2 15,-3 7-15,-1 2 0,-4 4 0,0 0 16,-9 5-16,-3-1 0,-1 10 0,-5-7 16,0 8-1,-2-3-15,-2 1 0,-2 5 0,-7-7 0,0 5 0,-11 2 16,2-5-16,-4-2 0,-1 1 0,1-1 0,-2-4 15,1 0-15,6-7 16,3 0-16,-1-2 0,5 0 0,6-7 16,-5 3-1,9-5-15,-5-2 0,5 0 0,2 0 16,4 0-16,3-2 0,4-5 0,-5 7 16,6-4-16,5 4 0,5-4 15,-2-1-15,7 3 0,-1 2 0,9-7 16,-6 5-16,2 0 0,-3 2 0,-1 2 15,-7 0-15,2 5 0,-2 4 0,-5 2 16,-2 3-16,3-3 0,-7-2 16,-1 2-16,-1 3 0,-7-3 0,-7 2 0,-4 5 15,-2 2-15,0-6 0,-7 3 16,2-3-16,-6 4 0,-7 0 0,-8 2 16,-12 0-16,2 0 0,-15 0 0,18-7 15,11-4-15,11-4 0,2-3 0,8-2 16,5 3-16,5-5 0,-3-5 0,3 3 15,4 0-15,0 0 0,0-5 0,0 3 16,2-5-16,0 0 0,5-2 16,-5 0-16,-2 2 0</inkml:trace>
  <inkml:trace contextRef="#ctx0" brushRef="#br0" timeOffset="3699.99">25901 4692 0,'2'-4'0,"-2"1"0,0-3 0,2-1 0,0-4 15,-2 7-15,2-7 0,1 2 16,-3 0-16,2 2 0,-2-4 0,2 5 16,-2-1-16,0 1 0,2 1 0,-2 5 15,2-4-15,1 8 0,-3-4 0,2 9 16,0 0-16,-2 8 0,2-3 15,-2 8-15,0-5 0,0 5 0,-2 3 16,0-3-16,0 0 16,2 2-16,-5 5 0,3-3 0,0-2 15,0-2-15,2-6 0,0-3 0,2 0 16,0-6-16,0-3 0,3 1 0,3-10 16,3 1-16,3-5 0,5-6 0,1-5 15,7-4-15,12-21 0,3-3 0,7-14 16,26-33-16,33-46 0,46-70 0,-72 109 15,2-4-15,2-8 0,-5 1 0,7 7 16,3-17-16,-5 2 0,2 4 0,2-13 16,-6 15-16,6-2 0,5 0 0,-4-4 15</inkml:trace>
  <inkml:trace contextRef="#ctx0" brushRef="#br0" timeOffset="9841.4">6873 1614 0,'0'-2'0,"0"-3"0,0 3 0,0 0 16,2 2-16,2-2 0,-4-5 15,9 3-15,2 4 0,4-7 0,3 3 16,4 1-16,11-5 0,0 5 0,3-3 15,-1 6-15,5-2 0,4-1 0,2 1 16,13-4-16,-1 1 0,-8 1 0,-3-1 16,-3 5-16,-2-2 0,4 2 0,3-4 15,-5-1-15,-5-3 0,-3 1 0,-3-2 16,-5 7-16,-3-3 0,-8 3 0,1 2 16,-3 0-16,-4 0 15,-2 0-15,2 0 0,-4 0 0,-1 2 0,-1 3 16,-3-5-16,-13 2 0,2-2 0,9 0 15,-4 0-15,4 0 0,4 0 16,-2 0-16,1 0 16,-8 0-16,1 0 0,4 0 0,4 0 15,-4 0-15,5 5 0,-3-1 0,0-2 0,5 3 0,1-5 16</inkml:trace>
  <inkml:trace contextRef="#ctx0" brushRef="#br0" timeOffset="11403.18">9801 1513 0,'-5'0'0,"5"4"0,-2-4 0,0 0 0,0 0 0,2 0 0,-3 0 0,3 0 0,3 0 16,-3 2-16,6-2 0,1 0 0,4 0 16,2 5-16,5-5 0,6 2 0,5-2 15,13-2-15,2-3 0,0 5 16,0-2-16,2-5 16,16 5-16,2-4 0,0 3 0,15 1 15,-8-5-15,-5 1 0,0-3 0,-4 7 0,4-5 16,0 3-16,-2 4 0,-5-2 15,1-3-15,-12 5 0,1 0 0,-1 5 0,-1-5 16,-3 2-16,-2-2 0,-9 0 16,-7 0-16,-1 0 0,-6-2 0,-1 2 0,0 0 15,-3 0-15,-4-5 0,0 3 0,-2 2 16,2-2-16,-4 0 0,-3 2 0,0-3 16,-1-1-16,-12 4 0,2 0 15,3 0-15,4 0 0,-2 0 0,-1 0 16,3 0-16,0 0 0,0 0 15,0 0-15,-2 0 0,2 4 0,0-4 16,5 0-16,-3 0 0,2 0 0,-4-4 16,2 4-16,1 0 0,-3 0 0,0 0 31,0 0-31,0 0 0,0 0 0,0 0 16,0 0-16,0 0 0,0 0 0,0 0 15,0 0-15,-3 0 0,3 0 0,-2 0 16,2 0-16,-2 0 0,2 0 15,-2 0-15,2 0 0,0 0 0,0 0 16,0 0-16,0 0 0,0 0 0,0 0 16,-2 0-16,2 0 0,0 0 0,0 0 15,0 0-15,0 0 0,0 0 16,0 0-16,0 0 0,0 0 0,0 0 16,0 0-16,-3 0 0,3 0 0,0 0 15,0 0-15,0 0 0,0 0 0,0 0 16,-2 0-16,2 0 0,0 0 0,0 4 15,0-4-15,0 0 0,0 0 0,0 0 16,0 0-16,0 0 0,0 0 0,0 0 16,0 0-16,0 0 15,0 0-15,0 0 0,0 0 0,0 0 0,0 0 16,2 0-16,-2 0 0,0 3 16,0-3-16,0 0 0,0 0 0,0 0 15,0 0-15,0 0 0,0-3 0,0 3 16,0 0-16,0 0 0,0 0 0,0 0 15,0 0-15,-2 3 0,2-3 0,0 0 16,0 0-16,0 0 0,2 0 0,-2 0 16,0 0-16,-2 0 0,2 0 0,2-3 15,-2 3-15,0 0 0,3 0 0,-3 0 16,0 0-16,0 0 0,0 0 0,0 0 16,0 0-16,0 0 0,0 0 15,0 0-15,0 0 0,0 0 0,0 0 16,0 0-16,0 0 0,0 0 0,0 0 15,0 0-15,0 0 0,0 0 16,0 0-16,0 0 0,0 0 16,0 0-16,0 0 0,0 0 0,0 0 0,0 0 15,0 0-15,0 0 16,0 0-16,0 0 0,0 0 0,0 0 0,0 0 16,0 0-16,0 0 0,0 0 0,0 0 0,0 0 15,0 0-15,0 0 0,0 0 16,0 0-16,0 0 0,0 0 0</inkml:trace>
  <inkml:trace contextRef="#ctx0" brushRef="#br0" timeOffset="25542.74">29161 6125 0,'-4'0'0,"0"0"0,-1 0 0,-1 0 0,1 0 15</inkml:trace>
  <inkml:trace contextRef="#ctx0" brushRef="#br0" timeOffset="25749.36">29241 6072 0,'-2'0'0,"-1"0"0,3 0 0,-2 0 0,0 2 0,2-4 0,0 2 0,4 0 15,-4 0-15,3 0 0,-1-2 0,-2 2 16,0 0-16,0-2 0,-2 2 16,2 0-16,2 0 0,-2 0 0</inkml:trace>
  <inkml:trace contextRef="#ctx0" brushRef="#br0" timeOffset="42050.98">1510 5203 0,'3'-2'0,"-3"-2"0,6-5 0,-4 2 16,1 1-16,3 1 0,-6-1 0,2 1 15,-2 3-15,3-2 0,-1 2 0,-2 2 16,0-5-16,4 5 0,-2 0 0,-2-2 16,0 2-16,0 0 0,0 0 0,0 0 15,0-2-15,0 2 0,0 2 0,0 0 16,3 3-16,-1-1 0,-2 5 16,6 0-16,-6 4 0,3-2 0,1 4 15,3 5-15,-5 0 0,4 11 0,-3 2 16,-1-4-16,7 4 0,-9-5 0,2 3 15,-2-2-15,0-5 0,0 0 16,0-4-16,-2 0 0,-5-2 0,5-3 16,0-2-16,-5 1 0,3-3 0,1-5 15,-1 3-15,0-5 0,4 1 0,-3-10 16,1 5-16,-2 3 0,4-1 0,-2-2 16,2 0-16,0 0 0,2-5 0,-2-1 15,0-1-15,4-2 0,-2-2 16,1-6-16,-1-3 0,4-4 0,-3-3 15,5-4-15,-3 0 0,6-17 0,0 4 16,0 4-16,-2 3 0,0 1 16,2 8-16,4-1 0,-6 5 0,2 4 15,4 0-15,-6 2 0,7 3 0,-3 4 16,2 0-16,5-2 0,-2 4 0,2 0 16,2-2-16,0 7 0,0-5 0,-5 4 15,3 1-15,-7 2 0,3-3 0,2 5 16,-7 0-16,-5 5 0,3-5 0,-5 4 15,3-2-15,-5 3 0,0-1 16,5-2-16,-7 3 16,2-1-16,-2 1 0,0-1 0,0-2 0,0 1 0,0 1 15,0-2-15,2 0 0,-2 1 16,-4 1-16,-3-2 0,12-2 16,-3 2-16,-2-2 0,2 0 0,0 0 15,3 0-15,-5 0 0,0 0 0,0 0 0,0 0 16,0 0-16,0 0 0,0 0 0,0 3 15,0-3-15,0 0 0,0 0 0,0 0 16,0 0-16,0-3 0,0 3 16,0 0-16,0 0 0,0 0 15,0 0-15,0-2 0,0 2 0,0 2 0,0-2 16,0 0-16,2-2 0,-2 2 0,2 0 16,-2 2-16,0-2 0,0 0 15,0 0-15,0-2 0,0 2 0,0 0 16,0 0-1,0 0-15,0 0 0,2 0 0,-2 0 0,0 0 0,-2 0 0,2 2 16,0-2-16,0 0 0,0 3 0,0 1 16,0-4-16,0 2 0,0 3 0,0-3 15,0 2-15,0-2 0,0 1 16,0 3-16,0-1 0,0 1 0,0 1 16,0-3-16,0 5 0,0 2 0,0-2 15,0 2-15,0 2 0,-2 0 0,0 1 16,-3 3-16,3 1 0,0 0 0,-5 8 15,3-4-15,2 0 0,-3 0 16,3-2-16,0 0 0,2-2 0,2-3 31,0 3-31,3-3 0,-3-2 0,2 3 16,3-5-16,2-2 0,-3-1 0,5 1 16,-2 0-16,5-2 0,-3-1 0,-3-1 15,3-1-15,-4-2 0,2 0 16,2 1-16,-7-3 0,5 0 0,0 0 15,-7-3-15,3 3 0,1-4 0,-4 4 16,5 0-16,-5-2 0,0-3 0,3 1 16,-1 0-16</inkml:trace>
  <inkml:trace contextRef="#ctx0" brushRef="#br0" timeOffset="44855.16">2829 5073 0,'0'0'0,"2"0"0,-4-4 0,2 4 16,0-2-16,-2 0 0,2 2 0,0 0 16,0 0-16,-3 0 0,1 4 0,-4 7 15,1-2-15,-4 4 0,-2 2 0,0 5 16,-2 5-16,0 8 0,-7 6 16,5-1-16,1 6 0,-3 15 0,6-6 15,4-2-15,7-9 0,2-5 0,9 1 16,3-5-16,1 2 0,3 1 0,-1-3 15,12 4-15,-3-4 0,-4-6 16,3-3-16,-1-4 0,-4-3 0,-3 1 16,3-5-16,-4 3 0,-3-3 15,0 0-15,-4-2 0,0-2 0,-7-2 0,5 1 16,-5-1-16,0 2 0</inkml:trace>
  <inkml:trace contextRef="#ctx0" brushRef="#br0" timeOffset="45395.46">3305 5164 0,'0'2'0,"0"-4"0,0 2 0,2 0 0,-2 0 0,0 2 15,0-2-15,5 4 0,-1 3 16,-4 4-16,2 4 0,-4 5 0,2 9 16,-9 13-16,0 0 0,-2 2 0,0 0 15,-2-4-15,2-3 0,-4 7 0,2-11 16,1-4-16,4-14 0,3 1 15,-4-7-15,9-1 0,-6-3 0,1-3 16,5-4-16,-2-3 0,2-1 0,2-7 16,-2 4-16,5-7 0,1-8 0,5-5 15,0-8-15,5-7 0,10-22 0,3 0 16,0 2-16,2-3 0,15-12 0,-9 6 16,1 16-16,-7 11 15,-3 10-15,1 17 0,-3 3 0,1 10 16,4 10-16,-7 5 0,0 4 0,-2 7 0,0 6 15,-8 3-15,-8 2 0,-1 0 0,-5 4 16,-5-6-16,-4-5 0,-8 0 16,-1 0-16,-10-4 0,-1 0 0,-4-2 15,0 2-15,4-3 0,-4-1 0,-2-1 16,2-4-16,-5-2 16,3-5-16,2 3 0,6-5 15,7 3-15,5-5 0,6 0 0,7 2 0,-5 2 0,5 1 16,4 1-16,5 5 0,4 0 0,4 7 15,5 0-15,7-1 0,6 3 0,-4 0 32,6 0-32,4-3 0,1 1 0,2-3 15,11 3-15,0-2 0,-9-3 0,-2-2 16,-7-2-16,-6-1 0,-7-1 0,-4-3 16,-3-1-16,-2-6 0,0 3 0,3-6 15,-10 1-15,5-1 0,-2-1 16,2 3-16</inkml:trace>
  <inkml:trace contextRef="#ctx0" brushRef="#br0" timeOffset="45585.65">4119 4957 0,'2'2'0,"0"0"0,-2-2 0,5 7 16,1 4-16,3 6 0,2 3 0,11 15 15,-4-2-15,-1 0 0,-1 7 0,4 4 16,2 25-16,-5 1 0,1 16 15,-14-11-15,1-22 0,-1-11 0,-10-11 0,1-5 16,-4-1-16,0-3 0,3 0 16,-3-3-16,-2 4 0,2-4 15,-2-1-15,-2-3 0,2 3 0,0-3 0</inkml:trace>
  <inkml:trace contextRef="#ctx0" brushRef="#br0" timeOffset="46960.82">911 6465 0,'0'0'0,"-5"0"0,-4-3 16,3 1-16,1 2 0,3-2 0,-4 0 16,10 0-16,0-3 0,7 3 0,5-2 15,6-3-15,15 0 0,10 3 0,6-3 16,6 1-16,29-5 0,49 0 0,-5 0 16,38 0-16,-71 4 0,14 0 0,-3 1 15,9 1-15,0-3 0,7 3 0,6-4 16,-2 5-16,0 2 0,7-3 15,-7 1-15,13-1 0,5-3 0,-5 1 16,1 3-16,-3-1 0,-9 5 16,3 0-16,-12-2 0,1 0 0,-5 0 15,0-1-15,-5 3 0,-8 0 0,0-2 16,-13 2-16,-3-2 0,-4 2 0,-4 0 16,-10-2-16,-10 0 0,-2-3 0,-12 3 15,-6-2-15,-9 1 0,-15 1 0,2 4 16,-5 3-16,-6-5 0,-7 0 0,5 0 15,-5-2-15,-4-3 0,-3 5 16,-1 0-16,-3-2 0,-4 4 0,-1-2 16,-6 0-16,-4 2 0,-2 3 0,4-1 15</inkml:trace>
  <inkml:trace contextRef="#ctx0" brushRef="#br0" timeOffset="47900.68">3107 7501 0,'0'2'0,"0"-2"0,0 0 0,0 0 0,0 0 0,4 0 15,3-2-15,-5 0 0,7 0 0,-3-3 16,1 1-16,0-1 0,-1-4 0,-1 3 16,1-5-16,-1 0 0,1-2 15,-6-5-15,0-2 0,0-9 0,-6-1 16,-1-1-16,-2 0 0,-2-2 0,-2 0 15,0 4-15,-9 0 0,-5 5 0,-6 0 16,-13 4-16,-1 5 0,3 6 16,5 4-16,-3 8 0,7 1 0,-1 5 15,1 4-15,4 5 0,-2 4 0,-4 15 16,3 5-16,-1 4 0,11 7 0,2-4 16,11-1-16,2-4 0,9-8 0,2-5 15,9-3-15,7 3 0,6-2 0,5-3 16,4 1-16,9-10 0,-5 1 0,3-5 15,2-2-15,-5-2 0,10-5 16,-3-6-16,4-4 0,5-8 0,0-1 16,-4 0-16,-10-3 0,-8 0 0,-9 1 15,0-5-15,-4 4 0,2-2 16,-3 2-16,-1-1 0,-5 3 0,-7 1 16,-2 1-16,-2 1 0,-4 0 0,-5 2 15,-4-2-15,0 2 0,-9 0 0,-3 2 16,-1 0-16,-3 2 0</inkml:trace>
  <inkml:trace contextRef="#ctx0" brushRef="#br0" timeOffset="48042.47">2778 7463 0,'2'-2'0,"-4"2"0,2 0 0,0 5 0,-6-1 0,6 0 15,0 3-15,6 2 0,-1 2 0,3 2 16,3-2-16,9 2 0,9 7 0,4 0 16,7-2-16,2-1 0,-1 1 0,4-5 15,10 7-15,-5-4 0,3-1 16,-2-2-16,17-4 15,-10-9-15,-14 2 0,-2-2 0,-16 5 16</inkml:trace>
  <inkml:trace contextRef="#ctx0" brushRef="#br0" timeOffset="48393.61">6127 6319 0,'-4'0'0,"4"0"0,0 0 0,0 0 0,4 0 16,3 0-16,4 2 0,7-2 0,-3 0 16,7 0-16,5 0 0,10-2 0,3 0 15,-3 0-15,1-3 0,-3 3 16,-4 0-16,0-3 0,-7 3 0,2-2 16,-12-1-16,-3-1 0,0-1 0,-9 3 31</inkml:trace>
  <inkml:trace contextRef="#ctx0" brushRef="#br0" timeOffset="48535.43">6132 6185 0,'0'0'0,"0"0"0,-2-3 0,4 3 0,-2-2 0,6 0 16,3-2-16,2-1 0,5-1 0,-1 1 16,7-4-16,11-2 0,-4 3 0,6-4 15,0 1-15,3 3 0,2-3 16,-5 0-16,0 0 0,7 2 0,-7 0 15,-2-2-15,-2 6 0</inkml:trace>
  <inkml:trace contextRef="#ctx0" brushRef="#br0" timeOffset="48789.77">6941 5644 0,'-2'-2'0,"4"2"0,0 0 0,5 2 0,-3 3 0,5 6 16,2 0-16,2 7 0,0 1 0,7 10 16,0 2-16,-4 2 0,-5 0 0,2 0 15,-7 2-15,5-2 0,3 3 0,-3 8 16,-2-2-16,-5-3 0,0-3 0,1-3 16,-3-5-16,2-3 0,-1-1 15,-1-6-15,4-3 0,-6 0 0,3-4 16,-1 3-16,0-5 0,2 2 0,-1-5 15,-1 1-15,0-1 0,-2-1 0,2 1 16</inkml:trace>
  <inkml:trace contextRef="#ctx0" brushRef="#br0" timeOffset="48963.9">7472 6169 0,'-4'0'0,"4"-4"0,0 4 0,6 0 0,6-5 0,7 3 16,14-4-16,3-1 0,-1 3 0,0-1 15,-4 1-15,2-1 0,-2 3 0,-2 0 16,-1-3-16,1 3 0,-2-2 0,1-1 16,-1 1-16,-3 2 0,7-3 0</inkml:trace>
  <inkml:trace contextRef="#ctx0" brushRef="#br0" timeOffset="49807.64">8495 5887 0,'3'0'0,"1"2"0,0 5 0,7-1 15,3 5-15,1 5 0,5 2 0,4 10 16,5 7-16,-3 3 0,-1 6 0,3 11 15,-1 2-15,-3-10 0,-11-5 0,3-9 32,-8-5-32,-1-3 0,-3-5 0,-1-1 15,-3-1-15,0-5 0,0 0 0,0-4 16,0 0-16,0-5 0,-5-12 16,3 12-16,0-4 0,0-4 0,-3-1 15,-1-1-15,-1-5 0,0-3 0,-1-3 16,-4-5-16,1-5 0,0-8 0,3-9 15,-6-22-15,1 0 0,0-3 0,-3-28 16,3-2-16,2-31 0,9 28 16,6 23-16,3 31 0,2 8 0,2 13 15,0 3-15,4 2 0,5 2 0,4 3 16,3-1-16,4 7 0,2-2 0,0 6 16,0 3-16,-7 4 0,5 4 0,-2 5 15,0 4-15,-3 5 0,-2 6 0,3 0 16,-3 5-16,-4-5 0,-5 1 15,-6-1-15,-2-2 0,-7-2 0,-5 0 16,-1-1-16,-12 1 0,-8 2 0,-14-2 16,0 0-16,5 0 0,2-5 0,4 1 15,5-1-15,6-4 0,3-2 0,4 0 16,4-5-16,1 1 0,3-5 16,8-5-16,-5 7 0,0-4 0,2-2 15,5-1-15,2 1 0,-1 2 0,6 2 16,5-2-16,3 4 0,7-2 15,2 6-15,2-1 0,9 4 0,-2 2 0,-5-3 16,-11 6-16,0-3 0,-1 2 16,-6 0-16,-4 0 0,-2 1 15,-2-3-15,-2 2 0,-5-2 0,-4 0 0,-3 2 16,-3-4-16,-6 2 0,-5-2 0,-10 0 16,-6 2-16,-5-3 15,-6-3-15,1 4 0,1-5 0,3 0 0,1 1 16,-4-3-16,0-4 0,6-3 0,7-1 15,3-3-15,6 2 0,4-4 0,2 3 16,3-1-16</inkml:trace>
  <inkml:trace contextRef="#ctx0" brushRef="#br0" timeOffset="51712.39">1711 9745 0,'2'-2'0,"-2"0"0,0-5 0,0 3 15,7 4-15,-5-2 0,7 4 0,-3 2 16,5 3-16,0 4 0,-2 2 0,5 5 16,-3 2-16,0 13 0,0 2 0,-3 3 15,-3 1-15,-3-1 0,-2 2 16,-2-5-16,0 0 0,-5-2 0,3-6 15,-5-1-15,2-6 0,-2-2 0,-2-3 16,0-2-16,0-4 0,2-2 0,3-5 16,-3 0-16,5-4 0,-3 0 15,5-7-15,2-2 0,-2 2 0,4-6 16,-2-3-16,4-4 0,3-9 0,4-2 16,-5-5-16,12-3 0,4-19 0,2 5 15,3 2-15,-5 2 0,4 3 0,12-12 16,-3 12-16,-2 10 0,0 10 15,3 6-15,-3 6 0,2 9 0,0 5 16,-4 7-16,0 6 0,-9 4 0,-4 5 16,-1 9-16,-6-1 0,-6 8 0,1-1 15,-10-2-15,-1 0 0,1 0 0,-7-2 16,0-2-16,0 1 0,-2 1 16,4-2-16,2-5 0,5-4 0,2 0 15,2-5-15,5-1 0,2-3 0,2-7 16,-5 5-16,5-3 0,3-3 0,3-1 15,-3-2-15,8-5 0,-7 1 0,5-3 16,2-1-16,-2-1 0,4-2 0,2-2 16,-1-3-16,1-4 0,1 5 0</inkml:trace>
  <inkml:trace contextRef="#ctx0" brushRef="#br0" timeOffset="52251.64">2767 9686 0,'2'0'0,"1"2"0,-3-2 0,6 5 0,3 3 0,-2 3 0,4 5 16,0 1-16,4 1 15,3 9-15,-3 3 0,-2 4 0,3 1 0,-7 7 0,-1 13 16,1 0-16,-9-9 0,0-8 0,-6-5 16,1-9-16,-1-4 0,-1-5 15,0-6-15,1-4 0,-1-1 16,-2-4-16,3-2 0,-1-5 0,3-2 15,-5-6-15,7-3 0,-9 3 16,6-14-16,-4 7 0,3-20 0,1 0 0,3-4 16,-2 0-16,8-5 0,-2-2 0,3-4 15,6-25-15,9 5 0,2 9 0,15-3 16,1 23-16,-1 15 0,-2 13 0,5 4 16,-9 7-16,0 9 0,2-2 0,-7 4 15,7 3-15,-8 6 0,3-2 16,-1 4-16,-7 2 0,-3 1 0,-3 4 15,-3-1-15,-3 4 0,-5 1 0,-10 2 16,-6 3-16,-3 2 0,-6 0 0,-4-1 16,-5-1-16,2 0 0,-4-1 15,-9-3-15,0-5 0,1-5 0,3 0 16,3-1-16,4-3 0,11 0 0,2 0 16,7-2-16,9-1 0,4 1 0,5 2 15,4-2-15,2 0 0,12 0 0,1 0 16,7 2-16,2-7 0,3 5 0,17-7 15,4 2-15,1 1 0,22-7 0,-10 2 16,-12-3-16,-16 3 0,-9 0 16,-2-2-16,-6-2 0,1 4 0,1-5 15,-5 1-15,-2 0 0,3-1 16,-8 1 0,1-3-16,-5 3 0,0 1 0</inkml:trace>
  <inkml:trace contextRef="#ctx0" brushRef="#br0" timeOffset="52714.73">2641 9648 0,'-2'0'0,"2"0"0,0 0 0,-2 0 0,2 0 0,-2 0 0,-5 5 16,5-1-16,-5 7 0,1 0 16,-5 3-16,0 5 0,-3 1 0,-3 11 15,1 0-15,3 4 0,2 3 0,9 4 16,2 4-16,7 9 0,10 0 0,7-6 15,5-10-15,4-3 0,11-3 0,-4-5 16,2-6-16,-7-2 0,7-2 0,0 0 16,4-1-16,1-1 0,3-3 0,3-4 15,-2 0-15</inkml:trace>
  <inkml:trace contextRef="#ctx0" brushRef="#br0" timeOffset="52984.68">3865 9465 0,'5'0'0,"-1"-2"0,5 2 0,4 2 0,7 3 16,0 4-16,8 6 0,1 7 0,2 5 15,-7 8-15,3 7 0,3 17 16,-5 1-16,-3-7 0,-9 0 0,-6 0 15,-3 11-15,-4-5 0,-9-4 0,5-11 16,-7-4-16,-5-7 0,3-9 0,0-8 16,0-3-16,-1-2 0,1 4 0,0-1 15,-5-1-15,9-2 0,1-7 16,-1 3-16,7-5 0,-3-2 0,5 0 16,-2-2-16</inkml:trace>
  <inkml:trace contextRef="#ctx0" brushRef="#br0" timeOffset="53175.85">4677 9951 0,'0'0'0,"4"-5"0,7 1 0,2-1 0,3-1 0,6-1 0,11 0 16,2 1-16,-6-1 0,2 3 0,-9-1 16,2 1-16,-7 2 0,3 0 31,-4-1-31,-3 1 0,-2-2 0,-2 2 15,0-1-15,-7-1 0,-2-3 0,-2 3 16,-5-5-16,0 5 0,3-1 0</inkml:trace>
  <inkml:trace contextRef="#ctx0" brushRef="#br0" timeOffset="53302.41">4650 9785 0,'0'5'0,"0"-5"0,0 0 0,0 2 0,0-4 15,0-3-15,7 1 0,-3-3 0,5-2 16,2 1-16,4-4 0,5 4 0,-2-3 15,10-3-15,-3 1 0,-1 4 16,-2-2-16,-9 3 0,3 1 0</inkml:trace>
  <inkml:trace contextRef="#ctx0" brushRef="#br0" timeOffset="54518.14">29761 5830 0,'0'2'0,"0"2"0,0 5 0,2-5 0,-2 5 0</inkml:trace>
  <inkml:trace contextRef="#ctx0" brushRef="#br0" timeOffset="54836.99">28262 5843 0,'-4'-2'0,"-1"-1"0,-2-1 0,-1 4 15,-3-4-15,0 1 0,2 3 16</inkml:trace>
  <inkml:trace contextRef="#ctx0" brushRef="#br0" timeOffset="56756.65">29763 5470 0,'-2'2'0,"-4"-2"0,-1 0 0,-2 0 16,3-2-16,-1 2 0,0-4 0,1 4 15,1-2-15,1 2 0,2 2 0,-1 0 16,1 5-16,0 1 0,0 1 0,2 5 15,-2-1-15,2 2 0,0 3 0,0 2 16,2 8-16,-2 3 0,2 2 16,0 0-16,0 3 0,1-3 0,-1 2 15,0-2-15,0-4 16,-2-3-16,0-2 0,0-2 0,0-2 0,0-4 0,-2-1 16,0-4-16,0 2 0,-1-4 15,-1 0-15,0-2 0,-3-1 16,3 1-16,-3-3 0,3 1 15,-5-3-15,0 2 0,-2 1 0,-2-5 0,-5 4 0,0-2 16,-8 1-16,-5-1 0,-4 0 16,-14-2-16,-1 4 0,3-1 0,-1 1 15,4-2-15,-11 3 0,-3 1 0,1 1 16,0-1-16,4-1 0,9-3 0,2-2 16,9 0-16,0 0 0,-3-2 0,1 2 15,-7 2-15,0-2 0,-4-2 0,6 0 16,1-5-16,3 5 0,8 0 0,-1 2 15,2 0-15,1 0 0,-3 0 32,1 0-32,-5 2 0,4 0 0,0 0 0,3 3 15,-1-5-15,5 0 0,5 0 16,1 0-16,3-3 0,2-1 0,2 0 16,0-1-16,1 1 0,1-3 0,3-2 15,-3 1-15,2-3 0,1-3 0,0-1 16,-1-1-16,3-1 0,0-1 15,0-2-15,-3 3 0,1-5 0,-1 2 16,5-4-16,-2-1 0,2 1 0,0 4 16,0 5-16,0-1 0,-2 3 0,2 2 15,0 0-15,-2 2 0,-3 0 0,3 1 16,0 1-16,0 3 0,0-1 16,-1 1-16,1 4 0,2-2 0,0 2 15,0 2-15,0 0 0,0 0 0,0 0 16</inkml:trace>
  <inkml:trace contextRef="#ctx0" brushRef="#br0" timeOffset="58593.51">6077 8994 0,'0'-3'0,"4"6"0,0 1 0,3 5 0,4 2 15,-4 4-15,4 3 0,-2 4 0,2 11 16,0 0-16,-7 0 0,3 0 0,-7 3 16,-5-3-16,-1-5 0,-8 1 0,-6-5 15,1-2-15,-6-4 0,-1-3 0,-5-1 16,-9-6-16,-2-1 0,3-5 16,-1-2-16,-2-2 15,3 2-15,-8 0 0,-1 0 0,6 4 16,4 1-16,14 4 0,0 2 0,0 0 15,4 4-15,7 3 0,1 4 0,6-2 16,4 4-16,2 0 0,2 0 0,2-4 0,10 0 0,-1-2 16,7-3-1,4-4-15,5-2 0,1 0 16,6-7-16,-3-2 0,2-4 16,-4-3-16,0-4 0,-7-2 0,0 0 15,-4-3-15,-9 1 0,2 1 0,-8-1 16,-3 2-16,2-3 0,-4 1 0,0 2 15,-4-3-15,-3 3 0,-4 0 16,-2 2-16,2 2 0,0 2 0,-7 3 16,5 0-16,2 1 0,0 3 0,5 0 15,-6 0-15,6 5 0,-1-1 0,3-2 16,-1 3-16,3-5 0</inkml:trace>
  <inkml:trace contextRef="#ctx0" brushRef="#br0" timeOffset="58963.61">6526 9064 0,'0'-2'0,"5"-2"0,-5 4 0,9-7 0,-3 3 0,3-3 16,4 5-16,-2 0 0,3 2 0,-3 2 16,2 2-16,-2 5 0,0 0 0,-2 2 15,-1 6-15,-3 3 0,2 5 0,-5 10 16,0 5-16,0 1 0,-2 1 15,-2 0-15,2-4 0,-4-1 0,-1-2 16,3-4-16,-3 7 0,1-5 16,0-4-16,1-3 0,3 0 0,0-4 0,3 1 15,1-6-15,0-1 0,8-5 0,3-3 16,0-1-16,7 0 0,3-3 16,3 0-16,8-4 0,-1 0 0,5 0 15,4-6-15,-5-1 0,8-4 0,-3-4 16,-2 6-16,-3 0 0,-1 7 0,-3-2 15,0-3-15,-6-4 0,0 4 0,-7-2 16,-5 5-16,3 2 0,-4 0 16,-5 2-16,-2 2 0,-1 0 0,-5-2 15,3 4-15,-1 1 0,6-1 0</inkml:trace>
  <inkml:trace contextRef="#ctx0" brushRef="#br0" timeOffset="59473.05">7893 9027 0,'3'0'0,"-1"-5"0,2 1 0,1-3 0,-1 1 0,0 1 0,-1 3 16,-1-2-16,0 4 0,-2-3 0,0 6 16,-2-1-16,-3 4 0,1 3 0,-5 4 15,-6 3-15,2 6 0,-1 0 0,-6 16 16,3 1-16,1 3 0,5 2 31,0 0-31,3-2 0,5-4 0,1 1 16,9-3-16,2-6 0,2-3 0,6 2 15,5-7-15,3 2 0,3-2 0,-1 2 16,4-4-16,2 0 0,8-7 0,-1-2 16,-5-2-16,-1-5 0,-8 1 15,0-5-15,-6 2 0,-4 2 0,1-4 16,-3 0-16,1-6 0,-2-3 0,7 0 16</inkml:trace>
  <inkml:trace contextRef="#ctx0" brushRef="#br0" timeOffset="60625.8">8132 9146 0,'0'-2'0,"-3"-1"0,1-1 0,-2 0 0,2-3 0,2 0 16,2 3-16,0-1 0,5 1 0,-1-3 16,5 3-16,0 0 0,5-1 0,-1 1 15,7 2-15,11-5 0,0 3 0,3-3 16,3 3-16,-4-3 0,3-2 16,-3 3-16,-2-3 0,9 0 0,-4 4 15,-3 1-15,-2 4 0,-9 0 16,-4 0-16,-4 2 0,-5-2 0,-3 2 0,-3-2 15,-5 5-15,-2 1 0,-3 6 0,1-1 16,-5 4-16,5 3 0,-5 4 16,-4 2-16,-1 0 0,-1 5 0,-1 0 15,-1-1-15,-3-1 0,0-1 0,5-2 16,1 1-16,3-1 0,3-4 0,3 0 16,1-5-16,2-4 0,2 0 0,2-2 15,2-3-15,7 1 0,2-3 0,3 3 16,6-3-16,4 1 0,3-1 15,6 1-15,9-7 0,-4-1 0,-5-1 16,-4-1-16,-4 1 0,-7 0 0,-5-1 16,0 3-16,-1-5 0,-3 5 0,-2 0 15,-5-2-15,0-1 0,-6 1 0,0-1 16,-5 3-16,-4 0 0,-2-2 16,2 1-16,0-1 0,-4 4 0,-1-4 15</inkml:trace>
  <inkml:trace contextRef="#ctx0" brushRef="#br0" timeOffset="60863.72">8151 9313 0,'-2'-2'0,"-2"-2"0,4 4 0,-5-7 16,3 0-16,2 1 0,0-1 0,5 3 15,1-3-15,5 3 0,5-1 0,3 1 16,6 2-16,14 0 0,3-1 0,5 1 15,-3 0-15,0 0 0,2 0 16,16 2-16,-3-5 0,-1-1 0,-5 1 16,2-4-16,-13 5 0,-12 0 0,-3-3 15,-5 2-15,-2 1 0,-5 0 0,-4 4 16,-2-3-16,0 3 0,0-2 0,2 2 16,2 0-16</inkml:trace>
  <inkml:trace contextRef="#ctx0" brushRef="#br0" timeOffset="61149.77">9097 8846 0,'0'0'0,"5"0"0,3 2 15,4 0-15,3 3 0,-2 4 0,5-1 16,-1 6-16,-1 3 0,8 7 15,-6 1-15,2 3 0,-3 1 0,-1 2 16,-3 4-16,0 0 0,-2 14 0,-6-3 16,-1 3-16,-4-3 0,-2-2 15,0 0-15,-3-11 0,-1 3 0,-5-5 16,0-1-16,-1-1 0,1-5 0,-2 5 16,2-5-16,-2-2 0,2 0 0,0-2 15,2 0-15,3-5 0,-3-1 0,0-1 16,4-4-16,-1-3 0,-1 3 0,1 0 15</inkml:trace>
  <inkml:trace contextRef="#ctx0" brushRef="#br0" timeOffset="75056.17">26011 7560 0,'2'3'0,"-4"-3"0,2 0 0,-7-3 16,3 1-16,-3 2 0,0-2 0,-1 0 15,-1 2-15,0 0 0,-4-2 0,2 2 16,0 0-16,-2 2 0,-3-2 0,3 2 16,0 0-16,-3 0 0,3 1 15,-2-1-15,1 2 0,1-4 0,-2 2 16,1 1-16,-1-1 0,0 0 0,1 0 15,1 1-15,0-3 0,0 0 0,2 2 16,-5 0-16,5-2 0</inkml:trace>
  <inkml:trace contextRef="#ctx0" brushRef="#br0" timeOffset="75468.38">25576 7530 0,'0'0'0,"0"-5"0,0 5 0,0-2 15,0-2-15,0 1 0,0 1 0,0 2 16,0 0-16,0 0 0,3 0 15,-1 5-15,0 1 0,2 3 0,1 4 16,-3 0-16,0 5 0,3 0 0,-3 2 16,2 4-16,-4-2 0,5 0 0,-5-4 15,0-1-15,2-6 0,0 0 0,-2-4 16,0-1-16,2-3 0,0 1 16,1-4-16,3-2 0,1-5 0,2-2 15,2-6-15,-2 0 0,6-5 0,-2-2 16,5-5-16,2-10 0,4-1 0,0-1 15,3-5-15,-1-9 0,9-22 16,1-3-16,3-21 0,-6 11 0,-4 0 16,2-18-16,-16 31 0,3 9 0,-2 9 15,3-3-15,1-6 0,2-9 0,-9 4 16,7 21-16,2 6 0,-2 10 0,0 10 16,-7 0-16,1 0 15,-3-1-15,0 3 0,-3 0 0,1 5 0,-4 1 16,-1 5-16,-2 2 0,0 3 0,1 1 15,-1 3-15,-2 0 0,-5 11 16,1-3-16,4-3 0,0-6 0,2 1 0,-2 4 16,-2 3-16,0 1 0,0 1 0,-3 0 15,-1-1-15,1 1 0</inkml:trace>
  <inkml:trace contextRef="#ctx0" brushRef="#br0" timeOffset="75596.5">26095 6357 0,'-3'-3'0,"-1"-1"0,4 4 0,0-2 0,-4 0 0,4-1 15,0 6-15,2-1 0,2 2 0</inkml:trace>
  <inkml:trace contextRef="#ctx0" brushRef="#br0" timeOffset="78770.1">27484 7369 0,'0'0'0,"0"2"0,0-2 0,-3 0 0,3 2 0,0 0 0,0 0 15,0 1-15,-2-3 0,2 2 0,0 2 16,0-4-16,0 5 0,2-5 0,-2 4 16,0-2-16,0 1 0,0-3 0,3 2 15,-1 0-15,-2-2 0,2 4 0,0-4 16,0 3-16,1-3 0,-3 2 15</inkml:trace>
  <inkml:trace contextRef="#ctx0" brushRef="#br0" timeOffset="79057.81">27713 7366 0,'-2'-2'0,"2"2"0,0 0 0,0 0 0,0-2 0,0 2 0,0-4 16</inkml:trace>
  <inkml:trace contextRef="#ctx0" brushRef="#br0" timeOffset="79859.2">29349 7402 0,'0'0'0,"0"0"0,0 0 0,0 0 0</inkml:trace>
  <inkml:trace contextRef="#ctx0" brushRef="#br0" timeOffset="82019.1">32158 7344 0,'-2'3'0,"-1"1"0,3-4 0,-2 9 0,-2 0 0,2 2 0,-1 0 0,-1 2 0,2 0 0,0 3 0,-3-5 15,3 2 1,0-2-16,0-2 0,-3 2 0,3-2 0,0-1 0,-3-1 31,-1 0-31,1-3 0,1-2 0,0 3 16,-1-1-16,3-2 0,-2 0 0,4 1 16,-5-1-16,5 0 0,0-2 15,0 4-15,2-4 0,3 3 0,-1-1 16,5 2-16,-2-2 0,1 3 0,1-5 15,0 4-15</inkml:trace>
  <inkml:trace contextRef="#ctx0" brushRef="#br0" timeOffset="85797.81">14631 8193 0,'7'0'0,"9"7"0,3-5 16,6 0-16,1-2 0,1-4 0,8 2 16,2-1-16,-4 1 0,0 2 0,-4 0 15,-5 0-15,-4 0 0,-4 2 0,-5 1 16,-7-1-16,0 2 0,-6 3 0,-7 2 15,1-3-15,-6 3 0,-10 0 0,-2 0 16,-3 2-16,-6 2 0,4-2 16,-13 5-16,2 1 0,7-1 0,4-1 15,2 3-15,7-5 0,7 5 0,1-1 16,12 1-16,4 2 0,7-1 0,7 1 16,6 0-16,2 0 0,2 0 0,7 0 15,3 0-15,12 2 0,1-3 16,-3-1-16,-4-2 0,-9 1 0,-7 1 15,-6-3-15,-4 3 0,-7 2 0,-3 2 16,-6 0-16,-6 0 0,-12 0 0,-9 0 16,-8-4-16,-2-1 0,-1 1 0,1-3 15,-1 1-15,1-1 0,-10-2 16,1-2-16,-2-4 0,1-11 0,3-1 16,11-4-16,7 1 0,6-1 0,9 2 15,4-2-15,7 1 0,5-6 0,6-3 16,6-3-16,12-9 0,19-6 0,1-7 15,-9 7-15</inkml:trace>
  <inkml:trace contextRef="#ctx0" brushRef="#br0" timeOffset="86132.16">15621 8343 0,'5'0'0,"1"-2"0,-6 2 0,5-4 0,-3-1 16,-2 1-16,-2-1 0,-7 1 0,-2 0 15,-4 1-15,-5-1 0,-13 4 16,-5 0-16,-4 2 0,-2 5 0,0-3 31,2 5-31,7 2 0,4 0 0,9 2 16,4 3-16,12 1 0,6 3 0,9 0 15,10 4-15,10 3 0,4-1 0,18 7 16,0-6-16,-5-1 0,5-4 16,-7 0-16,13 3 0,-2-1 0,-9 0 15,-4 2-15,-11 1 0,-11-5 0,-5 2 16,-6-2-16,-4 0 0,-5 0 0,-7 0 15,-6 0-15,-11-2 0,-9 2 0,-5-6 16,-10-1-16,-12-6 0,7 2 0,2-7 16,14 5-16,-1-2 0,3-3 15,4-4-15,0-4 0,7 2 0,4 2 16,9-2-16,5-5 0,-1 2 0,7-3 16,7-3-16,6 0 0,2-7 0,-1 0 15,-1-1-15</inkml:trace>
  <inkml:trace contextRef="#ctx0" brushRef="#br0" timeOffset="86323.2">16188 8830 0,'4'-2'0,"3"0"0,4-2 0,5-1 0,1-1 16,3 1-16,-2-1 0,8-1 0,3-2 15,-5 3-15,7 1 0,-5-1 16,1 1-16,-1 1 0,3-1 0,-5 1 15,0-1-15,1 1 0,-5-3 0,-3 3 16,-4 0-16,-4-1 0,-4 1 0,-3-3 16,-4 3-16,2-1 0,-3-1 0</inkml:trace>
  <inkml:trace contextRef="#ctx0" brushRef="#br0" timeOffset="86498.04">16137 8632 0,'3'-2'0,"1"-3"0,5 3 0,6-4 0,1 1 16,6 1-16,2-3 0,9-2 16,0 1-16,-2-1 0,-2 2 0,-1 0 15,-3 3-15,1 0 0,-6-1 0,-2 3 16,-3 0-16,-4 0 0,2-3 16,-4 3-16,2-2 0</inkml:trace>
  <inkml:trace contextRef="#ctx0" brushRef="#br0" timeOffset="88158.36">16962 8326 0,'-2'0'0,"2"-3"0,2 1 0,0-2 0,0 2 0,3-1 15,1-1-15,3 0 0,2-1 16,3 1-16,1 1 0,3-1 0,4 0 16,11 1-16,0 1 0,4 0 0,1 0 15,1 2-15,1 0 0,-5 0 0,-2-2 16,-6 4-16,-3-2 15,-4 2-15,-2 0 0,-5 3 0,-4-1 0,-3 0 0,-3 3 16,-3 0-16,-3 2 0,-6 4 16,3 4-16,-7 1 0,-5 6 0,-4 3 15,-2 1-15,2 1 0,-3 0 0,-1-3 16,-1 3-16,1-7 0,2 0 0,2 2 16,2-4-16,4 0 0,3-2 15,7-3-15,-1 0 0,5-1 0,6-3 16,5 2-16,2-2 0,9 2 0,6-2 15,7 0-15,14-2 0,1-5 0,-1 1 16,-3-3-16,-5-2 0,-6 0 0,0 0 16,1-2-16,-4 2 0,6 0 0,-8-2 15,1-1 1,-7 1-16,-7 0 0,-1-2 0,-5 1 0,-1-1 0,-3 4 16,-1-4-16,-4 1 0,0 1 15,-4 0-15,-1 0 0,1 2 0,-3-2 16,7 2-16</inkml:trace>
  <inkml:trace contextRef="#ctx0" brushRef="#br0" timeOffset="88953.11">18499 8101 0,'0'0'0,"2"4"0,-2-4 0,4 4 16,-1 3-16,-1 4 0,2 2 16,1 5-16,-1-3 0,-2 5 0,3-2 0,-3 8 15,0-1-15,-2-1 0,0 0 16,-4-2-16,-3 2 0,-2-4 15,-2 0-15,-2-2 0,-2-3 0,-5-2 0,0-2 16,-2-2-16,0-4 0,-3-1 16,1-4-16,4 0 0,-4 0 0,4-2 0,-4 2 15,2 2-15,-4 2 0,-5 5 0,-2 2 16,-3 5-16,1 4 16,6 6-16,3-2 0,2 5 0,4-7 0,0-4 0,7 2 15,6-1-15,5 1 0,6 0 16,5-2-16,2-1 0,5 3 0,1-2 15,3-3-15,7-2 0,1-2 0,5-8 16,0-3-16,0-3 0,-2-3 16,-4-5-16,-3 0 0,-2-2 0,-4-3 15,-3-4-15,-6 3 0,0-3 0,-3 4 16,-3-3-16,1 5 0,-4-1 0,-2 2 16,-3 2-1,-3 0-15,-1 2 0,-4 2 0,-3 3 0,-2-1 0,3 8 0,0-3 16,-1 4-16,1 0 0,-1-1 15,3 1-15,0 3 0,2-1 0,2 1 16,2-1-16,3-1 0,2-1 0,0 3 16,2-3-16,2-1 0,-2-1 0</inkml:trace>
  <inkml:trace contextRef="#ctx0" brushRef="#br0" timeOffset="89318.58">18702 8639 0,'-3'-3'0,"1"1"0,2 2 0,-2 0 0,2 2 0,0 1 0,0 1 0,2 0 0,-2 3 16,0 0-16,5 4 0,-3 0 15,0 4-15,2 3 0,1 10 0,-3 1 16,2 0-16,-4-1 0,5 3 0,-5-2 16,4-3-16,1 3 0,-3-5 15,2-2-15,1 0 0,1-4 0,3 2 16,-2-5-16,-1-1 0,5 1 0,-2-6 15,2 4-15,-2-2 0,7-2 0,-3 0 16,2-3-16,1 3 0,3-2 0,1-3 31,2 3-31,0-3 0,9-4 16,0 0-16,-4 0 0,-1 0 0,-2 0 0,3-2 16,-3 2-16,0 0 0,1 0 15,-3 2-15,2-2 0,0 2 0,-4 1 16,0-1-16,-3 0 0,-3-2 0,-3 2 15,-3 0-15,1 1 0,-2-1 0,0 0 16,-3 0-16,0 1 0,-1 1 0,-6 0 16,1 3-16,0-3 0,0 1 15</inkml:trace>
  <inkml:trace contextRef="#ctx0" brushRef="#br0" timeOffset="91002.06">15061 9311 0,'0'-4'15,"5"-7"-15,1-3 0,1-1 0,2 0 0,0 1 0,0-1 16,-1 4-16,1 0 0,-2 4 16,-1-2-16,-1 5 0,-1 2 0,-2 4 15,1 7-15,-8 0 0,1 8 0,-3 5 16,-4 3-16,-2 3 0,-7 10 0,-4-1 16,0-1-16,-5-1 0,-2 2 15,2 1-15,1-3 0,-8 14 0,8-8 16,1-3-16,5-5 0,2-9 0,3-4 15,1-7-15,5-2 0,5-2 0,1-2 16,3-1-16,0-1 0,4-3 0,0-2 16,3 0-16,-1-4 0,3 1 0,-1-5 15,1-1-15,-3-2 0,-1-7 0,-3-2 16,2-2-16,-2 0 0,0-2 0,-2 4 16,-3 0-16,-1 3 0,-1 1 15,-2 3-15,-4 6 0,2 3 0,-7 4 16,5 4-16,-2 3 0,-3 6 0,0 3 15,7 1-15,0 5 0,7-2 0,6-2 16,2-1 0,5-1-16,0-3 0,2-2 0,11 2 0,-6-4 0,1 0 0,3-2 15,2-1-15,5-1 0,6 1 16,2-4 0,-4 1-16,-3-3 0,-3 0 0,-3 0 0,-7 0 0,-4 0 15,-2 0-15</inkml:trace>
  <inkml:trace contextRef="#ctx0" brushRef="#br0" timeOffset="91593.94">13679 10400 0,'-2'-4'0,"0"0"0,2-1 0,0-2 0,0 3 0,0 0 0,4 1 16,-4 3-16,4 3 0,-1 1 0,-1 3 15,0 6-15,2 2 0,-1 3 16,-1 2-16,2 4 0,-2 5 0,1 2 16,-1-3-16,-2-1 0,0-1 15,2-2-15,-2 1 0,0-1 0,2-2 0,-2 0 16,0 0-16,0-2 0,2 0 0,1 0 15,1-3-15,-2 1 0,3-5 16,1-2-16,1-2 0,0 0 0,-3-3 16,3-6-16,1 0 0,-1-6 0,0-1 15,1 1-15,-1-1 0</inkml:trace>
  <inkml:trace contextRef="#ctx0" brushRef="#br0" timeOffset="91896.04">13939 10746 0,'-2'0'0,"0"0"0,2 0 0,0 3 0,0-1 0,0 5 0,0-1 0,2 3 0,2 2 16,-4-2-16,5 2 0,-1 0 16,3 0-16,2 0 0,-1 0 0,1-2 15,2 0-15,2-3 0,-1-1 0,3-1 16,-2-2-16,3-2 0,1-4 0,1-3 16,-3-4-16,-1 2 15,-3-2-15,2-11 0,-4 2 0,-3 1 0,-1-1 0,-3 6 31,-4-5-31,-3 1 0,-1 7 0,-1 0 16,-4 0-16,-2 2 0,0 5 16,-1-1-16,-1 1 0,-1 4 0,1 2 15,0 0-15,1 5 0,-1 2 0,2 0 16,-1-1-16,3 6 0,3-3 0,-1 2 16,4 0-16,1 0 0,2 3 15,2-3-15,4 0 0,1-2 0,-1-4 16,0 2-16,-1-5 0</inkml:trace>
  <inkml:trace contextRef="#ctx0" brushRef="#br0" timeOffset="92229.54">14647 10702 0,'0'0'0,"-2"0"0,2 0 0,-7 0 0,3 0 15,-1 5-15,1-3 0,-3 5 0,1-1 16,1 3-16,1 2 0,2 5 0,4-3 15,0 4-15,5-1 0,-1 4 0,7 0 16,1-1-16,-1-1 0,2-5 16,3-2-16,0-2 0,-1-2 0,-1-7 15,1 2-15,1-4 0,-5-3 16,3 1-16,-3-3 0,-2-2 0,0-4 16,-2 0-16,0 0 0,-3 0 15,-4-5-15,1 0 0,-1-2 0,-2 1 0,-5-8 16,1 7-16,-3 5 0,-1-1 0,-3 1 15,-1 2-15,-3-1 0,2 3 0,-3 5 16,-1-1-16,-1 3 0,3 2 0,-3 2 16,0 2-16,-1 2 0,1 5 15,-2 0-15,0 2 0,3 4 0,-8 5 16,3 0-16,5-2 0</inkml:trace>
  <inkml:trace contextRef="#ctx0" brushRef="#br0" timeOffset="92756.04">15844 10755 0,'0'0'0,"0"-2"0,0 2 0,0 0 15,2 0-15,1-2 0,3 2 0,3 0 16,0-2-16,4-1 0,-2 1 15,7 0-15,2 0 0,2 0 0,2-1 16,11 1-16,0-2 0,3 4 0,-5-5 16,-2 3-16,0-2 0,-7 2 0,0-5 15,-6 3-15,-3-3 0,-4 3 16,0-1-16,-4 1 0,-3-1 0,-1-1 16,-3 1-16,-5 1 0,-1 2 0,-6-3 15,6 3-15,-3-2 0</inkml:trace>
  <inkml:trace contextRef="#ctx0" brushRef="#br0" timeOffset="92914.39">15888 10658 0,'0'-2'0,"5"2"0,-5 0 0,2-2 0,2 0 0,3-1 15,2 1-15,2 0 0,2 0 16,2 0-16,3-3 0,11 3 0,-1 0 16,1 0-16,-3-1 0,1 1 0,-5 0 15,0 0-15,-4 0 0,-3-1 16,1 3-16,-8-2 0,3 0 0,-2 2 15</inkml:trace>
  <inkml:trace contextRef="#ctx0" brushRef="#br0" timeOffset="94718.96">16955 10151 0,'0'-2'0,"-2"2"0,0-2 0,0-3 16,0 3-16,-1 0 0,1 0 0,2 2 15,2 0-15,3 0 0,1 0 16,5 0-16,3-2 0,1-1 0,5 3 16,0-4-16,2 4 0,2-2 0,7 0 15,0 2-15,-3 0 0,1 2 16,-5 0-16,1-2 0,-6 2 0,-3 3 16,-1-1-16,-4-2 0,-4 3 0,-3 1 15,-1 1-15,-3 2 0,-5-1 0,-1 6 16,-1-6-16,-2 6 0,-2-1 0,0 2 15,-9 12-15,-2-1 0,2 3 16,1 4-16,1-2 0,0 0 0,5 0 16,0 0-16,4-3 15,2-1-15,3-3 0,4-2 0,0-4 0,7-3 0,1-4 16,1 0-16,4-2 0,1 0 0,3 0 16,1-5-16,4 0 15,4-1-15,1-3 0,-1-3 0,10-1 0,-6-3 0,-3 3 16,-7-1-16,0 3 0,-5 0 0,0 2 15,-1-2-15,-3 2 0,-2 0 16,-3 0-16,3 0 0,-5 0 0,1 0 16,-1 0-16,-2 0 0,1 2 0,-1 0 15,-2 3-15,0-3 0,-5 0 16,1 3-16,-3-3 0</inkml:trace>
  <inkml:trace contextRef="#ctx0" brushRef="#br0" timeOffset="96739.01">30872 10323 0,'0'0'0,"0"-2"0,-2 0 0,2 0 0,0-1 16,-2 1-16,2 0 0,0 2 16,0-2-16,0 0 0,0 2 0,0-3 15,0 3-15,0 0 0,2 0 0,3 3 16,-3-1-16,0 0 0,2 2 0,1 1 16,-1-3-16,1 0 0,-1 3 0</inkml:trace>
  <inkml:trace contextRef="#ctx0" brushRef="#br0" timeOffset="97743.55">18111 10394 0,'0'-2'0,"0"2"0,0-3 0,0 3 0,0 0 15,0 0-15,4 0 0,-4 0 0,2 0 16,3 0-16,-5 3 0,4-3 0,-4 2 16,2-2-16,1 2 0,-3-2 15,2 0-15,0 0 0,-2 0 0,2 0 16,0 0-16,-2 0 0,0 0 0,3-2 16,-6 0-16,3-1 0,0 3 0,-2-4 15,2 2-15,0-1 0,-2-1 16,4 2-16,-2 0 0,0-5 0,2 5 15,-2 0-15,3-3 0,-1 1 0,0 2 16,0-3-16,0 1 0,1-3 0,-1 3 16,0-1-16,0 3 0,-2-4 0,0 3 15,0 1-15,0-2 0,0 2 0,0-1 16,0 1-16,0 0 0,0 0 16,-2-3-16,2 5 0,-2-4 0</inkml:trace>
  <inkml:trace contextRef="#ctx0" brushRef="#br0" timeOffset="110064.04">18091 10352 0,'0'0'0,"0"-5"0,-2 3 0,-1-2 0,1-1 0,0 1 15,0 0-15,0-1 0,-1-1 0,1 1 16,0 3-16,0 0 0,0-3 16,2 5-16,0-4 0,-3 4 0,3-2 15,0 2-15,-2 0 0,4 2 0,-2 0 16,3 0-16,-3 3 0,4 1 0,-2 1 16,3 0-16,-3 1 0,2 3 0,1 0 15,1 3-15,1-1 0,0 2 0,-1 5 16,1-4-16,4 6 0,-2 0 15,2-2-15,-3-1 0,1-1 0,0 0 16,2 2-16,-2-5 0,2 0 0,0 1 16,0-5-16,-2 2 0,0-2 15,-5 2-15,3-2 0,-5 0 16,2-2-16,-2-2 0,3-1 0,-3 1 0,0-3 16,3 1-16,-3-3 0,0 0 0,-2-6 15,-2-1-15,2 8 0,2-3 0,-2 2 16,2-7-16,3 3 0,-5 0 0,0-2 15,0-1-15,0-1 0,2-3 0,0 0 16,-2-2-16,0-2 0,0 2 16,2-3-16,-2-1 0,0 0 0,-2-3 15,2-2-15,-2-2 16,2-4-16,0-10 0,0 1 16,0 0-16,0-1 0,2-1 0,-2 4 0,2 0 0,1 0 15,-3 0-15,0-14 0,0 1 0,0 2 16,4 2-16,-4 2 0,0 5 0,0 2 15,-2 4-15,2 10 0,2-1 0,-2 6 16,2 3-16,0 3 0,-2-3 0,3 0 16,-3 2-16,0 0 0,0 2 15,2 3 1,0 0-16,0 1 0,0 1 0,3 0 0,-3 0 0,5 2 0,-1 0 16,-1 0-16,3 0 0,3 0 15,1 0-15,5 0 0,1 0 0,4 2 16,4 0-16,5 0 0,4 1 0,7-3 15,11 2-15,2-2 0,5-5 0,15 1 16,2-5 0,-9 2-16,-8 5 0,-1 0 0,1 2 0,-3 0 0,-4-4 15,-2 1-15,-3-5 0,-3-1 0,1 4 16,0 1-16,-6 0 0,-5 1 0,-2-1 16,2 8-16,5-6 0,-5-4 0,-8-3 15,-5 2-15,-7 3 0,-4 4 16,-2-5-16,-2 5 0,-3-2 0,-2 2 15,-6 2-15,0-2 0,-3 0 0,0 0 16</inkml:trace>
  <inkml:trace contextRef="#ctx0" brushRef="#br0" timeOffset="110462.91">18530 10182 0,'0'0'0,"0"-4"0,0 4 0,0 0 0,0-3 0,0 1 16,0 2-16,0 0 0,2 2 0,0 1 16,2 1-16,-1 5 0,1 0 15,0 2-15,1 4 0,-1 3 0,1 2 16,1 10-16,-1 1 0,-1 0 16,-4 5-16,5-6 0,-5 1 0,0-2 0,0-5 15,2-4-15,-2 0 0,2-3 16,-2-3-16,2-1 0,-2 0 0,0-4 15,0 0-15,2-3 0,-2 1 0,0 0 16,0-3-16,0-6 0,0 0 0,0-1 16,0 6-16,3-1 0,-3-2 0,0-5 15,0 1-15,0 0 0</inkml:trace>
  <inkml:trace contextRef="#ctx0" brushRef="#br0" timeOffset="110812.04">18818 10228 0,'-2'-2'0,"2"0"0,0 2 0,0-2 16,2-5-16,-2 3 0,7-1 0,-2 1 15,3-1-15,1 1 0,0 2 0,2 0 16,0-1-16,2 3 0,-2-2 0,0 2 16,0 0-16,-2 2 0,0-2 0,0 5 15,-3-3-15,-1 2 0,-1 5 0,-4 0 16,0 2-16,0 2 0,-4 3 15,-1-1-15,-3 5 0,1 2 0,-2 0 16,3 2-16,-5 7 0,4-2 0,0-3 16,3-4-16,4 1 0,2-6 15,0-1-15,5-3 0,2-2 0,0-2 0,2-3 16,4-1-16,-2-1 0,5-2 16,-1-2-16,-1 0 0,2-2 0,-3-2 15,0-1-15,1-1 0,-3-1 0,0-2 16,1 3-16,-1-5 0,-2 2 0,0-2 15,0-2-15,-2-3 0,2 3 16,-5 2-16</inkml:trace>
  <inkml:trace contextRef="#ctx0" brushRef="#br0" timeOffset="111081.73">19334 10209 0,'-2'-3'0,"0"-1"0,2 4 0,0-2 0,-4-3 0,-1 3 0,1-2 0,-3 1 0,1 3 0,-3-2 16,0 2-16,0 2 0,0-2 0,3 5 15,1-3-15,1 2 0,-1 3 0,5 0 16,3-1-16,1 3 0,3 0 0,1 2 16,4-2-16,-1 4 0,2-2 15,2 4-15,-2 1 0,1 2 0,3 1 16,-3 6-16,-3-5 0,-3 2 16,-3 0-16,-3-3 0,-2 1 0,-2 2 0,-3-4 31,-1 0-31,-3-5 0,0 2 0,-2-6 0,-2 2 0,2-2 0,0-5 15,0 1-15,2-5 0,-2 0 0,2 0 32,0-5-32,0-1 0,3-1 0,-1-4 15,3 0-15,-3-2 0</inkml:trace>
  <inkml:trace contextRef="#ctx0" brushRef="#br0" timeOffset="111256.1">19237 10209 0,'3'2'0,"-1"-2"0,-2 0 0,2-2 0,2 2 0,3-3 16,2 1-16,4-5 0,-2 3 0,5-3 16,1 3-16,-1 0 0,3 1 15,6-3-15,-3 1 0,0 1 0,-2 2 16,0 0-16,-1 2 0,-1 0 0,0 2 16,-3-2-16,-2 0 0,1 2 0,-3 2 15,-3 3-15,3 0 0,3-1 16</inkml:trace>
  <inkml:trace contextRef="#ctx0" brushRef="#br0" timeOffset="111574.8">19738 10268 0,'0'0'0,"-2"0"0,0 2 0,2 5 0,-3 2 15,1-1-15,-2 6 0,1 1 0,1 3 16,2-1-16,0 5 0,0 1 0,2 5 15,3-4-15,2 1 0,-3-5 16,7-3-16,-2-1 0,0-3 0,2-2 0,2-7 16,-2 1-16,2-1 0,0-4 15,1-4-15,-1-1 0,0-6 0,-4 2 16,0 1-16,2-3 0,-5-5 0,3-1 16,-4-1-16,-1-2 0,-4 0 0,0 0 15,-4 1-15,-1-1 0,-4 2 0,-2 3 16,0-1-16,-4 3 0,2 2 15,-5 2-15,0 2 0,1 3 0,-3 2 16,0 2-16,-2 2 0,-5 9 0,8-4 16,-1-1-16,4 3 0</inkml:trace>
  <inkml:trace contextRef="#ctx0" brushRef="#br0" timeOffset="112356.81">20410 10319 0,'0'0'0,"-2"0"15,2 0-15,0-2 0,0-1 0,0 1 0,0 0 0,2 2 16,1-2-16,3 4 0,3-2 16,0 4-16,2 1 0,-2 1 0,4 3 0,-2 0 15,2 4-15,-2 0 0,0 3 16,5 6-16,-5 2 0,2-2 0,-4 0 16,2 3-16,-2-6 0,-3-1 0,3-3 15,-5 1-15,5-5 0,-4-2 0,-1-5 16,-2 1-16,-2-5 0,0 2 0,2 0 15,1-2-15,-1 0 16,0-2-16,0 0 0,3-9 0,-1 4 0,-2-4 16,3-7-16,-3-6 0,2-5 0,-1-6 15,-3-16-15,4 7 0,-4-2 0,7 4 16,-3-4-16,0-23 0,-4 1 16,-2-20-16,0 22 0,0 17 0,2 14 15,-2 6-15,2 3 0,2 4 0,2 2 16,3 4-16,-3-6 0,-2-2 15,3 2-15,-5 0 0,2 2 0,-2 5 0,2 2 16,5 2-16,2 2 16,2 0-16,0 2 0,2 3 0,0-1 0,5 3 15,2 2-15,2 0 0,11 7 0,0 4 16,2-2-16,0 0 0,-2 2 0,7-3 16,6 3-16,21 3 0,3-6 0,-1-3 15,-12-5-15,-9-2 0,-6-1 16,-4 1-16,-3 2 0,5 0 0,-1-4 0,1 2 15,-5-3-15,-2 1 0,-8-5 16,-1 2-16,-6 1 0,-5 1 0,-4 3 16,-7 0-16,4 0 0,-3 2 0,1-2 15,-15 4-15,11-2 0,0 0 16,0 0-16,-4 0 0,-3 2 0,0 0 16,-1-2-16</inkml:trace>
  <inkml:trace contextRef="#ctx0" brushRef="#br0" timeOffset="112769.24">21050 10085 0,'-2'-2'0,"2"-3"0,0 5 0,0-6 0,4 1 0,0 1 0,5-5 0,2 0 15,5 1-15,4-1 0,-1 0 16,10-2-16,0 0 0,-3 4 0,1-2 15,-3 3 1,-2-1-16,-2 3 0,0-1 0,-5 3 16,-2 2-16,-2 2 0,-2 3 0,2 4 0,-6 2 0,-1 4 15,-4 3-15,0 4 0,-4 2 0,-3 0 16,-2 5-16,0 0 0,-4-3 0,-2 3 16,-1-1-16,-1 1 15,-3 2-15,0 0 0,-2-3 0,0 1 0,0-2 0,4-1 16,0-4-16,7-4 0,0-3 15,7-2-15,2-2 0,2 0 0,6-2 16,8-4-16,1-1 0,5-2 16,4-2-16,5-2 0,-1-2 0,3-5 0,2 4 15,1-3-15,-4 1 0,1 0 0,9-1 16,-7-1-16,4 2 0,-6 5 16,0-3-16,-4 5 0,-5-4 0,-7 0 31,1 1-31,-5-3 0</inkml:trace>
  <inkml:trace contextRef="#ctx0" brushRef="#br0" timeOffset="116771.55">22426 10526 0,'2'0'0,"0"2"0,2 0 0,1-2 16,-1 5-16,3-5 0,0 2 0,-3-2 15,0 2-15,3-2 0,0 0 0,1 5 16,1-5-16,2 0 0,2 0 0,3 0 16,4-3-16,2 1 0,13 0 15,5 0-15,-1 2 0,3-2 0,0-1 16,9-1-16,-7-3 0,-6 3 0,-5-3 16,-3 3-16,-5 2 0,-5-5 0,-7 5 15,-2 0-15,-2 0 0,-5 2 0,-2-3 16,-6 3-16,-5-4 0,-4 0 15,4-3-15</inkml:trace>
  <inkml:trace contextRef="#ctx0" brushRef="#br0" timeOffset="116961.59">22390 10478 0,'0'2'0,"-4"-4"0,-3 2 16,3-3-16,2 1 0,2 0 0,4-3 15,7 1-15,2 0 0,7-1 0,2 1 16,16-3-16,1 5 0,8 0 0,1 0 15,5-1-15,18 3 0,-5-2 0,-9 0 16,-6 0-16,-5-3 0,-8 5 0,-5-4 16,-7 4-16,-6-4 0,2 1 15,-4 1-15,4 0 0</inkml:trace>
  <inkml:trace contextRef="#ctx0" brushRef="#br0" timeOffset="117247.27">22778 10268 0,'0'-2'0,"0"2"0,5 0 0,6 2 0,0-2 0,7 0 0,1 4 16,8-4-16,13 5 0,1 1 15,6 1-15,6 0 0,13 6 0,0-2 16,-7 0-16,-10-2 0,-5 2 0,-9-2 16,-8-1-16,-10 3 0,-6 1 0,-4 1 15,-3-4-15,-1 4 0,-3-2 0,-5 4 16,-1-2-16,-5 3 0,-3-1 15,1 3-15,-2 0 0,-1-1 0,-4-1 16,1 1-16,3-3 0,-1-1 0,3 0 16,1-2-16,2 0 0,2-2 0,0 0 15,3 0-15,4-1 0,-1-1 0,3 0 16,3-1-16,1-1 0,0-1 0,1 0 16,-1 1-16</inkml:trace>
  <inkml:trace contextRef="#ctx0" brushRef="#br0" timeOffset="117643.93">23462 10206 0,'0'0'0,"2"0"0,0-4 0,-2 2 0,5-3 0,-1 3 0,5 0 0,4 2 15,0-5-15,7 5 0,5-4 0,14 4 16,1 0-16,2 4 0,0 1 15,-3-3-15,3 5 0,-2-5 0,6 7 16,-4-3-16,-7-1 0,-8 4 0,-5-5 16,-7 0-16,-4 1 0,-2 1 0,-4 1 15,-5 2-15,-5 2 0,-6 4 0,-4 3 16,-5 4-16,-2 2 0,0 0 16,-2 5-16,2 0 0,2-1 0,2 1 15,3-2-15,4-3 0,4-4 0,0 2 16,5-5-16,2 1 0,7 0 0,2-3 15,6-2-15,9 1 0,5-1 0,6-4 32,3-3-32,-1 1 0,3-3 0,-3-2 0,-6 1 0,-2-3 0,-9 0 15,0-3-15,-5 3 0,0-4 0,-1 2 16,-6-3 0,3 3-16,-2-2 0,-4 2 0,-3-3 15,-2-1-15,-4 1 0,-3-1 0,0-1 0,-2 3 0,3-5 31</inkml:trace>
  <inkml:trace contextRef="#ctx0" brushRef="#br0" timeOffset="117819.86">23570 10570 0,'0'-2'0,"0"0"0,0 2 0,2-3 0,3 1 15,3 0-15,1-2 0,7 1 0,3-1 16,1 2-16,11-3 0,2 3 0,0 0 15,3 0-15,-1 2 0,0 0 16,0 0-16,-1 0 0,-1 0 0,0 0 0,-5-2 16,5 2-16,-4-3 0,-5-1 0,-2-5 15,0-2-15</inkml:trace>
  <inkml:trace contextRef="#ctx0" brushRef="#br0" timeOffset="118026.31">24483 10658 0,'2'-2'0,"2"2"0,-4 0 0,9-4 0,2 4 0,2 0 0,3-3 15,2 1-15,-1 2 0,3-2 0,0 0 16,2 2-16,9 0 0,-5 0 0,3 2 16,-5-2-16,0-2 0,-4 2 15,0 0-15,-4-5 0,-5 5 0,-3-4 16,-3 4-16,-1-4 0,-4 4 0,5-5 15</inkml:trace>
  <inkml:trace contextRef="#ctx0" brushRef="#br0" timeOffset="118200.49">24311 10495 0,'2'-2'0,"2"0"0,3 0 0,6-1 0,3-1 0,6 0 16,9-1-16,4 1 0,0 1 0,3 1 15,-3 2-15,2 5 0,-1-1 0,3 1 16,-3-1-16,6 0 0,-7-4 16,-7-2-16,-10 2 0,0-2 0,-5 0 15,0 0-15,0-3 0</inkml:trace>
  <inkml:trace contextRef="#ctx0" brushRef="#br0" timeOffset="124898.23">25162 10242 0,'0'0'0,"-2"-3"0,2 1 0,-5-2 0,3-1 0,2 1 0,-2 0 16,2-1-16,0-1 0,2-1 0,2 2 15,3-1-15,0-1 0,4 1 16,2-3-16,2-2 0,3 2 0,2-2 16,-2 2-1,8 0-15,-2 5 0,3-3 0,-3 7 0,0 2 0,0 5 0,-2 0 32,1 2-32,-4 2 0,-1-3 15,0 6-15,-5-1 0,0 4 0,-6-1 16,-1 8-16,-3 0 0,-3 1 0,-3 3 15,-3 3-15,-5 2 0,-5 3 0,-1-1 16,1 0-16,-8 5 0,-7-3 0,0-8 16,-2-7-16,0-2 0,4-3 0,5-3 15,9 1-15,-1-2 0,5 3 16,7-1-16,-1-2 0,5-2 0,0 1 16,3-1-16,1 0 0,5-3 0,0 1 15,6-2-15,1-3 0,3-2 0,6-2 16,3 3-16,8-3 0,-1 0 0,16-5 15,-1 1-15,-8-1 0,0-1 16,-11 1-16,0 1 0,-7 4 0,0-4 16,-2 4-16,0 0 0,0 0 0,1-3 15,1 1-15,-2 2 0,0 0 16,2 0-16,0 0 0,-4 0 0,0 0 0,0 0 16,-2 0-16,-5 2 0,-4 1 15,-3-3-15,-1 2 0,-3-2 0</inkml:trace>
</inkml:ink>
</file>

<file path=ppt/ink/ink20.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17:45.982"/>
    </inkml:context>
    <inkml:brush xml:id="br0">
      <inkml:brushProperty name="width" value="0.05292" units="cm"/>
      <inkml:brushProperty name="height" value="0.05292" units="cm"/>
      <inkml:brushProperty name="color" value="#FF0000"/>
    </inkml:brush>
  </inkml:definitions>
  <inkml:trace contextRef="#ctx0" brushRef="#br0">9177 7556 0,'0'-2'0,"0"2"0,0 0 0,0-2 16,0 2-16,0 0 0,2 0 0,0 0 16,2 0-16,1 0 0,-1 2 0,1-2 0,4 0 0,-5 2 15,5 0-15,0-2 0,4 2 0,-2 1 16,2-3-16,0 2 0,3 0 16,1 0-16,-1-2 0,4 0 0,6 0 15,3 0-15,2 0 0,2-2 0,4 2 16,5 0-16,13 0 0,0 2 0,-2-2 15,-4 2-15,-3 1 0,9-1 0,0-2 16,3 0-16,-5 0 0,-3 0 16,-1 0-16,-7 0 15,0-2-15,2 2 0,2-3 0,5 1 16,-1 0-16,3 2 0,2-2 0,-6 2 0,-5-5 0,-2-1 16,2 1-16,2 1 0,1 0 0,-3 4 15,-5-3-15,-1 6 0,-3-3 16,3 0-16,-5-5 0,0 3 0,2 0 15,2 0 1,-6 2-16,-2-3 0,0 1 0,-5 2 0,2 0 0,-1-2 16,1 0-16,5-3 0,2 1 15,9 2-15,2-3 0,0 3 0,-4 0 0,-3-2 16,-6 4-16,-4-5 0,-1 5 0,1 0 16,-1 0-16,3-2 0,-1 0 0,8 4 15,-3 0-15,6 3 0,1-3 0,0-2 16,-1 0-16,3 0 0,-6 0 15,-6 2-15,-5 0 0,-3-2 0,2-2 16,-2 0-16,2 0 0,3-1 0,-3 1 16,5-2-16,-3 2 0,3-1 0,-1 1 15,-1 0-15,-1 2 0,-1-2 16,-1 2-16,-6 2 0,-1-2 0,-8 0 16,0 0-16,0-2 0,-1 2 0,-3 0 15,-1 0-15,1 0 0,-1 0 0,-2 2 16,1-4-16,-3 2 0,2 0 0,-13 0 31,13 0-31,0 0 0,-2 0 0,-9 2 16,5-4-16,4 2 0,4 0 0,1-3 15,-3 3-15,0 0 0,0 0 16,-2 0-16,0 0 0,0 0 0,0 0 16,0 0-16,0 0 0,-2 0 0,0 0 15,0 0-15,2 0 0,0 0 0,0 0 16,2 0-16,2 0 0</inkml:trace>
  <inkml:trace contextRef="#ctx0" brushRef="#br0" timeOffset="1193.86">14927 7433 0,'2'-5'0,"-2"5"0,0-4 0,0 4 16,0 4-16,0 1 0,0-1 0,0 0 0,0 5 0,-2-2 16,0 2-16,-5 2 0,0 2 0,-1-2 15,-3 2-15,0-2 0,-5 2 0,-8 3 16,-3 1-16,-3-3 0,-3 1 31,-7-4-31,-2 2 0,-22 1 0,4-3 16,1-5-16,6-1 0,-2-1 0,9-4 15,4 0-15,-2-2 0,-7-5 0,0-2 16,0-2-16,3-2 0,6-2 0,2-5 16,5 0-16,2 0 0,-2 3 0,-1-5 15,1 0-15,0-3 0,2 1 16,4-5-16,3 1 0,6-10 0,4-10 15,8-3-15,1-2 0,-2 11 0,5 0 16,2 3-16,-1 1 0,3-4 0,5 0 16,-1-6-16,3-3 0,2 5 15,-1 8-15,8 5 0,2 7 0,1-3 16,8 0-16,4-10 0,6-3 0,1 2 16,4 0-16,-3 7 0,-6 3 0,5 8 15,-3 4-15,9 5 0,0 2 0,3 4 16,3 3-16,-1-1 0,-10-1 0,1 6 15,-2-3-15,1 6 0,1-1 0,9 4 16,10 5-16,1 3 0,4 3 16,-7 5-16,-6 5 0,-7 6 0,-9 7 15,-2 1-15,-2 4 0,0-1 0,-3 0 16,-3-5-16,-3-6 0,-2 5 0,-3 2 16,-1 6-16,-3 2 0,-4 3 15,-3-2-15,-6-10 0,0-6 0,-2 1 16,-2-4-16,-3 6 0,-2 1 0,-2 7 15,-4-2-15,-3 0 0,-2 0 0,-2-7 16,0 0-16,-2-8 0,0-3 0,-1-4 16,1 2-16,2-2 0,0 0 15,-2 0-15,2-1 0,-2-1 0,-3-2 16,3-5-16,0 0 0,2-3 0,2 1 16,2-2-16,0-1 0,7 1 0,0-3 15,5 1-15,-1-3 0,1 0 16,-1-2-16,5 0 0,-1 0 0,12-4 15,-4 4-15,-3 0 0,-4 0 0,0 0 16,-1 0-16,3 0 0,0 0 0,0 0 16,3 4-16,-3-4 0,0 5 0</inkml:trace>
  <inkml:trace contextRef="#ctx0" brushRef="#br0" timeOffset="3805.31">11695 6041 0,'0'0'0,"-3"0"0,3-4 15,-2 4-15,4-5 0,5 5 0,0-4 0,6 0 0,0 1 16,7-1-16,4 4 0,14 0 0,4 0 16,-3 2-16,1 3 0,0-3 15,-5 2-15,-2 1 0,-4-1 0,-1 3 16,-1-3-16,-7 1 0,-1-1 0,-1 0 15,-3 1-15,-1-3 0,-1 0 0,0-2 16,3 5-16,-3-5 0,2 0 0,1 2 16</inkml:trace>
  <inkml:trace contextRef="#ctx0" brushRef="#br0" timeOffset="4761.51">20289 5772 0,'-4'3'0,"4"1"0,0-4 0,0 2 0,2 3 0,0 1 0,0-1 0,3 3 16,-3-1-16,0 2 0,-2 2 16,2-2-16,-4 2 0,2-2 15,-4-1-15,-1 3 0,-6-2 0,-2 2 16,-5-2-16,-10 0 0,-1 2 0,-2-7 16,-2 1-16,2-1 0,-2-2 0,5-2 15,-3-2-15,-2 0 0,0-3 0,-7-1 16,-11-10-16,-4 1 0,7-9 0,-14-5 15,11-6-15,11 2 0,7-5 0,7 1 16,6 1-16,5 3 0,1 0 0,8 0 16,1-2-16,3-7 0,2 0 15,7-4-15,4 0 0,6 2 0,5-1 16,5 8-16,4 4 0,13 6 0,7 3 16,10 2-16,5-2 0,3 0 0,-10 2 15,-1 6-15,6 3 0,11 8 0,-7-3 16,-4 5-16,-7 3 0,-8 3 0,-1 5 15,1 8-15,1-1 0,-1 1 16,-5 1-16,-6 8 0,-3-1 0,-9 5 16,-4-1-16,-6 8 15,-7 8-15,-3 6 0,-4 8 0,-4-1 0,-7-2 0,-4-9 16,-7-6-16,-2-2 0,-4-5 0,-3-5 16,-4 3-16,-13 0 15,-3-4-15,-4-3 0,3-4 0,8-7 0,6-2 16,6-7-16,1-2 0,2 1 0,3 1 15,4 0-15,3-1 0,1-1 0,7-4 16,1-1-16,1 3 0,3 0 0,12-4 16,-3 4-16,-1 0 0,-2 0 15,1 0-15,-8 0 0,1 0 0,4 0 16,0 0-16,0 0 0,2 0 0,-4 0 16,4 0-16,0 0 0,0 0 0,1 0 15,1 0-15,0 0 0,3 0 0</inkml:trace>
  <inkml:trace contextRef="#ctx0" brushRef="#br0" timeOffset="7530.44">10746 10447 0,'0'0'0,"-2"2"0,0 4 0,0 1 16,-5 2-16,3 0 16,-5 2-16,2-2 0,-4-1 0,-2 1 0,2-2 15,-4 2-15,-3-5 0,0 0 0,-8-1 16,0-1-16,-3-2 0,0 0 0,1-2 16,-3-3-16,2-1 0,0-3 0,1-4 15,-1-3-15,3-4 0,-5-13 16,4-2-16,5-9 0,2 4 0,5-2 15,2 3-15,-1-1 0,6-11 0,-1-8 16,2-7-16,3 2 0,-3 4 0,7 7 16,2 9-16,5-4 0,0-8 0,1-3 15,1-3-15,7 7 0,1 6 16,5 8-16,7 1 0,0 0 0,6-8 16,5-3-16,-3 3 0,3 8 0,-5 9 15,-4 11 1,-2 5-16,-1 6 0,3 2 0,0 1 0,0 3 0,4 6 15,3 1 1,4 0-16,-3 5 0,-1 2 0,-3 9 16,-4 9-16,-2 6 0,-1 11 0,-1 9 0,-1 3 0,1-5 0,-3-5 15,-4-6 1,2 7-16,-5 10 0,-8 14 0,2-9 16,-6-11-16,-3-5 0,-7-1 0,-3-1 0,-8 2 0,-6 5 15,0-4-15,-2-5 0,-3-11 0,-1-4 16,-1-5-16,0 0 0,1 0 0,1-2 15,3 3-15,-5-1 0,1 0 0,-1 0 16,3-1-16,1 1 0,1-7 0,4 1 16,0-5-16,3 1 0,3-6 15,3-1-15,3-5 0,1-2 0,0 5 32,3-5-32,0 0 0,1 0 0,1 0 15,11-7-15,-11 7 0,0 0 0,2 0 16,0-2-16,0 0 0,0-1 0,4 1 15,-4-2-15,2-1 0,-2 3 0,0-2 16,0 4-16,0-2 0,2-1 16,-2-1-16,3 2 0</inkml:trace>
  <inkml:trace contextRef="#ctx0" brushRef="#br0" timeOffset="16856.3">19297 5816 0,'2'0'0,"0"0"0,-2 0 0,5 0 16,1 0-16,-1-2 0,1 0 0,3 0 15,0 0-15,0-1 0,2 1 0,0 0 16,-2 2-16,0 0 0,-1 0 16,-1 0-16,0 2 0,-1 0 0,-1 3 0,-3-1 15,0 1-15,0 1 0,-2 1 16,0 2-16,0-1 0,-2 1 0,0 0 16,-3 2-16,-3-2 0,1 2 0,-2-2 15,-2 0-15,-2-1 0,2 1 16,-5-2-16,3 0 0,-4-3 0,-1 0 15,-2 1-15,0-3 0,-4-2 0,-2-2 16,-1 0-16,1-1 0,-3-1 0,0 0 16,-2-1-16,3 1 0,-8-3 0,1 3 15,-13-3-15,1 3 0,1-1 0,2 3 16,0 2-16,-13 4 0,-1 1 16,1 4-16,2-1 0,11-1 0,4-2 15,7 3-15,2-1 0,2 4 0,5-4 16,2-1-16,2 1 0,3-1 0,-3 1 15,7 0-15,-1-1 0,6 1 0,-4-1 16,4 1-16,-1-2 0,2 1 0,1-4 16,1 3-16,1-1 0,2-2 15,-3-4-15,-1 2 0,1 0 0,-1-4 16,-3 2-16,-2-5 0,-3 3 0,1-8 16,-4 4-16,-3-3 0,-2 0 0,-3-3 15,-8 1-15,-4-2 0,-7 2 16,-5 4-16,-15 0 0,5 4 0,-1-3 15,5 8-15,4 0 0,5 4 0,6 5 16,3-3-16,-3 1 0,1 0 0,-5-5 16,-5 2-16,1 1 0,3 1 0,10 3 15,0 0-15,8 0 0,-1-5 16,-3 5-16,-2-2 0,-5 1 0,-1-1 16,-3 0-16,0-5 0,0-2 0,7 2 15,6 0-15,-2 3 0,0-3 0,3 0 16,-8 0-1,1 1-15,0-1 0,6-2 0,0 0 0,5-5 0,0 3 0,2-2 16,2-1-16,2 3 0,1-2 16,1-1-16,3 1 0,0-3 0,4 1 15,0-1-15,0 0 0,1 1 0,-1 1 16,0 3-16,2-2 0,3 2 0,2 2 16,-3 2-16,1 0 0</inkml:trace>
  <inkml:trace contextRef="#ctx0" brushRef="#br0" timeOffset="17588.91">17740 6317 0,'0'0'0,"3"-2"0,-1 2 0,0-2 0,2 2 15,-1-3-15,-1 3 0,0-2 0,0 0 16,-2 2-16,0-2 0,-2 2 0,-5 0 16,-4 0-16,-4 2 0,-3-2 15,-6 4-15,0-4 0,-3 5 0,-10-1 16,4-2-16,0 1 0,4 1 0,0-4 16,5 2-16,0 0 0,4 1 0,0-1 15,2-2-15,5 0 0,0 0 0,4-2 16,3-1-16,1 3 0,5 0 15,-4 0-15,2 0 0,-1 3 0,3 1 16,-2-2-16,2 3 16,-2 1-16,2 5 0,-2-2 0,-3 6 0,1 1 0,0 4 15,-1-3-15,-2 3 16,-1 0-16,-1-2 0,0 2 0,0-5 0,0-2 0,3-2 16,-1 0-16,5-4 0,-2 0 15,6-7-15,2 0 0,-8 4 0,4-4 16,2 0-16,5-4 0,-3 1 0,9-1 15,0-3-15,7 1 0,0-3 0,2 0 16,2 2-16,-4 1 0,5-1 16,-6 3-16,1-1 0,-2 3 0,-1 0 15,-1 2-15,-3 2 0,-2 0 0,0 3 16,-2 4-16,0-3 0,-5 3 0,3 2 16,-5 4-16,0 1 0,-2-3 15,-4 7-15,-3-5 0,-2 3 0,-2-2 0,3-3 16,-1-2-16,-2 0 0,-5 2 15,1-2-15,-1-2 0,3-3 0,0 1 16,0-3-16,2 1 0,2-1 0,2-1 16,3-1-1,-1 0-15,3 0 0,2-2 0,0 2 0,7-2 0,-3 3 0,1-3 16</inkml:trace>
  <inkml:trace contextRef="#ctx0" brushRef="#br0" timeOffset="18001.25">17963 6421 0,'0'0'0,"-4"0"0,4 0 0,-3 0 0,-1 0 0,2 0 16,-3 2-16,1 2 0,-3 3 0,3-1 16,-3 5-16,1 0 0,-1 3 0,3 1 15,-3 1-15,5-1 0,0 3 16,-1-3-16,1 3 0,4-1 0,1-1 15,1-3-15,-2-2 0,5 0 0,-1-2 32,6 0-32,1 0 0,0-3 0,2-1 15,1-3-15,-3 0 0,0 2 0,5-6 16,-3 0-16,1 0 0,-1 0 16,3-5-16,0-2 0,-1 0 0,-1-6 15,-3 4-15,-2-2 0,0-9 0,-2 2 16,0 0-16,-7 0 0,0 2 0,-2 5 15,-2 0-15,-5-7 0,3 9 0,-5 0 16,0 0-16,0 2 0,-4 3 16,0-3-16,0 4 0,-3 1 0,-2 4 15,5-2-15,-4 4 0,1-2 0,1 4 16,-1 1-16,1 1 0,2 1 0,-1 4 16,1-2-16,2 0 0,0 2 0,0 0 15,4 2-15,-1-2 0,-1 4 16,2-1-16,3-1 0,-1-2 0</inkml:trace>
  <inkml:trace contextRef="#ctx0" brushRef="#br0" timeOffset="18944.59">20342 4282 0,'0'0'0,"2"-2"0,-2 2 0,0-3 0,5-1 0,3 0 16,4 4-16,-1-5 0,4 3 0,3 0 15,1 0-15,-1 2 0,6-7 0,-2 5 16,-2 0-16,-2-1 0,0-1 0,-5 4 15,-2-2-15,-2 0 0,-3-1 0,1 3 16,-5 0-16,-2-6 0,0 4 16,-4-1-16,-5 3 0,-2-6 0,-5 3 15,-1-1-15,-1 0 0,-2-1 0,-2 3 16,2-5-16,3 3 0,-1-3 0,3 3 16,1 0-16,3 1 0,3 1 0,3 0 15,-1 0-15,6 2 0,0-5 16,4 3-16,3-2 0,4 4 0,2-5 15,0 3-15,2 0 0,1-2 0,-1 1 16,1 1-16,-1-2 0,1 2 0,-3-3 16,0 5-16,-2-2 0,0 0 15</inkml:trace>
  <inkml:trace contextRef="#ctx0" brushRef="#br0" timeOffset="19340.55">21129 3960 0,'2'-7'0,"-2"5"0,0-9 0,0 2 0,0 0 0,0 3 0,0-1 15,0 3-15,-2-5 0,0 7 0,-2-5 16,-5 1-16,2 6 0,-4-5 0,-2 3 16,0 2-16,-3 0 0,1 2 15,-5 3-15,5-3 0,-5 2 0,2 3 16,3-5-16,-1 2 0,5 3 0,-2 2 15,0 0-15,6 2 0,0-3 0,3 4 16,2-4-16,2 3 0,2-4 16,5 2-16,1 2 0,1 0 0,5 2 15,-1 0-15,4 5 0,-1-3 16,6 10-16,-2-3 16,-3 2-16,-1 0 0,-3-2 0,-2 0 0,-2 0 0,-3 3 15,-1-8-15,-1 3 0,-6-2 0,0-1 0,-5-3 16,-2-1-16,-4 0 0,2-4 15,-4-3-15,2 3 0,-5-4 0,2-1 16,3-2-16,0-2 0,2 5 16,2-5-16,3-5 0,-1 5 0,5-2 0,-3-2 15,8-1-15,-6 3 0,3 0 16</inkml:trace>
  <inkml:trace contextRef="#ctx0" brushRef="#br0" timeOffset="19529.98">20913 4002 0,'0'-2'0,"-2"-1"0,2 3 0,0-2 16,2 0-16,3-2 0,1 1 0,1-1 31,6 0-31,0 1 0,5-3 0,-1 1 0,6 3 0,5 0 0,1-2 16,-3 4-16,3 0 0,-3 2 0,1 0 15,-1 0-15,1 0 0,-1-2 0,1 5 31,1-3-31,-1 2 0,4 3 0,4 0 16,0-1-16,-6-4 0</inkml:trace>
  <inkml:trace contextRef="#ctx0" brushRef="#br0" timeOffset="19895.86">21559 4057 0,'-2'0'0,"0"0"0,2 0 0,-2 0 0,-1 0 0,-1 0 0,2 0 15,-3 4-15,1 1 0,-3 4 16,3 2-16,-3 0 0,1 8 0,1-3 16,3 4-16,-2 6 0,4 3 0,0-3 15,6-1-15,-1-1 0,3-2 16,1-2-16,2 0 0,3-7 0,-1 4 16,0-6-16,2 3 0,3-8 0,0 1 0,-1-3 15,1 1-15,0-3 0,1-2 16,1 0-16,0-2 0,-2-3 0,-1 1 15,1-3-15,2 3 0,-5-5 0,1-4 16,-3-3-16,2-3 0,-6-3 16,2-3-16,-6-1 0,-1 2 0,1-1 15,-5 1-15,-3 0 0,-1 2 16,-3 0-16,-4 2 0,-2 4 0,0 3 0,-5 0 16,-2 4-16,7 3 0,-2 1 0,-10 5 15,3 0-15,7 0 0,-3 2 0,5 5 16,-2-3-16,-1 3 0,1 6 15,2 0-15,1 5 0,-1 0 0,2 4 16,2-7-16</inkml:trace>
  <inkml:trace contextRef="#ctx0" brushRef="#br0" timeOffset="23324.82">11238 7763 0,'0'0'0,"0"-2"0,-2 0 15,2 2-15,2 0 0,0-2 0,1-1 0,-1 3 0,-2-2 0,4 2 16,-2 0-16,-2 0 0,5 0 0,-5 0 31,2 2-31,0-2 0,-2 0 0</inkml:trace>
  <inkml:trace contextRef="#ctx0" brushRef="#br0" timeOffset="24352.15">19288 10235 0,'-2'-2'0,"2"2"0,0 0 0,-2 0 0,0-2 0,-1 2 15,1-3-15,2 1 0,0 2 0,0 0 16,5 0-16,-5 0 0,4 0 0,-2 0 16,3 0-16,-3 0 0</inkml:trace>
  <inkml:trace contextRef="#ctx0" brushRef="#br0" timeOffset="26420.74">20664 10506 0,'0'-2'0,"0"2"0,4 0 0,1 2 0,1-2 0,1-2 15,0 2-15,4-4 0,2-1 0,2 1 16,5-1-16,9-3 0,2-1 15,4-2-15,2-3 0,3 1 0,2-2 16,22-7-16,11 2 0,29-9 0,-5 5 16,20-3-16,-40 12 0,14 4 0,-5 0 15,5 0-15,-1 2 0,1 0 16,2 1-16,-1 1 0,-5 3 0,-6-3 16,1 5-16,4-3 0,-8 5 0,-3-2 15,-9 0-15,3 4 0,-3-2 0,1-2 16,-6 2-16,-5 0 0,-3 0 0,-4 4 15,2-2-15,4 1 0,-4-3 0,-5 0 16,-8 0-16,-5 0 0,-2 0 0,-8 2 16,-1 2-16,0-4 0,-6 0 15,-3-2-15,-4 2 0,-4-2 0,-1 0 16,1 4-16,-3-4 0,-4 2 0,-8-3 16,1 1-16,5 2 0,0-2 0,-1 0 15,3 2-15,0 0 0,0 0 16,0 0-16,-2 0 0,7 0 0,-3 0 15,0 2-15,-4 0 0,2 3 0,-2-1 32,-1 1-32</inkml:trace>
</inkml:ink>
</file>

<file path=ppt/ink/ink21.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18:30.818"/>
    </inkml:context>
    <inkml:brush xml:id="br0">
      <inkml:brushProperty name="width" value="0.05292" units="cm"/>
      <inkml:brushProperty name="height" value="0.05292" units="cm"/>
      <inkml:brushProperty name="color" value="#FF0000"/>
    </inkml:brush>
  </inkml:definitions>
  <inkml:trace contextRef="#ctx0" brushRef="#br0">10985 1371 0,'0'0'0,"-7"0"0,-4 0 15,0 0-15,-2 5 0,-3-3 16,1-2-16,-5 2 0,2 3 0,3-1 0,-3-2 16,3 3-16,2-1 0,2-2 0,2 0 15,4 1-15,1 1 0,0-2 0,4 3 16,0 1-16,4-3 0,5 5 0,2-5 16,6 1-16,3 3 0,5-5 15,3 0-15,5 0 0,18-2 16,0 0-16,-1-4 0,3 2 0,-2-1 0,15-5 15,-8-1-15,-6 4 0,-3-1 0,-5 4 16,-4-1-16,-5 3 0,0-2 16,-6-5-16,0 7 0,-3 0 0,1 3 15,-5 1-15,4-2 0,5 9 0,0-6 16,4 4-16</inkml:trace>
  <inkml:trace contextRef="#ctx0" brushRef="#br0" timeOffset="222.83">12651 1603 0,'3'0'0,"3"-2"0,5 2 0,5 0 0,4 0 16,2-5-16,2 3 0,2 2 0,7 0 15,1 0-15,-4 0 0,1 0 0,0 0 16,-2-2-16,2 0 0,2 2 0,0-2 15,6-3-15,-3 1 0,-5 4 0,-5-7 16,1 3-16,-1-3 0,3 3 16,2-5-16</inkml:trace>
  <inkml:trace contextRef="#ctx0" brushRef="#br0" timeOffset="1068.74">2877 3149 0,'5'0'0,"-5"-3"0,0 3 0,2 0 0,0 3 0,0 1 16,3 0-16,-3 3 0,5 6 0,-1 0 15,3 9-15,-5 1 0,5 12 0,-4 2 16,1 3-16,-4 0 0,3-1 0,-1-1 15,-4-5-15,0-2 0,0-5 0,-6-2 16,3-4-16,-5-2 0,3-5 0,-4 0 16,5-6-16,-5 2 0,0-9 15,5 0-15,-5 0 0,0-9 0,5-2 16,-3-4-16,1 4 0,6-11 0,-2-5 16,2-8-16,2-9 0,11-18 0,7-4 15,-3-3-15,8 6 0,17-32 0,-3 7 16,16-5-16,-6 38 0,-12 15 15,-4 18-15,-4 7 0,2 6 0,0 2 16,-3 7-16,6 2 0,-6 7 0,3-2 16,-2 6-16,-7 2 0,-2 1 15,-7 4-15,-4 4 0,-7-2 0,0-2 16,-6 2-16,-5 0 0,-4 0 0,-7 0 16,-7 0-16,-8 2 0,-2-6 0,-10 2 15,-1 0-15,1-7 0,1-2 0,11 0 16,0-7-16,2 1 0,6 1 0,5 3 15,0-7-15,9 7 0,4-4 0,9-1 16,-2 3-16,6 2 0,5 2 0,9-3 16,-3 3-16,7 5 0,2-3 0,1 2 15,1 5-15,3-2 0,-3 2 16,9 0-16,1 4 0,-1-6 0,14 10 16,-3-8-16,-6 4 0,-5-4 15,-4 0-15,-5 2 0,-6-4 0,2-5 16,-9 0-16,3-2 0,-3 0 0,-2-2 15,2 0-15,3-3 0,-1 3 0,0 0 16</inkml:trace>
  <inkml:trace contextRef="#ctx0" brushRef="#br0" timeOffset="1370.55">3929 3658 0,'0'0'0,"0"0"0,0 0 0,4 0 0,5 0 16,2-5-16,0 5 0,3-2 0,-1 0 15,2 0-15,3-3 0,6 1 0,-2 0 16,0-1-16,-4 1 0,2-3 16,-5 3-16,-2-3 0,1 1 0,-6-1 15,1 0-15,-9-4 0,0 2 0,0 1 16,-6 1-16,-1-4 0,-2 2 0,-4 5 16,0-3-16,0-2 0,-7 5 0,0 2 15,-2 2-15,-2 0 0,6 0 16,-4 0-16,9 0 0,-1 2 0,3-2 15,3-2-15,5 2 0,3 0 0,0-9 16,5 7-16,4-5 0,2 3 0,2-5 16,7 0-16,-5 0 0,7 0 0,2-4 15,5 0-15,-2 2 0,-1-7 0,-4 7 16,-4-2-16,1 2 0</inkml:trace>
  <inkml:trace contextRef="#ctx0" brushRef="#br0" timeOffset="1608.48">4553 3160 0,'4'0'0,"5"0"0,-9 0 0,11 0 0,0-3 16,3-1-16,1 0 0,3-3 0,-3-2 15,5 0-15,4 3 0,-2-5 0,-2 4 16,2 3-16,0 1 0,-2 3 0,2 0 16,-7 3-16,1 1 0,2 0 0,-7 1 15,0 4-15,0-7 0,-5 7 16,1 2-16,-3-7 0,3 7 0,-7-2 15,0 2-15,0-2 0,-5 0 0,1 2 16,2-3-16,-3 4 0,-1-6 0,-1 5 16,1 0-16,-5-2 0,0 4 0,-3 0 15,5 1-15,-2 1 0</inkml:trace>
  <inkml:trace contextRef="#ctx0" brushRef="#br0" timeOffset="1766.86">4899 3728 0,'-2'0'0,"2"0"0,0 0 0,2 3 0,-2-3 0,5 2 15,-5 4-15,-5-6 0,3 5 0,-2 4 16,-3-3-16,-2 5 0,3-2 0,-8 2 16,3 0-16,0-2 0</inkml:trace>
  <inkml:trace contextRef="#ctx0" brushRef="#br0" timeOffset="2388.8">3347 4822 0,'0'0'0,"0"-2"0,0 2 0,7-5 0,-7 1 15,4 0-15,3-1 0,-5 1 0,7-5 16,-3 2-16,1-1 0,-5-4 0,2 1 16,-4-6-16,-2-3 0,0-2 0,-2 0 15,-12-7-15,-1 1 0,-3 1 16,-7 5-16,1 2 0,-7 5 0,-3 6 15,-1 7-15,-9 6 0,-20 14 0,2 13 16,-18 19-16,18 6 0,22-4 16,9 6-16,9 1 0,6-1 0,12 1 15,6-2-15,6-4 0,5-4 0,9-7 16,0-9-16,0-7 0,11-4 0,6 0 16,9-4-16,12-5 0,-1-4 0,-6-4 15,-3-10-15,-4 1 0,-8-10 0,-1-3 16,2-3-16,8-2 0,-6-5 0,1 1 15,-9 0-15,-7-5 0,-6-5 16,-7-3-16,-7-3 0,-2 4 0,-4 5 16,-5 0-16,-10 7 0,-10 4 0,-6 6 15,-4 5-15,-9 5 0,-1 6 0,10 4 16,-5 7-16,-4-2 0,-3 2 16,-8 4-16</inkml:trace>
  <inkml:trace contextRef="#ctx0" brushRef="#br0" timeOffset="2515.92">3001 5016 0,'0'2'0,"2"3"0,7 1 0,4 3 0,0 0 0,9 2 16,0 2-16,7 5 0,2-3 0,4 1 16,0 1-16,1-3 0,-1 1 0,14 5 15,-10-7-15,1 0 0,-11-2 0,1 0 16,-5-2-16,-3 0 0,-7-2 16,7 1-16,0-1 0,0 0 0,-2 1 15</inkml:trace>
  <inkml:trace contextRef="#ctx0" brushRef="#br0" timeOffset="2834.95">3960 5120 0,'4'-3'0,"-1"1"0,-3 2 0,4 0 0,3-4 0,4 2 0,-5-3 15,5 3-15,0 0 0,0 2 16,3-2-16,3-1 0,-1 1 0,3 0 16,-1-2-16,4-1 0,-2-1 0,-5-1 15,5 0-15,-9 1 0,2-3 0,-1 2 16,-4-2-16,-3 1 0,-5-1 0,0 0 15,-2 0-15,2 3 0,-9-1 0,7-2 32</inkml:trace>
  <inkml:trace contextRef="#ctx0" brushRef="#br0" timeOffset="2945.72">4022 4976 0,'-5'3'0,"5"-3"0,0 0 16,0 0-16,0-3 0,7 1 0,-5-4 15,7 1-15,2 1 0,0-3 16,2 1-16,3-1 0,-1-2 0,3-2 15,8-2-15,-4-3 0,0 5 0,0 0 16,-6-2-16,4 2 0</inkml:trace>
  <inkml:trace contextRef="#ctx0" brushRef="#br0" timeOffset="3183.86">4507 4740 0,'2'-2'0,"7"-2"0,-9 4 0,13-5 0,0 3 16,7-4-16,-5-1 0,5 0 0,7 1 15,-3-1-15,-2 5 0,0-2 0,0 4 16,-4 0-16,-1 4 0,-1 0 16,-1 1-16,-4 1 0,-2 3 0,0-2 15,-2 2-15,-3-1 0,-2 1 0,0 4 16,-4-6-16,0 4 0,2-2 0,0 2 16,-7 4-16,3 3 0,4-7 0,-4 5 15,-1 1-15,3 1 0,-5-3 0,5 1 16,0-1-16,0 3 0,-3-3 15,-1 1-15,1-1 0,-1-4 0</inkml:trace>
  <inkml:trace contextRef="#ctx0" brushRef="#br0" timeOffset="3358.27">4705 5420 0,'0'0'0,"0"-3"0,0 6 0,0-3 0,0 2 16,0 0-16,0 0 0,0 0 0,2 3 15,-2-3-15,0 2 0,0 1 16,-2 4-16,-2-3 0,-3-1 0,-2 3 16,-2-3-16,0 1 0,-2-3 0</inkml:trace>
  <inkml:trace contextRef="#ctx0" brushRef="#br0" timeOffset="7036.09">29739 1219 0,'-2'5'0,"0"-3"0,0-2 0,2 2 0,0 0 0,0 3 0,0-3 0,0 0 0,0 3 15,-5 1-15,-4 5 0,1 2 0,-4-2 16,-1 3-16,-2 6 0,-9-3 15,-3 5-15,-4 0 0,-2 0 0,-4-4 16,-14 8-16,-2-10 0,2-5 0,3 0 16,-1 0-16,-15-7 0,-2 3 15,-7-5-15,1-2 0,-12-2 0,22-2 0,0 4 16,-1 0-16,-1-3 0,-7-6 16,5 3-16,9-5 0,8 0 0,7-2 15,5-1-15,-3-8 0,0 2 0,1-6 16,1 0-16,5-3 0,9-6 0,2-1 15,4-3-15,7-14 0,2-2 16,5-12-16,8-3 0,1 10 0,6 1 16,6-3-16,12-6 0,-7-1 0,18 21 15,-5-5-15,14 13 0,-1 5 0,1-9 16,1-2-16,8-14 0,-3-6 0,17 11 16,-5-22-16,1 15 0,0 9 0,-10 53 15,-1 0-15</inkml:trace>
  <inkml:trace contextRef="#ctx0" brushRef="#br0" timeOffset="7289.63">29808 0 0,'8'0'0,"12"0"0,15 18 0,5 43 0,13 36 0,-9-6 0,16 10 0,-25-17 16,-6-13-16,-14-14 0,-6 2 0,-3 8 16,-3-4-16,-3-3 0,-3-11 0,-3-10 15,-7-12-15,-3 6 0,-4-2 0,1 2 31,-1 4-31,0-2 0,-9 1 16,-2-5-16,-6-5 0,-7-2 0,-3-2 16,1 0-16,4-11 0,9 0 0,5 0 15,8-4-15,0 2 0,7 0 0,-1 0 16,6-3-16,-1 1 0,2-5 0,3 2 16,-3 3-16,3-5 0,4 0 15,0-2-15,4 5 0,3-10 0,-1 5 16,3 0-16</inkml:trace>
  <inkml:trace contextRef="#ctx0" brushRef="#br0" timeOffset="7368.51">29772 1336 0,'2'0'0,"-4"-2"0,2 2 0,0 0 0</inkml:trace>
  <inkml:trace contextRef="#ctx0" brushRef="#br0" timeOffset="8116.5">28174 1343 0,'-2'0'0,"-1"0"0,3 0 0,-6 0 0,-3 2 15,0 2-15,-2 3 0,-2 4 0,-7 2 16,-7 3-16,-14 15 0,-8 2 0,-28 13 16,-7 2-16,-35 12 0,-66 15 0,83-42 15,-10 9-15,2 2 16,-3-2-16,-4 9 0,-2-7 0,3 0 15,3-2-15,-6-7 0,-2 5 0,4-1 16,0 10-16,-6 8 0,6-6 0,-5 4 16,1-4-16,0-7 0,6 2 0,-10 3 15,6-3-15,-3 9 0,-3-2 0,8 0 16,9-7-16,8-8 0,12-5 0,9-7 16,6 1-16,14-5 0,10 0 0,12-9 15,15-2-15,2-2 0,9-5 0,2-2 16,4-2-16,3 0 0,0-2 0,6-2 15,1-9-15,4-3 0,2-1 16,4-6-16,-2 8 0,-2-3 0,5 1 16,-1-3-1,-2 4-15,3 1 0,-7 2 0,2 2 16,-2 4-16,-5-2 0,3 1 0,-3 3 16,-4 5-16,-2 0 0,-3 9 15,-3-2-15,-6 6 0,3 4 0,-4-3 0,4 6 0,0-3 0,0 3 16,4-2-16,1 4 15,3 0-15,3-7 0,5 1 0,6-3 16,2 0-16,7-2 0,4 0 0,18 0 0,0-9 0,2 7 31,-4-9-31,-3 0 0,1 0 16,-5 0-16,-2-4 0,-5 2 0</inkml:trace>
  <inkml:trace contextRef="#ctx0" brushRef="#br0" timeOffset="8882.39">22673 3590 0,'-3'2'0,"-1"0"0,4-2 0,-7 7 0,-1 4 0,1 2 16,-2 9-16,0 0 0,-2 15 16,2 3-16,3 2 0,1 0 0,3 2 15,2-2-15,0-5 0,0 10 0,0-10 16,2-4-16,1-6 0,-3-3 0,0-9 15,0 1-15,0-10 16,0 1-16,0-14 0,0 5 0,0 4 16,0-2-16,0-6 0,0-1 0,-3-4 0,3-7 15,0-6-15,3-11 0,-3 0 16,4-16-16,0-22 0,5 0 0,0 1 0,4-34 16,3 11-16,4-15 0,-3 33 0,1 21 15,0 21-15,-1 13 0,3 5 0,2 6 16,2-1-16,-2 4 0,3 8 15,-3 0-15,0 6 0,-2-1 0,-3 4 16,-1 2-16,-3 2 0,-4 9 0,-3-9 16,-1 13-16,-8 1 0,-1 4 0,-5 2 15,0-4-15,-6 4 0,0 0 16,-5 2-16,-5-9 0,3-4 0,0-2 16,3-6-16,-1-3 0,6-5 0,1-1 15,7-3-15,-1 2 0,3-2 0,8-8 16,-6 6-16,4 2 0,2-2 0,5-2 15,4 0-15,1 2 0,3-5 0,5 3 16,3-2 0,-1 4-16,2-5 0,10 3 0,-12 2 0,9 0 0,-2 2 15,-5 3-15,-1-1 0,-3 3 0,-3-3 16,-3 5-16,-3-3 16,-2 3-16,-6 0 0,-3 4 0,-4 1 15,-3 1-15,-6 3 0,-2 4 0,-3-5 0,-3 3 16,-1 0-16,-2 0 0,0-3 0,-7-1 15,2 2-15,-1-5 0,-3 0 0,-2-4 16,0-3-16,2 1 0,2-7 0,5 0 16,2-7-16,4 3 0,1-5 0,6 0 15,2-2-15,2 3 0,5-10 0,4 5 16,3-7-16,3 0 0,4 0 16,1 5-1,-2-7-15</inkml:trace>
  <inkml:trace contextRef="#ctx0" brushRef="#br0" timeOffset="21714.46">26278 3563 0,'0'0'0,"-3"-7"0,3 7 0,-2-2 15,0 0-15,2 2 0,-2-7 0,2 7 16,0 0-16,0 0 0,2 3 0,0 1 15,0 0-15,3 5 0,1 2 0,-3 0 16,1 3-16,0 1 0,1 3 16,-1-1-16,3 10 0,-3-1 0,1-2 15,-1-6-15,0 2 0,-1-2 0,-1-3 16,2 0-16,1-6 0,-3 2 0,2-6 16,-2 1-16,5-4 0,-2 3 0,3-5 15,3 0-15,5-5 0,1-1 16,-1-1-16,8-4 0,3-6 0,1-1 15,3-4-15,4 2 0,7-2 0,5-2 16,23-7-16,-4-4 0,14-1 0,-21 1 16,-12 4-16,-1 5 0,-2 4 0,4 2 15,5 2-15,-6-2 0,-5 5 16,-12-1-16,-5 8 0,-3-1 0,0 2 16,-2 3-16,-5 2 0,3-3 0,-3 3 15,1 4-15,-3 3 0,0-5 0,-4 2 16,0 0-16,2-2 0,-7 2 0,0 3 15,-10-5-15,8 2 0,2-2 0,-1 2 16,1 0-16,0 3 0,1-5 16,-1 6-16,3-4 0,0 3 15,-1-3-15</inkml:trace>
  <inkml:trace contextRef="#ctx0" brushRef="#br0" timeOffset="28354.16">26377 5347 0,'0'-2'0,"2"-1"0,-2 3 0,2-2 0,3 0 0,3 2 0,1-4 15,4 1-15,3 1 0,-1 0 0,3-2 16,2 4-16,2-5 0,2 5 0,11-2 31,5 0-31,4 0 0,2-1 16,16 1-16,-7-2 0,-4 1 0,-11 1 15,-5-2-15,-4 2 0,-2-1 0,-1-1 16,1 2-16,0 0 0,-1-1 0,3-1 16,-4 4-16,1-2 0,-6 0 0,-4-1 15,-3 3-15,-4 0 0,-2 0 0,0-2 16,-2 2-16,-3 0 0,-13 0 16,5 0-16,2 0 0,2 0 0,-3 0 15,1 0-15,2 0 0,5 0 0,-1 0 16,-2 0-16,3 0 0,-5 0 0,-7 0 15,9 0-15,3 0 0,-5 0 0,0 0 16,2 0-16,-2 0 0,2 0 0,-2 0 16,-2 0-16,2 0 15,-2 0-15,-1 0 0,-5 0 0,1 2 0,-4 1 16</inkml:trace>
  <inkml:trace contextRef="#ctx0" brushRef="#br0" timeOffset="53616.91">31280 7514 0,'0'0'0,"0"0"0,0 0 0,-2 0 0,2 2 0,-2 1 0,-2 3 0,-1 1 0,1 4 15,-5 9-15,0 2 0,-4 13 16,0 0-16,-5 5 0,3-3 0,-5 1 16,0-3-16,-4 5 0,-3-5 0,7-4 15,-2-4-15,5-3 0,-1 0 0,3-4 31,4-3-31,-3-1 0,3-3 0,7-2 0,-3-2 0,3-5 0,-1 3 16,5-5 0,5-11-16,-3 5 0,-4 6 0,2-4 0,2-2 0,2-3 0,-1 0 15,1-1 1,3-3-16,-3-3 0,5 3 0,-2-4 16,-3 6-16,3-2 0,-5 4 0,0 1 0,-2 4 0,-2-1 15,-3 3-15,1 5 0,-3-1 0,1 5 16,-1 0-16,0 2 15,3 0-15,2 2 16,2-2-16,0 2 0,4 7 0,5-4 16,-2-3-16,2-4 0,4 2 15,7-2-15,-1-1 0,3-3 0,-6-1 16,6-6-16,-2 2 0,0-2 0,-5 0 16</inkml:trace>
  <inkml:trace contextRef="#ctx0" brushRef="#br0" timeOffset="55458.59">31986 2507 0,'-2'0'0,"-3"0"0,-1 0 0,1 0 0,1 0 0,2-2 0,-3 2 0,5 0 15,-2 2-15,0 0 0,2 0 0,0 5 16,4 0-16,1 1 0,-1 1 15,3 2-15,-1 0 0,1-4 0</inkml:trace>
  <inkml:trace contextRef="#ctx0" brushRef="#br0" timeOffset="55649.67">31823 3411 0,'-2'0'0,"-1"0"0,3 0 0,0 0 0,-4 2 0,2-2 16,0 2-16,-1-2 0,1 3 0,0 1 15,2-4-15</inkml:trace>
</inkml:ink>
</file>

<file path=ppt/ink/ink22.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20:27.719"/>
    </inkml:context>
    <inkml:brush xml:id="br0">
      <inkml:brushProperty name="width" value="0.05292" units="cm"/>
      <inkml:brushProperty name="height" value="0.05292" units="cm"/>
      <inkml:brushProperty name="color" value="#FF0000"/>
    </inkml:brush>
  </inkml:definitions>
  <inkml:trace contextRef="#ctx0" brushRef="#br0">27894 8231 0,'2'-2'0,"0"-3"0,-2 3 0</inkml:trace>
  <inkml:trace contextRef="#ctx0" brushRef="#br0" timeOffset="654.11">29605 8273 0,'0'-5'0,"0"1"0,0 4 0,0-7 0,2 1 0,0 1 0,-2-1 15,4-3-15,-1 2 0,1-2 0,-2-2 16,3 0-16,-1 0 0,1 0 16,-1-2-16,0 2 0,1-2 15,-3 2-15,0-3 0,3 6 0,-3-1 0,-2-2 16,2 4-16,0 1 0,-2-1 0,0 3 16,0 4-16,0-3 0,-2 6 0,2 1 15,-2 7-15,2 0 0,-2 7 16,-3 2-16,3-1 0,0 6 15,-3-1-15,3-2 16,0 2-16,-2 0 0,-1 1 16,1 8-16,2-2 0,-3-3 0,3-1 15,0-1-15,2-2 0,0 1 0,0-5 16,-3-1-16,3-1 0,0-5 0,0 0 16,0-2-16,-2-2 0,0 0 15,2-4-15,-2-1 0,0-2 0,-3 0 16,-1-2-16,-3-2 0,0 2 0,0-4 15</inkml:trace>
  <inkml:trace contextRef="#ctx0" brushRef="#br0" timeOffset="956">29344 8127 0,'0'-2'0,"0"2"0,0 0 0,3-2 0,-3 2 0,2 2 0,-2 0 16,2 0-16,-2 7 0,0 0 0,0 2 15,-2 4-15,-3 1 0,1-1 0,-5 3 16,-2-3-16,-4 7 0,-1-2 16,1 0-16,0-4 0,1 1 0,3-1 15,2-1-15,3-2 0,1-2 0,3 0 16,2 0-16,2 0 0,7-2 0,4 0 16,7-2-16,2 1 0,9-1 15,2 0-15,5-1 0,4-1 0,-3-3 16,1 0-16,-2 0 0,3 1 0,-1-1 15,-9 2-15,-2-2 0,-5 3 0,-4-1 16,-5 1-16,-4-1 0,-2 0 0,0 1 16,-5-1-16,3-2 0,2-2 15</inkml:trace>
  <inkml:trace contextRef="#ctx0" brushRef="#br0" timeOffset="1194.35">30185 8471 0,'0'-2'0,"0"2"0,0 0 0,0 2 0,-3 2 0,1 1 16,-4 2-16,-3 4 0,0 2 0,-2 2 15,-5 5-15,-6 9 0,-6-1 0,-1 3 16,-2 7-16,-13 12 0,0 8 16,-11 15-16,6-5 0,10-13 15,3-13-15,6-9 0,1-2 0,2 0 0,5 0 16,3 2-16,3 2 0,7 2 0,-4 3 15,2-5-15,-2-2 0,4-4 0,0-5 16,5-4-16,4-7 0,0-2 16,4-4-16,-4 4 0,5 0 0,-3 5 15</inkml:trace>
  <inkml:trace contextRef="#ctx0" brushRef="#br0" timeOffset="1513.49">30204 9042 0,'0'0'0,"0"-4"0,-2 2 0,-2-1 0,-1-1 16,-1 2-16,-1-1 0,-6 1 0,0 2 16,-3 2-16,-1 3 0,-10 4 0,1 0 15,1 2-15,1 2 0,4 0 0,5 2 16,6 3-16,5 2 0,4 2 16,4 0-16,5 2 0,4 3 0,3 1 15,6 1-15,4 2 16,1 0-16,1-3 0,-1-1 0,6 6 0,-7-4 0,-6-3 15,-7-4-15,-4 2 0,-9-2 0,-7 1 16,-6-1-16,-9 0 0,-4-5 0,-5 1 16,0-5-16,-2-2 15,4-4 1,1-1-16,-1-6 0,7 3 0,2-3 16,5-3-16,1-3 0,3-1 0,3-2 15,-1-2-15,7 0 0,2-4 0,2-3 16,0-2-16,0 1 0,-6 1 15</inkml:trace>
  <inkml:trace contextRef="#ctx0" brushRef="#br0" timeOffset="1702.12">29968 9084 0,'0'0'0,"0"-2"0,0 2 0,0 0 0,5-2 0,-1-3 0,7 3 16,3 0-16,1-3 0,5 1 0,13 2 15,2 0-15,0 2 0,5 0 0,0 0 16,0 0-16,1 0 0,-3 2 0,8 0 16,-6-2-16,-5 2 0,-4 0 15,-2 3-15,-3 1 0</inkml:trace>
  <inkml:trace contextRef="#ctx0" brushRef="#br0" timeOffset="1987.43">30579 9342 0,'0'2'0,"-4"5"0,4-7 0,-5 9 0,3-1 16,-2 6-16,-1-1 0,5 0 0,0 0 15,0 3-15,5 1 0,1-1 0,3-1 16,4 3-16,3 0 0,4-5 16,-5-2-16,5-5 0,0-1 0,-3-5 15,1 0-15,0-5 0,-3-1 16,1-1-16,-3-4 0,0-2 0,-6 2 0,-1 0 15,-1-2-15,-3-3 0,-4 1 0,-5-3 16,-6-2-16,-3 3 0,-3 1 16,-8 1-16,1 2 0,-16-3 0,2 3 15,3 2-15,1 7 0,5-1 0,3 5 16,-1 5-16,0 1 0,-1 3 16,1 0-16,-2-3 0,2-1 0</inkml:trace>
  <inkml:trace contextRef="#ctx0" brushRef="#br0" timeOffset="2210.03">28478 9141 0,'-2'-2'0,"2"0"0,0 2 0,2-4 0,5-1 0,6 1 16,2-1-16,7 1 0,14-1 0,-1 3 15,5 0-15,-5 2 0,2 0 16,-1 2-16,-3-2 0,-2 0 0,-3 2 16,-4-2-16,-2 0 0,-8 0 0,-3-2 15,-2 2-15,2 2 0</inkml:trace>
  <inkml:trace contextRef="#ctx0" brushRef="#br0" timeOffset="2337.56">28310 8991 0,'0'3'0,"3"-6"0,1 3 0,3-4 0,1 0 0,6-3 16,3 0-16,5 1 0,14-3 0,-1 2 16,2 3-16,1 0 0,-3 4 15,0-5-15,-6 5 16,-2 0-16,-5 0 0</inkml:trace>
  <inkml:trace contextRef="#ctx0" brushRef="#br0" timeOffset="2815.63">26203 8782 0,'-3'-2'0,"-1"0"0,4 2 0,-2-7 16,2 7-16,2-2 0,-2 2 0,0 2 0,0 5 15,-2 1-15,0 6 0,2 1 16,-3 7-16,3 2 0,0 3 0,-4 10 15,-5-1-15,2-3 0,1 0 0,-3-2 16,0 2-16,-2-5 0,5 3 0,1-4 16,-1-1-16,-1-6 0,0 0 15,3-3-15,4 1 0,0-5 16,0 1-16,4-3 0,3-3 0,6 1 0,3-7 16,8 1-16,5-6 15,6 1-15,5-2 0,6-3 0,-4 1 0,-3-1 16,-6-2-16,-2 5 0,-6-3 0,-1 5 15,-2-3-15,-4 5 0,-3 0 0,-2-2 0,-2 2 16,-2 0-16,-5-2 0,1 0 16,-3 2-16,-4-5 0,-3 1 0,3 0 15</inkml:trace>
  <inkml:trace contextRef="#ctx0" brushRef="#br0" timeOffset="3070.05">26917 8881 0,'0'0'0,"-2"0"0,2 0 0,-2 0 0,-3-2 16,-1 2-16,-1 4 0,-2 1 0,-6 4 0,-1 2 15,1 4-15,-9 12 0,1-1 16,4-2-16,3 3 0,1-1 0,4 3 16,4 2-16,5 2 0,2 0 0,2 0 15,5 0 1,6 9-16,2-7 0,3-2 0,0-9 0,2-1 0,-1-8 0,3 0 15,0-1-15,-2-6 0,0-1 16,-2-5-16,-1-2 0,-1-2 0,2 0 16,-3 0-16,5-3 0,-5 5 0</inkml:trace>
  <inkml:trace contextRef="#ctx0" brushRef="#br0" timeOffset="3451.49">27007 8972 0,'0'0'0,"-2"-5"0,2 5 0,0-2 0,2 0 0,1-3 0,1 3 0,3 2 0,1-2 15,6 2-15,1-2 0,5 2 0,0-2 16,8-1-16,1-1 0,0 0 0,-3-1 16,3 3-16,-5 0 0,3-1 15,-5 3-15,0 0 0,-2 0 0,-5 0 0,0 3 31,-1-1-31,-6 5 0,-1-3 0,-5 5 0,-2 0 0,-2 2 0,-5 0 16,-1 6-16,-1-4 0,-4 10 0,2-8 31,-5 9-31,3 0 0,2 3 0,0-1 16,2 1-16,2-1 0,3-1 0,0-1 16,1 0-16,6-4 0,1 0 15,0 0-15,3-3 0,2-1 0,0-3 16,2-2-16,2 0 0,-2-4 0,2-1 15,0 1-15,1-5 0,-1-2 0,0 0 16,-4 0-16,0-2 0,-5-3 0,1 3 16,-3-4-16,-4 1 0,-3-4 15,3 5-15,0 0 0</inkml:trace>
  <inkml:trace contextRef="#ctx0" brushRef="#br0" timeOffset="3610.4">26985 9232 0,'3'-2'0,"1"2"0,5-5 0,4 1 0,7-1 16,4 3-16,11-4 0,3-1 16,-3 0-16,0 5 0,1-2 0,-3 1 15,0 3-15,-2-2 0,-3 2 16,-3-2-16,-1 2 0,-4 0 0,-5 0 16,1-2-16,-5 0 0,0 2 0,0-3 15</inkml:trace>
  <inkml:trace contextRef="#ctx0" brushRef="#br0" timeOffset="3897.39">27775 8773 0,'2'0'0,"2"2"0,1 1 0,1 1 0,5 7 15,0 0-15,3 4 0,-3 7 0,0 3 16,2 8-16,-2 2 0,-5 3 0,-1-5 15,-1 2-15,-4 0 0,-6 5 16,1 2-16,-8 11 0,0-5 0,-3-6 16,-1-4-16,4-5 0,-7-7 0,0-4 15,0-4-15,0-3 0,-2 1 0,2-1 16,5 1-16,-1-3 0,1 0 0,4 0 16,2-2-16,2 0 0,3-2 15,0 0-15,4-2 0,-3-1 0,3-1 16,-2-3-16,2 0 0,9-9 0,-13 10 15,4-1-15</inkml:trace>
</inkml:ink>
</file>

<file path=ppt/ink/ink23.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19:33.543"/>
    </inkml:context>
    <inkml:brush xml:id="br0">
      <inkml:brushProperty name="width" value="0.05292" units="cm"/>
      <inkml:brushProperty name="height" value="0.05292" units="cm"/>
      <inkml:brushProperty name="color" value="#FF0000"/>
    </inkml:brush>
  </inkml:definitions>
  <inkml:trace contextRef="#ctx0" brushRef="#br0">8462 8414 0,'0'0'0,"0"0"16,0-2-16,5 2 0,-1-3 0,3 1 0,4 0 0,2 0 0,0-3 0,3 3 16,3-2-16,-1 4 0,9-5 0,-1 5 31,3-2-31,-1 0 0,8 2 15,-1-2-15,0-1 0,0 3 0,1-4 16,10 4-16,-4-4 0,2 1 0,-4 3 16,6 3-16,9-3 0,0 0 0,-4 0 15,-7 2-15,-2-2 0,0 2 0,2-4 16,-2 4-16,-2 0 0,1 3 16,4-1-16,1 0 0,0-4 0,-4 0 15,0 0-15,-2 0 0,-3-2 0,5 0 16,2 2-16,-2 0 0,0 0 0,-5 2 15,-4-2-15,0 2 0,-2-2 0,2 3 16,3 1-16,-1 1 0,5 1 16,2-4-16,-5 3 0,-2-5 0,-8 2 15,-1-2-15,-4 0 0,3-2 0,-3 2 16,-3 0-16,3-2 0,3 2 0,3-3 16,-1 3-16,6-2 0,0 0 0,-2 2 15,0 0-15,-5 0 0,-2 0 16,-2 0-16,-2 0 0,0 0 0,0 0 15,-5 0-15,3 0 0,-2 2 0,3 0 16,6-2-16,-6 0 0,8 0 0,-1 0 16,3 0-16,-3 0 0,5 0 0,-2 0 15,0-2-15,-1 0 0,-1 2 16,-5 0-16,-2-2 0,0 2 0,-3 0 16,-4-2-16,3 2 0,-1 0 0,-1 0 15,1 2-15,0-2 0,1 0 0,1 0 16,1 0-16,4 2 0,-2-2 15,4 2-15,0 0 0,5-2 0,-2 0 16,1-2-16,-1 0 0,-3 2 0,-2-2 16,-4 0-16,-1-1 0,-1 1 0,1 0 15,1 0-15,2-1 0,4 1 0,3 0 16,6-2-16,4 1 0,3 1 0,2-2 16,0 4-16,-3-2 0,-10 2 15,4 2-15,-2-2 0,9 4 0,6-2 16,7 1-16,0-3 0,-3 0 0,-3 4 15,-8 3-15,-1-3 0,4-2 0,6 1 16,5-3-16,5 0 0,-6 0 0,-5 0 16,-3 0-16,-2 0 0,6 0 15,3 0-15,4 0 0,2 0 0,-4 0 16,-4 2-16,-3 2 0,-4-2 0,7 3 16,8-3-16,0-2 0,1 0 0,-10 0 15,-2 2-15,-4 0 0,0 3 0,7-3 16,6-2-16,2 0 0,-4 0 0,-7 0 15,-4 0 1,0 4-16,0 1 0,2-1 0,11-2 0,-2 3 0,0-5 16,-7 2-16,-4 2 0,-2 3 0,-5 0 15,9-1-15,-2 1 0,2-3 0,0 3 16,-6-3-16,-3-4 16,-4 0-16,-2 3 0,-5 1 0,0 3 0,0-3 0,-2 0 15,3 1-15,-3-1 0,2 1 0,-2-3 16,-2 2-16,-2-2 0,1-2 15,-3 0-15,-3 0 0,-2-2 16,0 0-16,-2 2 0,2 0 0,-4 0 0,-1 0 16,-1 0-16,-1 0 0,-2 0 15,-8-2-15,8 2 0,2 0 0,1 0 16,-3 2-16,0-2 0,-9 0 0,3 2 16,8-2-16,-1 0 0,-1-2 0,0 2 15,0 0-15,0 0 0,-2 0 0,3 0 16,-3 0-16,2 0 0,-2 0 0,0 2 15,0-2-15,0 0 0,-2 0 16,-3 2 0,-1-2-16,-3 5 0,2-3 0</inkml:trace>
  <inkml:trace contextRef="#ctx0" brushRef="#br0" timeOffset="1721.79">14934 8456 0,'0'-3'0,"0"1"0,0 2 0,2-4 0,0 2 0,0-1 0,5-1 16,-1 2-16,3 0 0,2-1 15,2-1-15,3 4 0,-1-2 0,1 0 16,-1 2-16,5 0 0,-2 0 0,10-3 15,-1 3-15,1 0 0,-1 0 0,4 3 16,2-3-16,4 0 0,3 0 16,15 2-16,-4-2 0,0 0 0,-5 0 15,13 0-15,1-5 0,-3 3 0,-2 2 16,3-2-16,-3 0 0,-7 0 0,-4-1 16,1 3-16,-4 0 0,4 0 0,1 0 15,5 0-15,-3-4 0,-4 2 16,-4-3-16,0 3 0,-1 0 0,3 0 15,4-1-15,5 3 0,2-2 0,0-2 16,-9-1-16,0-1 0,-2 4 0,7-1 16,3 1-16,4-2 0,-1 2 0,-2-3 15,-5 1-15,-2-1 0,1 1 0,3 0 16,6-1-16,-4 1 0,6-1 0,-8 1 16,-1 0-16,0 1 0,1-1 15,3 0-15,7-1 0,-1 3 0,-4-5 16,0 5-16,-4 0 0,0 0 0,2 2 15,2-3-15,4 1 0,-1 2 0,-3 0 16,-4-2-16,2 2 0,-3-2 16,8 4-16,1-2 0,-4-2 0,-2 2 15,-2-5-15,-3 5 0,5 0 0,2 3 16,3-3-16,1 0 0,-6-3 0,-2-1 16,-5 4-16,0-2 15,3 2-15,-1 0 0,5 0 0,0-2 0,-4-3 16,-5 5-16,0-2 0,0 2 0,2 2 15,5-2-15,0 0 0,0 0 0,-3-2 16,-2 2-16,-2 0 0,3 0 0,-3 2 16,4-2-16,5 0 0,0-2 0,0-2 15,-2 1-15,-5-3 16,-2 6-16,3 0 0,1 4 0,5-2 0,0-6 16,-2-3-16,-1 5 0,-1 0 0,-5 2 15,4 2-15,3-2 0,2-2 0,-2 2 16,2-4-16,-5-1 0,-4 3 0,3 4 15,-1 3-15,2-1 0,3-2 0,2-4 16,-2 0-16,-3 0 0,-1 2 0,-1 2 16,-2 0-16,2 0 0,5-2 15,2 0-15,-2-4 0,-5 2 0,0-3 16,-2 5-16,-2 2 0,2-2 0,5 0 16,-1-2-16,3-2 0,-5 4 15,-2-5-15,-2 5 0,-4 0 0,6 3 16,-2-1-16,4-2 0,0 0 0,1-2 15,-3-1-15,-2 1 0,-3 2 0,-1 2 16,4-2-16,0 0 0,-3-2 0,5 2 31,-6 0-31,2-2 0,-3 0 0,-6-1 0,0 3 0,-5-2 0,1 2 16,-1 0-16,3 2 0,-5-2 0,5 0 31,-3 0-31,-2-2 0,1 0 0,-1 2 16,-4-2-16,2 0 0,-5-1 0,3 1 15,-6 0-15,1-2 0,0 1 0,-1 1 16,-3 4-16,0 1 0,0-1 16,-2 0-16,-1 2 0,-3-1 0,-1-1 15,3 0-15,-7-2 0,-7 0 0,3 0 16,2 0-16,-1 0 0,3 0 0,5 2 16,-3-2-16,0 0 0,-2 0 0,2 0 15,1 0-15,-1 0 0,-2 2 16,2-2-16,-2 0 0,0 0 0,-2 0 15,0 0-15,-3 3 0,-1-1 0,-3 5 16,0 1-16,0 1 0</inkml:trace>
  <inkml:trace contextRef="#ctx0" brushRef="#br0" timeOffset="8746.42">16486 9124 0,'-2'0'0,"2"-2"0,0 2 0,2-3 0,0 3 15,-2 0-15,4 0 0,-1 3 0,1 1 16,-2 0-16,0 3 0,-2 2 16,0 2-16,0 2 0,0 2 0,-4 1 15,-3 2-15,3 1 0,-5 6 0,-2-1 16,0 0-16,-2-4 0,2 0 15,-5-7-15,-1 2 0,1-3 0,-4-1 0,1 0 16,1 0-16,-8-3 0,1-3 16,-6 4-16,-2-5 0,-11 0 0,0-1 15,-2-3-15,2 2 0,0-2 0,0-2 16,-9-1-16,2-1 0,0-3 0,5 3 16,2-3-16,4-4 0,3 3 15,1-3-15,3 0 0,0-1 0,0 1 16,-2-2-16,0-4 0,-1-10 0,3-2 15,0-4-15,5 0 0,3 0 0,5 2 16,5 3-16,0 1 0,6 3 0,-5-5 16,3 5-16,5-5 0,1-1 0,5-8 15,7-10-15,2 1 0,0 1 16,2 8-16,9 8 0,-1 1 0,6 7 16,-1 0-16,2 2 0,3-2 0,4-5 15,2-3-15,1-8 0,1 5 0,1-2 16,-1 6-16,-4 3 0,-2 4 0,2 4 15,2 3-15,3 1 0,4 3 16,0 5-16,2-1 0,2 3 0,-4-1 16,0 3-16,-5 2 0,-1 0 0,1 4 15,1-1-15,-3 3 0,0 1 0,-2 4 16,0-2-16,-2 4 0,-2 2 0,-3 7 16,-1 3-16,3 3 0,-4 10 0,3-1 15,-3 7-15,0 3 0,-4-10 16,-2-4-16,-5-6 0,-2-1 15,0 1-15,-6 6 0,-5 13 0,0 7 0,-5 2 16,-4-4-16,1-9 0,-1-9 0,-2-5 16,-3-1-16,1 2 0,-7-1 15,3 5-15,-3 0 0,2-2 0,1-2 16,1 0-16,5-3 0,-4-4 0,-3-7 16,-2 1-16,3-9 0,1-1 0,3-1 15,2-1-15,0 0 0,2 1 0,2 1 16,-4-3-16,5-1 0,-1 0 0,1 0 15,-1-4-15,3 2 0,-1-2 16,-1 0-16,-1-3 0,3 1 0,-5-3 16</inkml:trace>
  <inkml:trace contextRef="#ctx0" brushRef="#br0" timeOffset="8874.34">16336 9408 0,'-5'-2'0,"1"-2"0,0-1 0,-3 1 0,3-1 0,-1 3 16,-1 0-16,-1 2 0,0 0 0,-2 2 16,1-4-16</inkml:trace>
  <inkml:trace contextRef="#ctx0" brushRef="#br0" timeOffset="11128.71">12034 9099 0,'0'3'0,"0"-1"0,2 0 0,-2 0 16,0 0-16,0 3 0,0-1 0,3 1 15,-3-1-15,2 3 0,0 2 0,-2-3 16,0 3-16,0 2 0,-4 0 16,1 0-16,-1-2 0,2 2 0,-3 0 15,1 0-15,-3-2 0,1-3 0,-1 3 16,-2-2-16,0-1 0,1-1 16,-3-1-16,0 1 0,-3-1 0,-1-4 15,-1-2-15,-6-3 0,0-1 0,3-1 16,1-4-16,0 2 0,1-2 0,1 0 15,1-2-15,-1 2 0,3-2 0,-2 0 16,4-5 0,0 3-16,4-5 0,0 4 0,1 1 0,1 2 0,1 2 0,0-3 15,1-1-15,3-1 0,0-10 16,3-3-16,1-4 0,3 0 0,-1 0 16,-1 0-16,10-9 0,-2 7 0,3 4 15,-3 7-15,-2 2 0,2 6 0,-2 1 16,5 6-16,-8-2 0,6 2 0,-3 0 15,0-2-15,0 7 0,0-3 16,2 5-16,-2 0 0,2 0 16,0 0-16,3 2 0,-1 0 0,1 2 0,-3 2 15,-2 1-15,2-1 0,-2 3 0,2-1 32,-1 1-32,-1 2 0,0 2 0,-3 0 0,1 2 0,-2 0 0,-3 3 15,3 3-15,-3 1 0,3 5 0,-3 3 31,1 14-31,-3 0 0,2 4 0,-1-4 16,-1-7-16,-2-4 0,0-4 0,-2-5 16,-1 0-16,-1-2 0,-3 0 0,3-1 15,-3 6-15,3-1 0,-5 0 16,-2-2-16,-2 2 0,-3 1 0,3-3 16,-2 0-16,-3-2 0,0-5 0,5-4 15,-2-4-15,6-3 0,-2 3 0,0-3 16,2 1-16,0-3 0,5 0 0,-5 0 15,2-2-15,3 0 0,0 0 16,-1-2-16,3 0 0,-2-3 0,4 5 16,-3-2-16,1 2 0,2 2 0,-2-2 15,4-2-15,-2-2 0,0-1 0</inkml:trace>
  <inkml:trace contextRef="#ctx0" brushRef="#br0" timeOffset="11255.11">11959 9417 0,'0'-2'0,"-2"-3"0,2 5 0,-2-2 0,2 0 0,0 0 15,0 2-15,0 0 0,2 0 16,0 0-16</inkml:trace>
  <inkml:trace contextRef="#ctx0" brushRef="#br0" timeOffset="12694.72">10491 9093 0,'-2'2'0,"2"0"0,0-2 0,0 7 0,0-1 0,0 3 0,0 5 0,0-3 15,-3 4-15,1 0 0,-2 1 0,-3 2 31,-4 4-31,-2 0 0,-5-3 0,1 1 16,-3 0-16,-2-4 0,0-3 0,-3-2 16,-1-2-16,2-5 0,-3 0 15,1 1-15,-3-3 0,3-2 0,-1-2 16,1-3-16,-7-6 0,0 0 0,2-2 16,0-4-16,0-6 0,2-3 0,1-3 15,3-4-15,6-6 0,5 1 0,5 7 16,3 3-16,1 3 0,5 1 15,5 0-15,-1-7 0,5 2 0,4-4 16,5-2-16,6 2 0,9-2 0,0 4 16,0 4-16,1 5 0,1 7 0,-2-1 15,0 5-15,-2-2 0,0 0 0,0 4 16,-1 0-16,-1 3 0,0-1 16,-1 0-16,1 3 0,-5 0 0,1 1 15,-3 3-15,-3 5 0,1 1 0,-2 3 16,-3 4-16,-4 3 0,-2 4 0,-4 2 15,-3 4-15,-2 7 0,0 5 0,-2 6 16,-3 0-16,-1 11 0,-3-4 0,0-9 16,-2-7-16,-2-9 0,2 3 15,-5 0-15,1-1 0,2-1 0,-1-1 16,-1 1-16,-1-3 0,1 0 0,0-2 16,-1-4-16,1-3 0,-1-4 0,1 0 15,2-4-15,-1 0 0,6-3 0,-1 3 16,0-7-16</inkml:trace>
  <inkml:trace contextRef="#ctx0" brushRef="#br0" timeOffset="12821.55">10356 9379 0,'0'0'0,"-2"0"0,0 0 0,0 0 0,2 0 15,0 0-15,0 0 0,0 3 16,0-1-16,0-2 0,0 4 0,-3 1 0,1 1 15,0 1-15</inkml:trace>
  <inkml:trace contextRef="#ctx0" brushRef="#br0" timeOffset="19823.08">16129 8447 0,'2'-5'0,"-2"-3"0,2-3 0,0-3 15,0-3-15,1-1 0,1-2 0,0-8 16,3 1-16,2-4 0,-3-2 16,3-2-16,-2-9 0,4-3 0,2-16 15,3-1-15,-1 2 0,7-18 0,2 1 16,1 0-16,1-7 0,-8 26 0,-1 1 16,3-1-16,0-6 0,6-5 0,-4 8 15,5 10-15,2 6 0,-1-1 0,1-7 16,2-18-16,-5 7 0,5 4 0,-2 9 15,-3 5-15,1-1 0,-1-6 0,-2-7 16,1 3-16,-1 1 0,5 10 16,1 4-16,-1 6 0,-2-1 0,-3-5 15,-2-5-15,-2-4 0,-3 5 0,-3 10 16,-3 7-16,-5 9 0,1 2 0,-3 3 16,-4 3-16,0 3 0,0 5 15,0-5-15,-4 6 0,-1-1 0,1 4 16,-5 2-16,0 0 0,-4 4 0,2 0 15,-4 1-15,-3 4 0,0-3 0,-1 3 16,1 2-16,-2 2 0,2-2 0,1 0 16,1 3-16,3-3 0,0 2 15,2-4-15,2-1 0,0 3 0,3-6 16,-1 2-16,3-5 0,1 2 0,-1-4 16,4 0-16,-2-4 0,2-1 0,0-1 15,2-3-15,2-2 0,1 0 0,-1-5 16,3 3-16,2-2 0,4-5 0,0 0 15,-6 7-15,2-3 0,2-3 16,-3 1-16,-1 7 16,0 0-16,-3 2 0,0 2 0,-1 5 0,-1-2 0,2 4 15,1 4-15,-3 1 0,2 3 0,1 1 16,-1 2-16,-2 3 0,3-1 16,-1 0-16,-2 0 0,1 3 15,1-1-15,-2-2 0,0 1 0,-2-1 0,0 2 16,0-2-16,-2 1 0,0 1 0,-2-4 15</inkml:trace>
  <inkml:trace contextRef="#ctx0" brushRef="#br0" timeOffset="22029.94">18594 2906 0,'4'0'0,"-4"-7"0,4 5 0,1 0 0,-1 2 15,1-2-15,-1 2 0,0 2 0,3 2 16,0 5-16,-1 4 0,3 7 16,-4 5-16,1 10 0,-1 5 0,-5 1 15,0-5-15,-5 1 0,1-4 0,-1-2 16,-1-2-16,-1-3 0,0 1 0,1-5 15,1-2-15,-1-3 0,1-1 0,3-5 16,-2-7-16,2-6 0,2 6 16,-3-4-16,6-4 0,-3-3 0,4-6 15,-2 4-15,5-6 0,-1 2 0,3-3 16,2-6-16,3-2 0,-3-9 0,2-3 16,9-19-16,-2 7 0,2 4 0,-2 6 15,2 10-15,0-1 0,2 11 0,-2-2 16,2 7-16,-2 4 0,0 5 15,-4 4-15,2 7 0,-3 1 0,-1 6 16,-3 5-16,0 4 0,-6 5 0,0 3 16,-5 2-16,-7 9 0,-1 0 0,1-9 15,-1-9-15,1 1 0,1-10 0,4 0 16,-5 1-16,5-5 0,-2 2 0,0-2 16,2 0-16,0 2 0,0-6 15,2-3-15,0 3 0,3-3 0,-1-8 16,1 2-16,1-3 0,3-3 0,0-3 15,2-3-15,0 8 0,2-12 0,-4 5 16,0-3-16,0-3 0,0 1 0,2 0 16,8-15-16,1 2 0,-7 5 15,1 2-15,-3 4 0,-5 7 0,1 2 16,-3 4-16,3 2 0,-3 10 0,3-1 16,-3 5-16,3 4 0,0 9 0,-1 3 15,-1-3-15,1 2 0,-1-2 16,-3-2-16,0 4 0,-2-2 0,0 0 15,-2 2-15,-3 1 0,1-1 0,0 5 16,-3-7-16,0 2 0,3 0 0,-3-2 16,1-2-16,1-5 0,1-1 0,0-3 15,-1-7-15,1 3 0,4-7 16,-2 0-16</inkml:trace>
  <inkml:trace contextRef="#ctx0" brushRef="#br0" timeOffset="22572.06">19381 2913 0,'0'-3'0,"2"1"0,-2 2 0,2-6 0,0 1 0,3 3 15,-1-5-15,1 3 0,-3 2 0,0-3 16,2 3-16,-4 2 0,3 0 16,-6 0-16,-1 7 0,0-3 0,-7 5 15,-3 2-15,-1 7 0,-12 10 0,-1 8 16,-1-1-16,-2 2 0,3 1 0,-1 4 15,-6 6-15,10 1 0,6-1 0,5 3 16,10 13-16,6-7 16,5-8-16,2-3 0,2-11 0,-3-8 0,6-5 15,3 0-15,3-4 0,2 1 0,0 3 16,7-4-16,-3 0 0,3-7 0,-5 2 16,0-6-16,1-3 0,-5-4 0,-3-4 15,-1-5-15,-1-2 0,-4-5 16,2 1-16,3-1 0,-3-8 0,-2 4 15,-7 5-15</inkml:trace>
  <inkml:trace contextRef="#ctx0" brushRef="#br0" timeOffset="23128.17">19824 3023 0,'0'2'0,"0"0"0,0-2 0,2 7 0,3 0 0,-1 1 0,3 8 15,-1 1-15,1 8 0,2 8 0,-1-2 16,-3 2-16,-1 2 0,-4 0 16,0 3-16,-2-3 0,0 5 0,-3-9 15,1-1-15,-3-1 0,-1-5 0,-1-4 16,0-4-16,2-1 0,-2-8 0,1-1 16,-1-6-16,0-2 0,5-7 0,-5-4 15,2-5-15,3 3 0,-1-5 16,1-6-16,0-5 0,4-5 15,0-3-15,6-19 0,3 1 0,4 0 0,3 2 16,-1-3-16,9-1 0,1 10 0,3 10 16,3 12-16,2 7 0,2 9 0,-4 5 15,5 6-15,-6 0 0,1 0 0,-4 2 16,-5 2-16,-4 3 0,-7 2 16,0 2-16,-5-2 0,1-1 0,-7 6 15,2 3-15,-6-3 0,-3 8 0,-8-5 31,-5 7-31,-5 1 0,-1 1 0,-3-2 16,-10 1-16,1-1 0,3-2 16,4-4-16,5-1 0,1-6 0,5-2 15,5 0-15,4 2 0,4-2 0,1 2 16,1 0-16,8 0 0,-1-2 0,7 6 16,4-4-16,4 2 0,8 1 0,1-1 15,7 2-15,18 1 0,4-8 16,-2 1-16,-2 0 0,-3-7 0,-8 1 15,-7-3-15,-7-3 0,1-1 0,-3 0 16,-2-8-16,-2-1 0,-2-4 0,-3-5 16,-2 0-16,-2-1 0,0 1 0,0 0 15,0 5-15</inkml:trace>
  <inkml:trace contextRef="#ctx0" brushRef="#br0" timeOffset="23366.66">20538 2827 0,'2'-3'0,"5"-3"0,-7 6 0,5-2 0,-1-1 0,7 8 16,-2 1-16,6-3 0,-2 5 0,3 6 16,-3 8-16,5 13 0,-5 11 0,2 3 15,1 2-15,-3 19 0,-4-4 16,-5-6-16,-2-3 0,-2 9 0,0-8 16,0-6-16,-4-10 0,-3-2 15,1-13-15,-5-5 0,0-5 0,0 1 16,-2-3-16,2-4 0,0 3 0,-1-3 15,4-3-15,1 3 0,0 0 0,5 0 16,-2 3-16,-3-8 0,-4 10 0</inkml:trace>
  <inkml:trace contextRef="#ctx0" brushRef="#br0" timeOffset="23892.5">21281 4101 0,'3'0'0,"-3"0"0,0 0 0,0 0 0,0 0 0,-3 2 0,1 0 0,-5 3 0,-1-3 16,-6 2-16,-3-1 0,-5 1 15,-9 1-15,-2-3 0,-7 2 0,-4 1 16,-7-5-16,-26 2 0,2-2 0,2 0 15,-19 0-15,-3-2 0,-24-3 0,40 3 16,6-2-16,-15-1 0,-12-2 0,-1 1 16,-18-1-16,13 5 0,-13 0 15,7 2 1,-3 0-16,11 2 0,3-2 0,4 4 16,6 1-16,3 1 0,13 1 0,3 0 15,-3-1-15,11 3 0,11-2 0,2 4 0,2-5 0,3 3 0,2 0 31,7-2-31,4 4 0,8-3 16,3 4-16,5-4 0,3-1 0,6-5 16,3-2-16,1 0 0,4-2 0,0 2 15,0-2-15,4 0 0,1-1 0,1-3 16,7-3-16,-2 4 0,3-3 0,-3 1 16</inkml:trace>
  <inkml:trace contextRef="#ctx0" brushRef="#br0" timeOffset="24335.95">20088 4785 0,'0'2'0,"0"-2"0,0 0 0,0-2 0,5-1 0,2 3 16,-3-2-16,5-2 0,-3-1 0,-1-1 15,-1-1-15,1-4 0,-8-2 16,-1-5-16,-3-2 0,-10-13 0,-5 0 0,-3-2 16,-1 0-16,-5 2 0,-4-3 15,-18-1-15,-7 6 0,-26 7 0,-2 10 16,9 10-16,4 6 0,11 5 0,9 6 16,4 3-16,0 6 0,3 6 15,-3 3-15,7 13 0,7 5 0,12 4 16,10-3-16,8 1 0,7-9 0,7-7 15,8 1-15,5 3 0,7 1 0,3-3 16,15-4-16,3 3 0,1-12 0,-1-4 16,-4-7-16,5 0 0,8-8 15,9-3-15,27-9 0,-29 1 16,8-1-16,-12-2 0,-9-2 0,-9-4 0,-7-5 16,-2 7-16,0-3 0,-7 3 15,-1 0-15,-8-3 0,-3 3 0,-10-7 16,-8 5-16,-10-5 0,-10 0 0,-9 0 15,-4-2-15,-5 9 0,0-2 0,-2 1 16,4 8-16</inkml:trace>
  <inkml:trace contextRef="#ctx0" brushRef="#br0" timeOffset="24478.38">19420 4791 0,'-2'-2'0,"0"4"0,2 0 0,0 3 16,4 1-16,1 3 0,4 2 0,2 0 15,9 5-15,13 4 0,4-1 0,12 1 16,3 0-16,19 7 0,-5-8 0,-6 1 15,-7-4-15,-5-3 0,3-2 16,-7 2-16,-7 3 16,-1 8-16</inkml:trace>
  <inkml:trace contextRef="#ctx0" brushRef="#br0" timeOffset="24830.49">21656 4293 0,'-2'0'0,"4"0"0,0 0 0,3 0 0,1 0 0,5 2 31,3 2-31,1 1 0,5-1 0,6 3 16,5-3-16,2 1 0,0-1 0,5 1 15,-5-3-15,2 2 0,0-4 0,-4 0 16,-4 0-16,-3 0 0,-2-6 0,-4 1 15,-1-4-15</inkml:trace>
  <inkml:trace contextRef="#ctx0" brushRef="#br0" timeOffset="24973.22">21724 4134 0,'0'0'0,"0"-2"0,0 2 0,3-2 0,-1 0 0,2 2 0,3-7 15,2 2-15,4-1 0,2 1 16,5 3-16,13-4 0,0 3 0,7 1 15,-2-4-15,3 3 0,-1 1 0,0-2 16,-3 2-16,3-1 0,-14 3 16,-3 0-16</inkml:trace>
  <inkml:trace contextRef="#ctx0" brushRef="#br0" timeOffset="25211.13">22412 3592 0,'0'0'0,"3"0"0,-3 0 0,4 2 16,3 2-16,-1 3 0,3 2 0,4 4 16,-2 7-16,3 2 0,3 13 0,-1 3 15,-3 1-15,0 3 0,-2-2 0,-2-3 16,0 3-16,-3-11 0,-3-5 16,-1-2-16,0 0 0,0-2 0,-2-5 15,2-1-15,1 1 0,-3-6 0,2 2 16,2-2-16,1-3 0,-1 1 0,-4 2 15,0-5-15</inkml:trace>
  <inkml:trace contextRef="#ctx0" brushRef="#br0" timeOffset="25401.86">22922 3986 0,'0'0'0,"0"0"0,0 0 0,2 0 0,2-6 0,5 6 0,4-2 0,3-1 16,4 3-16,-3-4 0,10 4 15,-7-2-15,-1 2 0,8-2 0,-3 2 16,0 0-16,1 0 0,-5-3 0,-1 3 16,-1-2-16,2 2 0,-5 0 0,1-2 15,-3 0-15,2 2 0,-1 0 16,1-2-16,-2-1 0,3 1 0</inkml:trace>
  <inkml:trace contextRef="#ctx0" brushRef="#br0" timeOffset="26290.08">23592 3634 0,'0'-7'0,"2"7"0,-2 0 0,2-4 0,-2 4 16,3-7-16,-1 7 0,0-4 0,0 4 0,0 0 15,1 0-15,-3-5 0,0 5 16,2 0-16,-2 0 0,2 0 0,-2 0 16,2 0-16,-2 0 0,0 0 0,0 0 15,0 0-15,0 0 0,0-2 16,0 2-16,0-2 0,0 2 0,2 0 15,-2 0-15,0 0 0,0 0 0,0 0 16,0 0-16,0 0 0,-2 2 0,2 5 16,-2-1-16,-2 10 0,1-3 15,1 9-15,-2 4 0,-1 18 0,3-2 16,-2 2-16,4 1 0,0-6 0,0 3 16,2-7-16,2 12 0,-1-8 0,1-1 15,0-3-15,-1-6 0,-3-3 0,0-4 16,0-6-16,-3-5 0,1 0 0,2-2 15,-2-5-15,0 0 0,-3-4 0,3-2 16,-2-4-16,-1-5 0,-3-5 16,3 7-16,-1-11 0,1 1 0,1-6 15,-3-1-15,7-1 0,-2-8 0,4-7 16,3-19-16,1-1 0,5-4 0,2 8 16,1 5-16,3-10 0,3 10 15,0 6-15,2 8 0,-2 3 0,0 5 0,0 3 16,-3 8-16,-1 2 0,-1 7 15,-2 5-15,0 1 0,1 3 0,-3 0 16,2 4-16,-2 5 0,2-1 0,-2 5 16,0 3-16,-2 3 0,-4 1 0,1 4 15,-4 0-15,-2-2 0,-2-3 0,-4 1 16,-3-3-16,-5-1 0,3-3 16,-4 0-16,4-2 0,-2-3 0,2 1 15,0-3-15,2 1 0,2-3 0,-4-4 16,9 4-16,0-2 0,2 4 15,0-2-15,2 3 0,0-5 0,5 4 16,-1-2-16,5 3 0,3-1 0,6 3 16,-1 0-16,6 1 0,-3 3 0,2 0 15,0 3-15,0 1 0,1 5 0,-3 0 16,0 4-16,-2 2 0,-3 3 16,-8-2-16,-7-3 0,-2 0 0,-6-2 15,-5-6-15,-5-1 0,-4-2 16,-4-2-16,-4-2 0,1-2 15,-4-5-15,3 2 0,-1-2 0,0 3 0,7-5 0,-2 2 16,6-2-16,3-2 0,-1 0 16,8 2-16,-3-3 0,6 1 0,1-2 15,-1 2-15,5-5 0,-2-2 0,0-2 16,4 2-16,0-8 0,1-1 16,-1 0-16,2 1 0</inkml:trace>
  <inkml:trace contextRef="#ctx0" brushRef="#br0" timeOffset="27133.71">23901 3431 0,'0'-2'0,"-3"2"0,1 0 0,2 0 0,-2 0 0,2-3 15,-2 3-15,2 0 0,0-2 0,0 2 16,2-2-16,-2 2 0,2-7 0,0 3 16,1-3-16,1-4 0,1 0 0,3-2 15,-1-2-15,2 1 0,0-5 0,-1 3 16,6-13-16,1 1 0,1-1 0,1-2 15,1-11-15,8-6 0,-2-1 16,-4 7-16,0 7 0,-4 6 0,-3 7 16,-2 7-16,2 4 0,-4 2 0,0 5 15,-3-3-15,-1 3 0,-1 4 0,-2 0 16,3-5-16,-5 5 0,0 5 0,-5-5 16,1 0-16,-5 0 0,5 0 15,-5 2-15,0-2 0,-2 2 0,0 0 16,-4 3-16,4-5 0,0 2 0,0 2 15,2 1-15,2-3 0,0-2 0,3 2 16,0 0-16,1-2 0,1 0 16,4 0-16,1 0 0,5 0 0,1 0 15,2 0-15,0-2 0,5 2 0,-3-2 16,2 2-16,1 0 0,-1 0 0,7 0 16,-4 0-16,0 4 0,-3-1 0,-4 1 15,0-2-15,-4 3 0,2 1 0,-5-1 16,0 1-16,1 5 0,-3-4 15,0 2-15,3 0 0,-5 2 0,4 0 16,-4 2-16,4-2 0,1 0 0,-1 2 16,3 0-16,-1 1 0,3-6 0,0-1 15,0-3-15</inkml:trace>
  <inkml:trace contextRef="#ctx0" brushRef="#br0" timeOffset="27964.95">24194 2514 0,'-2'0'0,"2"-3"0,0 3 0,0 0 0,0 0 15,0 0-15</inkml:trace>
  <inkml:trace contextRef="#ctx0" brushRef="#br0" timeOffset="28155.84">24159 2476 0,'2'2'0,"2"-2"0,-4 0 0,0 0 0,2 0 0,1-2 0,-1 0 0,-2 0 15,0 2-15,2 0 0,0-3 16,-2 3-16,3 0 0,-1-4 0,0 4 15,0 0-15,0 0 0,1 0 0,-1 0 16,0 0-16,0-2 0,0 2 0,1 0 16,-1 0-16,0 0 0,-2 0 0,2-2 15,-2 2-15,0 0 0,2 0 16,-2 0-16,0 0 0,3 2 0,1 4 16</inkml:trace>
  <inkml:trace contextRef="#ctx0" brushRef="#br0" timeOffset="28842.34">24309 2436 0,'0'0'0,"0"-2"0,0-2 0,0 4 0,2 0 16,0 0-16,-2 0 16,0 4-16,0-2 0,-2 3 0,-3 1 0,-1 1 15,-3 0-15,-2 4 0,-5-5 0,1 5 16,-5 0-16,3 0 0,-8 7 0,1-5 15,2-2-15,-2-4 0,2 2 0,0-1 16,0-5-16,0-3 0,2 0 0,0 0 16,4-5-16,3-1 0,2-3 15,5 2-15,3-4 0,3 0 0,0-2 16,7 0-16,0 2 0,-1-7 0,5 3 16,2-3-16,3 0 0,-1-6 0,3 2 15,2 0-15,4-2 0,0 4 0,-4 4 16,0 8-16,0 3 0,-5-1 15,-1 3-15,-1 6 0,0 3 0,0 5 16,0 0 0,1 5-16,-3 4 0,0 2 0,0-5 0,-2 5 0,2 3 0,0 8 15,-3 2 1,3-2-16,-2-2 0,0 2 0,2 2 0,-2-2 0,-2 0 0,1-4 16,1-5-1,-2-2-15,2-2 0,-3-9 0,3 0 0,-2 2 0,-1-10 16,1 5-16,-3-8 15,1 3-15,1-3 0,-1-3 0,-3-1 0,0 0 0,-2 1 16</inkml:trace>
  <inkml:trace contextRef="#ctx0" brushRef="#br0" timeOffset="29112.87">24573 2553 0,'2'2'0,"-2"-2"0,0 0 0,3 3 0,-1-1 0,0 2 0,0-2 16,3 1-16,-1 3 0,0-1 0,1-1 16,-1 1-16,1 1 0,-1 1 0,0-5 15,1 5-15,-3-5 0,0 0 0,1 2 16,-1-4-16,-2 5 0,0-5 15,2 0-15,-2 0 0,2 0 0,-2 0 16,2 0-16,-2 0 0,3-5 0,-1 1 16,0 2-16</inkml:trace>
  <inkml:trace contextRef="#ctx0" brushRef="#br0" timeOffset="29975.95">24776 2311 0,'0'-3'0,"2"-3"0,0-1 0,3 1 0,-3 1 0,2-4 16,-4 5-16,5-5 0,-5 5 0,2-5 31,-2 7-31,-2-5 0,-3 3 0,-1 4 16,-3 0-16,-4 0 0,-3 0 0,-3 2 15,-6 2-15,1 3 0,0 2 16,-9-3-16,0 5 0,2 3 0,-2 3 0,4-1 16,0-1-16,3 3 0,2-3 15,4 3-15,0-5 0,2-2 0,7 2 16,0-2-16,7-4 0,4 4 0,0 0 16,9 0-16,-1 0 0,6-2 0,3 4 15,3-2-15,4 2 0,1 1 0,3-1 16,3 4-16,0-5 0,7 3 15,-1 0-15,16 3 0,-7 4 0,-2-9 16,-6 5-16,-3-3 0,-6-1 0,-7-3 16,-2 4-16,-7-2 0,0 5 15,-4-5-15,-2-2 0,-3 0 0,-4 2 16,2-2-16,-4 0 0,-2 1 0,-7-4 16,2 1-16,-7 2 0,1-2 0,-3 2 15,-2-7-15,-2 5 0,0-4 16,-2 1-16,0-6 0,2 0 0,2 0 0,2 0 15,1-2-15,3-5 0,3 3 16,0-3-16,3-4 0,-1 5 0,4-10 16,1 3-16,-1-5 0,5-1 0,-2-6 15,0-1-15,4-7 0,0-2 0,3-1 16,-1-1-16,1 4 0,1-3 16,1 10-16,0-3 0,-3 12 0,3-3 0,-1 7 15,1-1-15,-3 3 0,3 3 16,-5-1-16,2 4 0,-1 3 0,1 4 15,-2-4-15,-4 2 16,-2 2-16,4-2 0,-5 0 0</inkml:trace>
  <inkml:trace contextRef="#ctx0" brushRef="#br0" timeOffset="30197.96">23923 2884 0,'0'-2'0,"0"2"0,0 0 0,-2 0 0,2 0 0,2 0 15,-2 0-15,2 0 0,0 2 16,0-2-16,5 0 0,-5 4 0,3-4 16,-3 5-16,2-3 0,-2-2 0,1 0 15,-3 2-15,-3 0 0,1-2 0,-2 0 16,2 0-16</inkml:trace>
  <inkml:trace contextRef="#ctx0" brushRef="#br0" timeOffset="30405.86">23250 2807 0,'0'4'0,"0"-2"0,0 3 0</inkml:trace>
  <inkml:trace contextRef="#ctx0" brushRef="#br0" timeOffset="30564.53">23475 3001 0,'0'2'0,"7"-4"0,-1 2 0,5-2 16,3-7-16,-1 0 0,2-2 0,-1-2 16,-1-1-16,2-5 0,-2-3 0,-4 2 15,-4-2-15,-1-3 0,-2 1 0,-6-4 16,-3-8-16,3 1 0,-7 6 0,0-4 16,-2 7-16,-3 4 0,-2 4 15,3 3-15,-5 6 0,3 2 0,-1 3 16,5 4-16</inkml:trace>
  <inkml:trace contextRef="#ctx0" brushRef="#br0" timeOffset="30612.43">23334 2800 0,'2'2'0,"-2"7"0,2 2 0</inkml:trace>
  <inkml:trace contextRef="#ctx0" brushRef="#br0" timeOffset="31665.78">24322 4330 0,'0'-2'0,"0"2"0,0 0 0,2 2 0,-2 3 0,0 1 0,2 5 16,0 3-16,-4 3 0,0 1 15,0 4-15,-5 2 0,-2 9 0,-4 3 16,0-8-16,-3 3 0,-3-7 0,1 1 15,-4-3-15,-2-5 0,-1 1 16,1-5-16,0 0 0,-3-4 0,-10-4 16,-3-5-16,-4-5 0,-2-8 0,-3-5 15,-10-15-15,6 2 0,9-2 0,-2-2 16,-1 6-16,-3 1 0,-3 3 0,4 12 16,3 4-16,2 5 0,2 4 0,-4 2 15,1 7-15,-3 0 0,2 8 16,2 6-16,4-4 0,7 8 0,4-7 15,7 0-15,4 2 0,3-3 0,6 1 16,5-2-16,2-3 0,-1-1 0,1-6 16,2-3-16,0 1 0,5-12 0,-1 1 15,-2 5-15,-2-4 0,-4 8 16,-1-4-16,-1 0 0,-5 0 0,-3-4 16,-5-3-16,-1-1 0,-9-6 15,-4-1-15,-4-1 0,-1 1 0,-2 2 0,-15 0 16,0 2-16,-2 6 0,-16-4 15,14 7-15,14 2 0,10-4 0,11 4 16,4-3-16,2 1 0,5 2 0,4 0 16,3 2-16,-1-2 0,3-2 0,15 4 15,-13-2-15,-1 3 0,6 3 0,1 3 16,3-2-16,-1 2 0,5-1 0</inkml:trace>
  <inkml:trace contextRef="#ctx0" brushRef="#br0" timeOffset="32094.72">22884 5217 0,'-2'0'0,"-5"-3"0,-1 1 0,-1 4 0,-2 1 0,-2 1 0,2 3 0,-3 2 15,3 6-15,2 3 0,1 1 0,1 15 16,5-4-16,4 3 0,2 3 0,7-8 16,3 1-16,1-5 0,5-4 0,2 0 15,2-5-15,1-1 0,-1-3 16,0-5-16,0-1 0,-2-5 0,0-2 15,-4-5-15,0-2 0,-3 0 0,-2-6 16,-4-5-16,-4 0 0,-3-2 0,-4-7 16,-3 1-16,-4-3 0,-2 0 0,-2 5 31,-2 4-31,-3 4 0,0 0 0,1 7 0,1 0 0,1 2 0,-12 5 31,1 2-31,10 0 0,-3 4 0,1 0 16,0 5-16,1-1 0,1 5 0,5 2 15,2 3-15,3-1 0,1 3 0,5 2 16,0 0-16</inkml:trace>
  <inkml:trace contextRef="#ctx0" brushRef="#br0" timeOffset="32316.97">23495 5492 0,'0'0'0,"-2"0"15,-3-2-15,1 2 0,2 0 0,-3-4 0,1 4 16,2-5-16,0 3 0,2 2 0,-3 0 16,1 0-16,2 2 0,0 0 15,0 1-15,0-1 0,0 0 0,2 3 16,-2-3-16,3 0 0,-3 2 0,2-1 16,0 1-16,0-4 0,0 0 15,1-2-15,-1-3 0</inkml:trace>
  <inkml:trace contextRef="#ctx0" brushRef="#br0" timeOffset="32731.07">23839 5261 0,'2'0'0,"-2"0"0,0 0 0,-2-5 15,0 1-15,2 2 0,-5 0 0,3-1 16,-2 1-16,-1 2 0,1 0 0,-1 5 16,-1-1-16,-1 3 0,1 4 15,-1 0-15,0 4 0,1 3 0,1-1 16,-1 3-16,1 9 0,1-3 0,4-1 16,0-1-16,4-4 0,3 0 0,2-1 15,0-3-15,6-3 0,0 2 16,5-6-16,2 2 0,0-6 0,3-1 0,-1-2 15,-4-4-15,0-2 0,-1-1 16,-5-4-16,1-2 0,-4 0 0,-2-4 16,-5-3-16,1 3 0,-1-1 0,-4-1 15,-2-3-15,0 0 0,-5 3 0,1-1 16,-5 0-16,0 3 16,-3-1-16,-1 3 0,2 2 0,-3 2 15,1 0-15,-1 5 0,3 0 0,-2 4 0,4 0 16,0 0-16,0 4 0,2-2 0,2 5 15,-2 0-15,5-1 0,2 1 0,-3-1 16,5 1-16,-4-5 16</inkml:trace>
  <inkml:trace contextRef="#ctx0" brushRef="#br0" timeOffset="33159.76">24342 5254 0,'0'0'0,"0"-2"0,0-2 0,0-3 0,2 0 0,0 1 0,0-1 16,5 0-16,0-1 0,-1 1 16,-1-2-16,3 5 0,1-3 0,0 3 15,2-1-15,-2 1 0,2 2 0,0 2 16,0 0-16,0 2 0,0 0 0,0 3 16,4 3-16,-4 3 0,5 7 15,-1 2-15,-1 4 0,-1 3 0,-2-1 16,-5 3-16,1-1 0,0 1 0,-5 0 15,-2 2-15,-5-3 0,-3-3 0,-3-1 16,-3 0-16,-1-4 0,-3-2 0,3 1 31,-5-1-31,5-3 0,-5 1 16,7-3-16,1-2 0,4 0 0,1-2 16,3-5-16,4 1 0,0-1 0,2 1 15,2-3-15,5 0 0,0 0 0,2 0 16,2-2-16,7 3 0,-2-3 0,4 0 15,2 0-15,0 0 0,3 0 0,-3 2 16,5-2-16,-1 2 0,-1-2 16,1 2-16,-1 0 0,-3 1 0,-2-3 15,-2 0-15,-5 0 0,-4 0 0,-2 0 16,0 0-16,-9-3 0,7 6 0,-3-3 16,5 0-16</inkml:trace>
  <inkml:trace contextRef="#ctx0" brushRef="#br0" timeOffset="34264.12">19771 5080 0,'2'4'0,"0"1"0,3-1 0,4 3 15,-1 2-15,3-3 0,3 1 0,-1 0 16,2-1-16,3 1 0,0 2 0,6-3 16,0 3-16,-2 2 0,0-2 15,0 2-15,-2 2 0,0-2 0,-5 2 16,3 3-16,-3-1 0,1 3 0,-3-1 16,-2 1-16,2 0 0,-2-3 15,0-2-15,-2-2 0,0 3 0,2-3 16,-4 2-16,2-2 0,-5-4 0,0-1 15,-4-8-15,-2 0 0,0 2 0,2 0 16,0 0-16,2 2 0,0-2 0,-2-2 16,0-7-16,-2 5 0,0-5 0,-2 2 15</inkml:trace>
  <inkml:trace contextRef="#ctx0" brushRef="#br0" timeOffset="36074.65">19171 5625 0,'-2'-3'0,"2"-1"0,0 4 0,0-7 16,2 1-16,0-1 0,5-4 0,2 5 0,0-3 15,4 0-15,0 0 0,5 2 0,2 1 16,6-1-16,1 3 0,-1 2 0,-2-1 16,1 3-16,-3 0 0,0 3 0,-5-1 15,1 2-15,-5 1 0,0-1 16,-4 3-16,0-1 0,-7 3 0,-2 0 16,-6 4-16,1-2 0,-1 2 0,-3 3 15,-2 1-15,-2 5 0,-10 12 0,1-1 16,-2 0-16,-2-2 0,1-3 15,3-4-15,3-1 0,1-6 0,5-1 16,2-3-16,4-4 16,0-3-16,7 1 0,0-3 0,7-1 0,0 1 0,8-2 15,1-2-15,3 2 0,1-2 0,2 3 16,0-3-16,3 0 0,-6 0 0,1 0 16,0 0-1,-4 0-15,-1 0 0,-2 0 0,0 0 0,-2 0 0,0 0 16,-2 0-16,2 0 0,-2 2 0,0 0 15</inkml:trace>
  <inkml:trace contextRef="#ctx0" brushRef="#br0" timeOffset="36408.81">19731 5885 0,'0'0'0,"-2"-2"0,2 2 0,0 2 15,-2 0-15,2 0 0,-2 3 0,2-1 16,0 3-16,4-3 0,-2 3 0,3-1 15,4 1-15,-1-3 0,3 1 16,-2-1-16,4 1 0,-2-3 0,5 0 16,-3-2-16,5 2 0,-5-2 0,5-6 15,-5 1 1,0 1-16,-2-3 0,2 5 0,-2-3 0,-2-1 0,-2-7 16,-3-1-16,-4 3 0,-2-2 0,0 2 31,-5-2-31,1 2 0,-3 2 0,-2 2 15,0-1-15,-3 3 0,1 3 0,-2 2 16,-1 2-16,1 3 0,-1-1 0,1 3 16,4-1-16,-2 3 0,2 0 0,2 0 15,2 2-15,3 0 0,0-2 0,4 2 16,2-5-16,0 3 0,-2-5 16,0-1-16</inkml:trace>
  <inkml:trace contextRef="#ctx0" brushRef="#br0" timeOffset="36710.05">20355 5849 0,'0'3'0,"0"-3"0,0 0 0,-2 0 0,0 2 0,0 0 0,2 0 16,0 1-16,0 1 0,0 3 0,4-1 16,3 3-16,-1-2 0,3 4 15,4-3-15,1-1 0,-1 2 0,2-5 16,3 3-16,-3-5 0,-1 0 0,3 1 15,3-6-15,0 1 0,-2-2 0,-5-1 16,2 1-16,-4-1 0,-2-1 16,2-1-16,-4-4 0,-1 0 0,-6-2 15,2 6-15,-4-1 0,0-1 0,-5 2 16,1 3-16,-3-3 0,-4 5 0,2-3 16,-5 5-16,-1 0 0,1 0 0,-1 0 15,-1 0-15,3 3 0,-1 1 0,1-2 16,1 5-16,3-1 0,3 3 0,1 2 15,3 0-15</inkml:trace>
  <inkml:trace contextRef="#ctx0" brushRef="#br0" timeOffset="38272.79">26648 3301 0,'0'4'0,"2"-8"0,-2 4 0,0-3 0,0 3 0,0 0 0,0 3 15,2 1-15,-2 7 0,3-2 0,-3 11 16,0 4-16,0 7 0,2 9 16,0 1-16,0-1 0,0-5 0,-2-1 15,0-1-15,0-5 0,-2-1 0,0-1 16,2-2-16,-4-4 0,1-2 0,1-5 16,2-4-16,0-5 0,-2-1 0,2-8 15,2-6-15,0 7 0,1-7 16,3 0-16,3-7 0,0 0 0,2-4 15,2-4-15,3-5 0,-1 0 0,9-20 16,3-4-16,-1 5 0,1-1 0,-1 9 16,-2 7-16,-2 6 0,0 9 15,-4 5-15,-5 6 0,-2 0 0,0 7 0,0 4 16,-2 5-16,-2 4 16,-3 2-16,-2 9 0,-2 7 0,3 4 0,-1 2 15,-2 5-15,2 4 0,0-2 0,0-3 16,1 3-16,-1 0 0,2 2 0,1 0 15,3-6-15,-1 2 0,4-5 0,-2-4 16,2-7-16,-2-4 0,0-7 0,2-6 16,-3-7-16,1 4 0,0-8 0,2-3 15,0-6-15,0-3 16,2-3-16,3-3 0,-3-1 0,5 6 0</inkml:trace>
  <inkml:trace contextRef="#ctx0" brushRef="#br0" timeOffset="38749.07">27404 3358 0,'0'0'0,"2"7"0,-2-7 0,0 2 16,0 7-16,0 2 0,0 6 0,0 5 16,0 3-16,0 1 0,3 14 0,1-9 15,-2 2-15,3 2 0,-1-4 0,0 4 16,-1-4-16,1 0 0,-2 0 16,-2-7-16,0-4 0,0-3 0,-2-1 15,-2-5-15,1-4 0,1-5 0,-2-2 16,-1-2-16,1-9 0,-3-7 0,3 7 15,0-7-15,1-4 0,1 0 16,2-4-16,0-3 16,2-6-16,5-3 0,4-26 0,4 5 15,3-1-15,2 3 0,2 8 0,9-12 0,0 19 0,-3 6 16,3 14-16,-2 9 16,2 0-16,-7 13 0,0 0 0,-4 11 0,0-2 15,-7 6-15,-4-2 0,-5 3 16,-1 2-16,-8-3 0,1 5 0,-7-3 15,-5 6-15,1 1 0,-3 0 0,-2 2 0,-4 1 16,-7 8-16,-2-4 0,-2 0 0,2-2 16,2-1-16,2-10 0,10 0 0,-1-3 15,9-2-15,6 0 0,5-2 16,9 3-16,2 1 0,5-4 0,12 2 16,3 3-16,4-3 0,3-2 0,-7-2 15,4 0-15,-2 0 0,0-3 0,0-1 16,-4-1-16,-3-2 0,-4-2 0,-2-2 31,-2-2-31,-5 1 0,-4-1 0,2 4 0,-4-7 0,-1 3 0,-1 2 16,-3-5-16,2 5 0</inkml:trace>
  <inkml:trace contextRef="#ctx0" brushRef="#br0" timeOffset="39339.83">27133 3294 0,'-2'0'0,"2"0"0,-5 0 0,1 0 16,0 4-16,-3 3 0,-2 4 0,0 2 15,-4 1-15,0 8 0,-9 13 0,2 0 16,0 0-16,-2 1 0,2-1 16,3 0-16,-5 7 0,8 2 0,6-2 15,8 0-15,4 2 0,5 0 0,8-2 16,12 4-16,6-6 0,1-9 0,-1-11 16,0-5-16,0-1 0,-4 1 0,-2-2 15,0 0-15,-3 1 0,-2-1 0,3-2 16,-3-4-16,-2-3 0,7-2 15,-1 3-15,3-1 0</inkml:trace>
  <inkml:trace contextRef="#ctx0" brushRef="#br0" timeOffset="39591.58">28077 3283 0,'0'0'0,"4"0"0,1 0 0,6 0 0,-3 7 0,3 1 0,3 10 16,8 6-16,-2 12 0,2-1 16,-5 7-16,1 4 15,-3-2-15,-1 11 0,-3-4 0,-7 0 16,-6 2-16,-3-7 0,-8 9 0,-7-11 0,3-11 0,-5-6 16,6-7-16,-4-5 0,0-2 15,3-2-15,1-4 0,1 2 0,2-5 16,6 5-16,0-7 0,5 3 0,2-1 15,2 0-15,3 3 0,-1-3 0</inkml:trace>
  <inkml:trace contextRef="#ctx0" brushRef="#br0" timeOffset="39765.72">28787 3894 0,'2'-5'0,"-2"-1"0,4 4 0,3-7 0,-3 2 0,5 1 0,2 1 15,2 1-15,1-1 0,3-1 0,1 1 16,6 1 0,0 2-16,-2-3 0,3 5 0,-5-6 15,-3-1-15,-1 3 0,-3-1 0</inkml:trace>
  <inkml:trace contextRef="#ctx0" brushRef="#br0" timeOffset="39891.99">28818 3676 0,'0'0'0,"0"0"0,0 0 0,2 0 16,2-3-16,1 3 0,1-2 0,3 2 16,4-2-16,3 2 0,-1 0 0,3 0 15,-1 0-15,3 0 0,0 0 16,-2 0-16,6 0 0,-4 0 0,-3 0 16</inkml:trace>
  <inkml:trace contextRef="#ctx0" brushRef="#br0" timeOffset="40496.47">29208 3442 0,'0'-5'0,"2"3"0,-2 2 0,4-13 0,3-5 0,2 1 15,2-3-15,4 4 0,10-6 0,-1 5 16,0 1-16,0 3 0,3 2 16,-3 4-16,2 3 0,1 2 0,-3 2 0,-2 4 15,0 5-15,-2 4 0,0 7 16,-2 4-16,-1 1 0,-4 8 0,-8 9 15,-10 6-15,-8 3 0,-2-9 16,-1 0-16,-3-12 0,1 1 0,-2 0 16,0-4-16,0 1 0,1 5 0,-1-2 15,6-7-15,1-1 0,4-4 0,5-1 16,6-7-16,7 0 0,2 0 0,2-7 16,7 3-16,2-5 0,5 3 0,-1-1 15,12-4-15,-1-2 0,3-5 16,2 5-16,-3 2 0,-1-4 0,-3 1 15,-6-1-15,-5-3 0,-4 3 0,-5-7 16,1 4-16,-7 1 0,2-10 0,-5 8 16,1-10-16,-1 5 0,-1-3 0</inkml:trace>
  <inkml:trace contextRef="#ctx0" brushRef="#br0" timeOffset="40812.79">29991 3671 0,'0'2'0,"-3"-2"0,3 0 0,-4 3 0,-1-3 0,1 6 0,0-4 15,-3 7-15,3-7 0,-1 7 0,3-2 16,0 4-16,2-2 0,0 2 0,4 0 16,1 0-16,3-7 0,3 5 15,5-2-15,2-3 0,1-2 0,3-2 16,12-2-16,-6-5 0,-4 1 0,3-5 16,-7 0-16,-3-3 0,-3-1 15,-3 2-15,-5-3 0,-6 3 0,0 2 16,-4 0-16,-3 2 0,-4 0 0,-4 1 15,-5-1-15,-2 2 0,-2 3 0,-1-3 16,1 7-16,0 0 0,0 0 0,4 5 31,0-1-31,4 3 0,1-5 0,6 7 0,0-3 0,7 3 0,2 2 16,5-2-16,1 4 0,7-6 0,5 2 16,4-3-16,5 1 0,-1-1 0,1-3 15</inkml:trace>
  <inkml:trace contextRef="#ctx0" brushRef="#br0" timeOffset="41082.01">30484 3660 0,'-4'-2'0,"0"2"0,4 0 0,-5 0 15,-1 0-15,-3 2 0,0 0 0,-2 5 16,2-5-16,2 5 0,3 2 0,2-1 16,2 3-16,2 0 0,5 3 0,1-3 15,8 2-15,2 0 0,4-2 16,8 2-16,4-4 0,-4 0 0,1-9 15,-2 0-15,-3 0 0,-4-4 0,1-1 16,-6-4-16,-4 5 0,1-9 0,-8 2 16,-1-5-16,-5 1 0,-3-1 15,-5 3-15,3 2 0,-6-4 0,-4 6 16,-3-2-16,-6 2 0,-3 2 0,-1-1 16,-1 1-16,0 3 0,1 4 0,-5-5 15,6 10-15,12-5 0,-1 4 0,5 3 16,2-3-16,5 5 0,4 2 0,2 0 15,3-4-15</inkml:trace>
  <inkml:trace contextRef="#ctx0" brushRef="#br0" timeOffset="41304.49">31261 3689 0,'2'4'0,"-4"-4"0,-1 0 16,-1 2-16,-3 3 0,-2 1 0,-2 5 0,3 0 15,-3 3-15,0 3 0,0 1 0,2 4 16,-4 2-16,4 3 0,0-1 16,2-2-16,1 1 0,1-3 0,3-5 0,0-1 15,0-3-15,-1-4 0,3 0 16,0-3-16,0-1 0,-2-3 0,0-2 16,0 0-16,0-2 15,-1 2-15</inkml:trace>
  <inkml:trace contextRef="#ctx0" brushRef="#br0" timeOffset="41447.05">30976 3775 0,'0'0'0,"0"0"0,0 0 0,-2 0 0,0-5 0,2 5 16,0 5-16,2-5 0,2 4 0,1 1 15,4 3-15,2 3 0,2 3 16,2 3-16,5 1 0,2 2 0,0-3 16,-2 3-16,0 0 0,0-7 0,0 1 15,-1-1-15,-3 0 0,-1-2 0,-2 0 16,-2-2-16</inkml:trace>
  <inkml:trace contextRef="#ctx0" brushRef="#br0" timeOffset="41988.24">31814 3581 0,'0'-3'0,"-2"-3"0,0-3 0,-5-2 0,-2-4 0,0 1 0,-4 1 16,-2 0-16,-7-3 0,-3 5 16,-1 5-16,-1 4 0,1 4 0,-1 7 15,5 6-15,0 3 0,5 4 0,-1 2 16,7 0-16,0-2 0,7 3 0,4 1 15,4-2-15,3 7 0,1-7 16,6 3-16,1-1 0,5-1 0,2-3 16,5 0-16,1-2 0,1-7 0,2-2 15,-3-9-15,-1-4 0,1-5 0,-3-4 16,-3-2-16,-5-5 0,-1-4 0,-5-2 16,-2 6-16,-5-4 0,-4 2 15,-4-2-15,-1 0 0,-6 0 0,-4 2 16,-3 1-16,-4-1 0,-2 4 0,-3-1 15,-6-1-15,2 3 0,3 8 0,6-2 16,9 9-16,2 2 0,2 5 16,4 0-16,3 1 0,2 1 0</inkml:trace>
  <inkml:trace contextRef="#ctx0" brushRef="#br0" timeOffset="42162.56">32187 3819 0,'-3'4'0,"1"-4"0,0 0 16,-2 2-16,-1 1 0,-1-3 0,1 0 16,-2 2-16,5 2 0,-2-2 0,-1 1 15,3 3-15,0-1 0,2 4 0,0-5 16,2 3-16,0-3 0,3 3 0,-3-7 16,2 0-16,1 0 0,-1 0 15</inkml:trace>
  <inkml:trace contextRef="#ctx0" brushRef="#br0" timeOffset="42511.77">32365 3598 0,'0'-6'0,"-9"1"0,9 5 0,-8-4 0,-6 2 0,1-1 0,-2 3 0,-3 3 0,0 3 15,5-3-15,0 8 0,4 0 16,2 0-16,3 0 0,4 2 0,2 2 15,3 1-15,6 1 0,0-1 0,4 4 16,7 2-16,2-7 0,-2 5 0,3-9 16,-1 0-16,0-7 0,1-1 0,-1-3 15,-2-3-15,0-5 0,-2 1 16,0-4-16,-3-7 0,-4 1 0,1-5 16,-8 4-16,-1 0 0,-3 1 0,-4 1 15,-3 3-15,-1 2 0,-3 0 0,-4 0 16,-3 0-16,-1 0 0,-3 4 0,0-4 15,-2 7-15,2-1 0,2 3 16,-2 2-16,3 2 0,-1 3 0,3-1 16,4 1-16,-3 1 0,8 5 0,-1-4 15,1 2-15,3 0 0</inkml:trace>
  <inkml:trace contextRef="#ctx0" brushRef="#br0" timeOffset="42908.99">32777 3510 0,'0'-4'0,"-2"-3"0,0-4 0,0 0 0,2-2 16,0 2-16,2-2 0,2-1 0,3 1 16,2 2-16,4 0 0,0 2 0,5 3 15,0 1-15,-1 1 0,8 4 0,-1 2 16,0 5-16,-4 4 0,0 2 0,-3 2 15,-1 5-15,-5 4 0,-2 3 16,-1 4-16,-3-5 0,-3 1 0,-4 1 31,0 1-31,-3 2 0,-4 4 0,-2 0 16,-4 3-16,-11 10 0,-1-1 0,3-10 16,2-6-16,2-4 0,7-8 0,2-3 15,2-3-15,4-4 0,3 2 16,4-2-16,1-3 0,5 3 0,6 0 15,6-5-15,4 1 0,2 1 0,5-1 16,2-1-16,9-4 0,-4 2 0,-3-2 16,-9 0-16,1-2 0,-10 2 0,-1 0 15,-5 0-15,0 0 0,-7 0 16,1 0-16,-5 0 0,-3 0 0,3 2 16,0 1-16</inkml:trace>
  <inkml:trace contextRef="#ctx0" brushRef="#br0" timeOffset="43404">28654 5468 0,'3'0'0,"1"-2"0,-4 2 0,4 0 0,3 0 15,-3 0-15,1 0 0,-1-2 0,1 2 16,1 0-16,-1-3 0,3 3 0,4-2 15,-4 2-15,8 0 0,-1 0 16,1 0-16,3 0 0,4 2 0,3-4 16,3-2-16,-5 4 0,0-7 0,-4 3 15,0-3-15,-5-2 0,-1 3 0,-8-5 16,-1 0-16,-1 0 0</inkml:trace>
  <inkml:trace contextRef="#ctx0" brushRef="#br0" timeOffset="43546.9">28657 5340 0,'0'-2'0,"0"2"0,0 0 0,-3-2 0,3 0 0,3-3 0,-1-1 16,4-1-16,3 0 0,2-2 0,2 1 16,3-1-1,2 2-15,4-2 0,8 3 0,1-3 0,2 5 0,0-1 16,3-1 0,-5 1-16,2 3 0,-7 0 0,-2 2 0,-4 0 0</inkml:trace>
  <inkml:trace contextRef="#ctx0" brushRef="#br0" timeOffset="43863.74">30085 4824 0,'-2'-2'0,"2"2"0,2 2 0,1 0 15,1 5-15,-2 4 0,0 5 0,1 3 16,1 14-16,-2 7 0,0 0 0,1 2 16,-1-3-16,-2 3 0,0-6 15,0 3-15,0 10 0,0-5 0,0 0 0,0-2 16,0-7-16,2-2 0,0-2 15,-2-4-15,0-8 0,0-3 0,-4-3 16,2-6-16,-3-1 0,-4 1 0,3-3 16,-3 1-16,0 1 0,0 3 0</inkml:trace>
  <inkml:trace contextRef="#ctx0" brushRef="#br0" timeOffset="44164.86">29739 4899 0,'0'5'0,"0"-5"0,0 0 0,-2 0 0,-2 2 15,1 4-15,-1-1 0,-3 6 0,1 0 16,-3 2-16,2 3 0,-2 1 0,1-1 16,3 3-16,-4 6 0,7-8 0,0 3 15,2-4-15,4 1 0,3-6 16,2-2-16,13 7 0,2-10 0,5 3 15,6-5-15,5 1 0,2-5 0,4 2 16,18-2-16,0 0 0,-2-2 0,-5 0 16,0-3-16,-19 1 0,-7-1 15,-5 1-15,-4 4 0,-4-4 0,-5 4 16,-4 0-16,-3 0 0,3 0 16,-4 4-16,-3 3 0,-2-3 0,2 5 0</inkml:trace>
  <inkml:trace contextRef="#ctx0" brushRef="#br0" timeOffset="45630.07">17427 9368 0,'2'3'0,"1"-3"0,3 4 0,-1 0 0,-1-1 15,5 3-15,-5-1 0,1-3 16,-1-2-16,-2-2 0,3 2 0,1 0 15,-1 0-15,-1-2 0,1 2 0,1 0 16,1-3-16,-1 1 0,1 2 16,-3-2-16,5-3 0,0 3 0,2 0 15,0 0-15,2 0 0,1 2 0,-1 0 16,0 4-16,-2-4 0,2 2 0,-6 0 16,2 1-16,-5 1 0,1-4 0,-3 0 15,-4 0-15,-3 0 0,-1 0 0,-8 0 16,1 2-16,-7 1 0,0-1 15,-2 0-15,-6 2 0,-1 1 0,-11-3 16,1 2-16,1-1 0,3-1 0,6-2 16,3 4-16,4-2 0,6 3 0,5-3 15,5 0-15,3 0 0,8-2 0,-1 0 16,7-2-16,5 0 0,6 2 16,4-4-16,3 4 0,2-5 0,4 5 15,2-6-15,14-1 0,-4 0 0,-8 3 16,-4 0-16,-6-1 0,-7 5 0,-9-2 15,-2 4 1,-6-2-16,-3 5 0,-6-3 0,-7 2 0,-5 1 16,-6-3-16,-4 4 0,-10-6 0,-1 5 0,-5-5 15,-13 4-15,4 1 0,7-1 0,4-4 16,7 0-16,5 0 0,8 0 0,4 2 16,8 0-16,5-2 0,6 0 0,5-2 15,8 0-15,1-2 0,10 4 16,2-5-16,4 3 0,2 0 0,0-3 15,16-3-15,-5 1 0,-4-2 0,-7 2 16,-4 3-16,-9 0 0,-2-1 0,-11 5 16,0 0-16,-11 2 0,-1-4 0,-8 2 15,-2 0-15,-9 0 0,-2 2 0,-3 3 16,-8-1-16,0-2 0,-3 3 31,-15-1-31,7 1 0,6-3 0,7-2 0,7 0 16,8 0-16,3 0 0,6 2 15,7 0-15,2-2 0,6 0 0,5-2 16,7-2-16,6-1 0,3-4 0,1 5 16,3 0-16,2-3 0,0 0 15,12 1-15,-6-1 0,-3 3 0,-10-1 16,-4 1-16,-7 2 0,1 2 0,-12 2 16,-1-2-16,-6 2 0,-5 0 0,-6 1 15,-3 1-15,-8 3 0,-3-1 0,-3 5 16,-7-4-16,-10 2 0,4 4 0,4-4 15,3 0-15,8-3 0,5-1 16,6-1-16,7-4 0,7 0 0,4 0 16,4-2-16,5 0 0,8 2 0,6-5 15,3 3-15,0 0 0,5 2 16,-2-5-16,0 3 0,-1-2 0,-1-3 16,1 1-16,-1-1 0,-9 0 0,-3 3 15,-6 2-15,-5-3 0,-2 1 0,-6 2 16,-5-1-16,-2 3 0,-7 3 0,1-1 15,-5-2-15,0 4 0,0-4 0,2 5 16,2-5-16,1 2 0,3 2 0,1-2 16,4 3-16,3-3 0,3-2 15,1 2-15,2 1 0,-2-3 0</inkml:trace>
  <inkml:trace contextRef="#ctx0" brushRef="#br0" timeOffset="62332.72">24167 8687 0,'3'0'0,"-3"-4"0,-3-1 0,3 5 0,-2-4 0,2 0 0,0 1 16,0-1-16,-2 4 0,2 0 0,-2 2 16,0 5-16,-1 4 0,1 6 0,-2 8 15,2 14-15,-1 8 0,1-1 0,2 2 16,0-3-16,0-1 0,2-7 0,3 1 15,1 1-15,1-6 0,0-6 0,-3-10 16,-2-1-16,5-7 0,0-5 16,4-4-16,6-6 0,5-10 0,9-4 15,4-4-15,5-5 0,17-24 16,10-6-16,36-38 0,63-49 0,-58 65 16,11-7-16,0-7 0,9 2 0,-1-4 15,8 0-15,2 0 0,-1 4 0,-1-8 16,-5 19-16,0-1 0,2-3 0</inkml:trace>
  <inkml:trace contextRef="#ctx0" brushRef="#br0" timeOffset="68544.28">9371 10237 0,'-3'0'0,"1"0"0,2-2 0,-2 0 0,2-3 0,-2 3 16,2-2-16,0 2 0,0-1 0,0 1 16,2 0-16,0 2 0,-2-2 15,2 2-15,1 0 0,-1 0 0,2 2 16,1-2-16,-1 4 0,5-1 0,2-1 15,-2 2-15,6-2 0,1 3 0,3-1 16,1-2-16,2 1 0,11 1 0,1-2 31,-1 0-31,2 1 0,0-3 0,-2 0 16,2 0-16,1 2 0,10 0 16,0-2-16,3 0 0,-1 2 0,-1 0 15,6 3-15,-9-1 0,-7 3 0,-6-3 16,0 1-16,0-1 0,2 0 0,-2-1 15,2 1-15,-2 1 0,0-5 16,-5 2-16,-2-2 0,1-2 0,-6-1 16,-1 1-16,-3-2 0,-4 1 0,3-1 15,-3 0-15,0-1 0,0 1 0,-2 2 16,-5-3-16,0 3 0,-4-2 0,3 1 16,-6-1-16,3 2 0,0 0 0,0-3 15,0 3-15,0 0 0,-2 0 16,2-3-16,0 3 0,0-2 0,2-1 15,1 1-15,1-5 0,0 2 16,1-2-16,1-2 0,1 0 0,0-6 16,-3-1-16,3-4 0,-3 0 0,1-7 15,-1 1-15,0-3 0,-1 0 0,1-6 16,0 3-16,1 6 0,-1 4 16,3 1-16,-3 4 0,3-1 0,-1-2 0,1-3 15,-3-1-15,3-7 0,-3 0 16,1 0-16,-1 2 0,1 4 0,-3 3 0,0 4 15,-4 5-15,0 4 0,-1 4 16,1-2-16,-2 1 0,-3 3 0,-2 3 16,1-2-16,-3 4 0,-3 0 0,-1 2 15,0 0-15,-5 2 0,-2 1 16,0 1-16,-5-1 0,-2 4 0,1-3 0,-14 8 16,-7-3-16,-4 0 0,-15 2 15,0-4-15,4-5 0,0 0 0,-2-4 16,0 3-16,-5-6 0,11 1 0,8 0 15,5-2-15,1 4 16,-5-5-16,-2 3 0,5 2 0,2-4 0,4-1 0,9-1 16,0 3-16,8 1 15,-1 0-15,4 2 0,2-2 0,2 2 0,5 0 16,0-2-16,6 2 0,-2 0 0,5 0 16,0 0-16,1 0 0,14 0 15,-4 2-15,-9-2 0,2 0 0,0 0 16,2 2-16,2 0 0,1 5 0,-3-3 15,9 5-15,-7 0 0,3 2 0,-3 7 16,7 8-16,-2 3 0,2 6 0,-6-2 16,1 0-16,3 2 0,-4-2 15,-1 5-15,0 2 0,3 17 0,2 2 16,0 1-16,-1 6 16,-1-17-16,-7-18 0,2-3 0,-2-8 0,-2 0 0,2-3 15,-2-1-15,2-3 0,0 3 0,2-3 16,0-2-16,1-2 0,-3 2 0,0-5 15,0 1-15,2-3 0,0-1 0,0-3 16,-2 0 0,0-11-16,0 4 0,0 9 0,2-2 0,-2 0 0,3-2 15,-3 0-15,0-3 16,0 5-16,0-2 0,2 2 0,0 2 0,0 0 0,3 3 16,-1-1-16</inkml:trace>
  <inkml:trace contextRef="#ctx0" brushRef="#br0" timeOffset="69437.41">11320 10244 0,'-2'0'0,"-1"0"0,3 0 0,-6-5 16,1 5-16,1-4 0,0 2 0,-1-3 0,3 5 16,0-4-16,-1 4 0,3 0 15,0-2-15,0 4 0,5-2 0,2 0 16,1 2-16,3 0 0,3-2 0,3 3 15,5-1-15,7 0 0,11 2 0,4-4 16,0 0-16,4-2 0,1 0 0,17 0 16,0-3-16,0 5 0,16-4 15,-9 4-15,-9-2 0,-7 2 0,-9 0 16,-4 2-16,-4-2 0,2 0 0,-2 2 16,-3 0-16,1 1 0,-7-3 0,-1 4 15,-1-4-15,-5 4 0,-4-4 0,-2 5 16,-3-5-16,-4 2 0,0-2 15,-2 0-15,-4 2 0,1-2 0,-1 0 16,-1 0-16,-15-2 0,15 2 0,-4 0 16,3 0-1,-6 0-15,3 0 0,-2 0 0,0 0 16,0-2-16,2 2 0,0 0 0,-2 0 0,2 0 0,-3 0 0,3-2 16,-2 2-1,2 0-15,-2-3 0,0 3 0,2 0 16,-2 0-16,-1 0 0,3 0 0,0 0 0,0 0 0,0 0 15,-2-2-15,2 2 16,-2 0-16,0 0 0,2-2 0,0 2 16,0 0-16,0 0 0,0 2 0,-2-2 0,2 0 15,0-2-15,-3 2 0,3 0 0,0 0 16,0 0-16,0 0 0,0 0 0,0 0 16,3 0-16,-1 0 0,-2 0 0,0 0 15,0 0-15,0 0 0,0 2 0,0 0 16</inkml:trace>
  <inkml:trace contextRef="#ctx0" brushRef="#br0" timeOffset="72474.98">14925 10325 0,'-5'0'0,"1"0"0,-3 0 0,1-2 0,1 2 0,-1 0 15,3 0-15,-1 0 0,4 0 0,2 0 16,0 0-16,5 0 0,2 0 0,6 0 16,3 2-16,8-2 0,3 0 0,15-2 15,0 2-15,0-4 0,5 2 16,2-1-16,26-1 0,0 0 0,20 1 16,-9 1-16,-9 2 0,-1 2 0,14-2 15,-21 3-15,-1-1 0,3 0 0,0 5 16,4-3-16,-4 0 0,-3 1 0,-6-3 15,11 0-15,-2 5 0,-5-5 16,-4 0-16,-9 3 0,-6-1 0,2 0 16,-3 3-16,-2-3 0,-1 1 0,-8-3 15,-6 0-15,-5-2 0,-4 2 0,0-2 16,-4 3-16,-2-1 0,-3-2 16,-7 0-16,1 2 0,2 0 0,-3-2 15,-1 5-15,-1-5 0,-2 4 0,-2-4 16,0 2-16,3 1 0,-3-3 0,-9 2 15,11 0-15,0 0 0,-2 0 0,0 3 16,-2-3-16,2 5 0,0-1 0,0 1 16</inkml:trace>
</inkml:ink>
</file>

<file path=ppt/ink/ink24.xml><?xml version="1.0" encoding="utf-8"?>
<inkml:ink xmlns:inkml="http://www.w3.org/2003/InkML">
  <inkml:definitions>
    <inkml:context xml:id="ctx0">
      <inkml:inkSource xml:id="inkSrc0">
        <inkml:traceFormat>
          <inkml:channel name="X" type="integer" max="15360" units="cm"/>
          <inkml:channel name="Y" type="integer" max="8640" units="cm"/>
          <inkml:channel name="T" type="integer" max="2.14748E9" units="dev"/>
        </inkml:traceFormat>
        <inkml:channelProperties>
          <inkml:channelProperty channel="X" name="resolution" value="355.55554" units="1/cm"/>
          <inkml:channelProperty channel="Y" name="resolution" value="355.55554" units="1/cm"/>
          <inkml:channelProperty channel="T" name="resolution" value="1" units="1/dev"/>
        </inkml:channelProperties>
      </inkml:inkSource>
      <inkml:timestamp xml:id="ts0" timeString="2025-11-14T10:21:58.237"/>
    </inkml:context>
    <inkml:brush xml:id="br0">
      <inkml:brushProperty name="width" value="0.05292" units="cm"/>
      <inkml:brushProperty name="height" value="0.05292" units="cm"/>
      <inkml:brushProperty name="color" value="#FF0000"/>
    </inkml:brush>
  </inkml:definitions>
  <inkml:trace contextRef="#ctx0" brushRef="#br0">10197 11240 0,'-2'-2'0,"0"0"0,2 2 0,-4-7 0,-3 1 15,3-3-15,-1 2 0,3-2 0,0-2 16,2 7-16,-2-3 0,2 1 0,-3 4 15,3-3-15,3 5 0,-3 2 0,0 3 16,0 4-16,0-1 0,2 8 16,-4 4-16,-1 0 0,1 4 0,-2 9 15,-1-2-15,-3 2 0,-1 0 0,0 2 16,-2 3-16,0-3 16,-5 2-16,-1 16 0,-1-4 0,3-7 0,-1-3 0,3-5 15,2-4 1,2-3-16,3-1 0,1-1 0,3-1 0,0-4 0,4 0 0,-2-5 15,4-2-15,-1-2 0,-1-2 16,-2 0-16,2-5 0,-2-2 0,2 1 16,0-6-16,3-3 0,-3-3 0,2-2 15,3-7-15,0 5 0,-3-5 0,5-1 16,-2-6-16,1-1 0,1-3 0,2-2 16,-4-2-16,2-2 0,4-13 15,-2 3-15,-2 1 0,0 2 0,-3 3 16,3 3-16,0 1 0,-3 2 0,3 2 15,-2-8-15,2 1 0,-5 3 0,5 2 16,-3 6-16,3 1 16,-2 6-16,-3 5 15,-1 1-15,-1 5 0,0 3 0,-2 1 16,0 3-16,-2 4 0,2 3 16,-5 4-16,1 2 0,0-2 0,-1 6 15,1 5-15,-1 0 0,1 2 0,-1 2 16,1 0-16,2 0 0,0-1 0,-1-1 15,3-3-15,3 1 0,-3 0 16,4-7-16,3 3 0,1-5 0,1-2 16,2-1-16,5-3 0,-1-5 0,3-2 15,8-5-15,1-2 0,-1-2 0,-2-2 16,1-5-16,-3-2 0,0-4 0,-7-2 16,3-7-16,-5 0 0,-2 0 0,-2 2 15,-5 6-15,1 1 0,-5 7 16,0 3-16,-2 5 0,-5 5 0,0 4 15,1 2-15,-3 5 0,5 4 0,-1-2 16,3 0-16,2 6 0,2 3 0,3-1 16,-1 3-16,3-2 0,1 2 15,3-1-15,-2-1 0,2 0 0,0-1 0,0-3 16,0 1-16,3-4 0,1 4 16,-4-1-16,4-5 0,-6-1 0,4-1 15,-4-3-15,2-1 0,-4-1 0,2-2 16,-3 0-16,1 0 0,-3 2 15</inkml:trace>
  <inkml:trace contextRef="#ctx0" brushRef="#br0" timeOffset="1008.62">10433 11814 0,'0'0'0,"3"-3"0,-3 1 0,2 2 0,-2-2 0,0 0 16,2 4-16,0 0 0,0 0 0,-2 3 15,3 1-15,-1 5 0,0 1 0,0 3 16,-2 3-16,0 1 0,0 3 16,-2 1-16,0 10 0,0-3 0,-1-1 15,-1 0-15,2-3 0,-3-1 0,3-3 16,0 0-16,-2-5 0,4 1 0,-3-3 16,6 1-1,-3-3-15,4-2 0,0 0 0,1-4 0,4 1 0,-1-3 16,1-1-16,2-2 15,0-2-15,0 0 0,3 0 0,-3-2 0,4 0 0,-2 0 16,0 0-16,3-1 0,-3 1 0,0 2 16,3 0-16,-5 0 15,2 0-15,-2 2 0,-2 1 0,0-3 0,-3 0 16,1 2-16,0 0 0,-3 0 0,0 0 16,-1-2-16,1 3 0,0-1 15,3 0-15,-3 0 0,3-2 0,2 3 16,2-6-16,-2 3 0,2 0 0,-2-2 15</inkml:trace>
  <inkml:trace contextRef="#ctx0" brushRef="#br0" timeOffset="1469.68">11408 11670 0,'0'0'15,"-2"3"-15,0-1 0,-1-2 0,3 2 0,3-2 0,-1 2 16,4-2-16,1 0 0,2 0 16,4 0-16,0 0 0,5 0 0,0 0 15,-1 0-15,3-2 0,0 0 0,0-3 16,8 3-16,-3 0 0,-1 0 0,-4-3 15,0 5-15,-3-2 0,-1 0 0,-3 2 16,-2 0-16,-2-2 0,-3 2 16,-1 0-16,-5 2 0,2-2 0,-2 0 15,-2 0-15,-5 0 0,-2-2 0,0-1 16,-4-1-16,0 0 0,0-1 0,0 3 16</inkml:trace>
  <inkml:trace contextRef="#ctx0" brushRef="#br0" timeOffset="1628.01">11479 11487 0,'2'-2'0,"-4"2"0,2 0 0,0-2 0,0 0 16,0 2-16,2 0 0,-2 0 0,0 4 16,2 1-16,0 3 0,0 3 0,3 0 15,-3 5-15,2-1 0,-1 3 0,1 0 16,3 8-16,-1-4 0,1-2 16,-1 0-16,1-5 0,0-2 0,-3 3 15,3-5-15,-1 0 0,1 0 0,0 0 16,-3-4-16,0-1 0</inkml:trace>
  <inkml:trace contextRef="#ctx0" brushRef="#br0" timeOffset="3772.67">12283 11388 0,'0'0'0,"0"0"0,0 0 0,0 0 0,0-2 16,2 0-16,-2 2 0,0 0 0,0 0 15,0 0-15,-2 0 0,2 0 0,-2-3 16,0 3-16,2 0 0,-2 0 0,-1 0 16,1-2-16,2 2 0,-2 2 15,0 1-15,2-6 0,0 1 0,0 2 16,0-2-16,0 2 0,0 0 0,0 2 15,-2-2-15,2 0 0,-3 0 16,1 0-16,0-2 0,0 0 0,-3 2 16,-1-2-16,1-1 0,-1 3 15,-1-4-15,3 0 0,-3 1 0,1-1 0,1 0 16,1-1-16,1 3 0,-1-2 0,0 4 16,1-5-16,-1 5 0,2-2 15,0 0-15,2 2 0,-3-2 0,1-1 16,2 3-16,0-2 0,0 2 0,0 0 15,2 0-15,1 0 0,1 2 0,0-2 16,3 0-16,2 3 0,2-1 0,2 0 16,3 0-16,1-2 0,5 0 0,0 0 15,0 2-15,3-2 0,5 3 16,-1-3-16,-2-3 0,-1 1 0,-6 2 16,0 0-16,-3-2 0,-1 0 0,-5 2 15,0 0-15,-4-2 0,-1 2 0,-1 0 16,-3 0-16,0 2 0,-2-2 0,0 0 15,-2 4-15,-5 1 0,3-3 0,-1 4 16,-4 1-16,1 0 0,-3 1 0,0 3 16,0-2-16,-3 2 0,1 3 15,-2-1-15,-1 0 0,1 2 0,-3 1 16,-4 8-16,2-2 0,3-2 0,1 2 16,1-4-16,4 2 0,2-1 15,0-1-15,7-5 0,0 3 0,6-5 0,1 0 16,1-2-16,5-1 0,5-1 15,-1-3-15,5 1 0,0-3 0,2 0 16,0-2-16,2 2 0,3-2 0,-3 0 16,0-2-16,0 2 0,1-2 0,-3 0 15,-3 2-15,-1-2 0,-2-1 0,-3 3 16,-2-2-16,-2 2 0,-1-2 16,-3 2-16,-1 0 0,-2 0 0,3 2 15,-5 0-15,4-2 0,-2 3 0,1-1 16,-1-2-16,2 0 0,1-2 0,1-3 15</inkml:trace>
  <inkml:trace contextRef="#ctx0" brushRef="#br0" timeOffset="4407.12">13635 11031 0,'0'-2'0,"0"0"0,0 2 0,0 2 0,4 0 0,-2 5 0,3 1 16,-1 6-16,1 3 0,-1 3 15,-4 9-15,2 2 0,-4-3 0,2 1 16,-2 0-16,-3-3 0,1-2 0,-3-4 16,1 0-16,-3-5 0,0-1 0,0-3 15,-2-3-15,0 1 0,-2-4 16,0-1-16,-5 1 0,3-3 0,-5-2 15,0 2-15,0-2 0,-4-2 0,-2 2 16,-1-5-16,1 3 0,-3-2 0,3 4 16,-1-2-16,3 4 0,-3-2 0,3 6 15,-2 1-15,4 4 0,2 2 0,4 3 16,8 3-16,-1 1 0,6 5 16,3-1-16,3 0 0,3 0 0,3 1 15,4-3-15,1 0 0,1-5 0,5 3 16,0-4-16,4-3 0,7-7 0,-3-3 15,-3-1-15,-1 0 0,-4 0 0,-3-2 16,-1-4-16,-1-1 0,-1-1 16,1-3-16,-4 0 0,2-2 0,-4-2 15,0-5-15,-7-2 0,-2 1 0,-2-1 16,-5-2-16,-2 2 0,-2 2 0,-2 1 16,0 3-16,0 1 0,0 4 15,-3 5-15,3 0 0,2 1 0,-5 6 16,8-3-16,-3 4 0,2 5 0,0-3 15,5 1-15,1 0 0,1-3 0,2 0 16</inkml:trace>
  <inkml:trace contextRef="#ctx0" brushRef="#br0" timeOffset="5045.05">13723 11567 0,'-2'-3'0,"0"3"0,2-4 16,-3 4-16,1 0 0,2-2 0,0 4 15,0-2-15,0 4 0,0-1 0,2 6 16,1-3-16,1 3 0,-2 2 0,3 0 16,-1 2-16,0 3 0,1-1 15,2 1-15,-3-3 0,0 2 0,1 1 16,1-1-16,-1-2 0,-1 1 0,1-3 15,-3 0-15,0 0 0,5-3 0,-5 1 16,0 0-16,2-2 0,1-1 16,-3-1-16,2-1 0,1-2 0,-1 3 15,1-3-15,-1 0 0,3 0 0,-1 1 16,1-3-16,4 2 0,-2-4 0,4 2 16,-2-3-16,0 3 0,-2 0 0,2 0 15,4 0-15,-4-2 0,3 2 16,-1 0-16,-2 0 0,0 2 0,0-2 15,0 0-15,0 3 0,0-3 0,0 0 16,-2 0-16,0 0 0,-3 2 0,1-2 16,-1 2-16,-1 0 0,4-2 0,-3 5 15</inkml:trace>
  <inkml:trace contextRef="#ctx0" brushRef="#br0" timeOffset="7236.63">12321 11190 0,'0'-3'0,"0"3"0,0 0 0,0 0 0,-2 0 0,2 3 0,-3-3 0,3 4 0,0-2 0,0 3 0,-2-3 16,2 0-16,0 0 0,-2-2 0,2 3 31,0-3-31,0 0 0,0 0 0,0 0 16,0 0-16,0-3 0,0-1 0,0-1 15,-2-1-15,0-1 0,2-2 16,-3-2-16,1 0 0,0-2 0,0 0 15,0 0-15,-3-1 0,3 1 0,0 0 16,-3 2-16,3-2 0,0 4 0,0 0 16,-1 0-16,1 5 0,2-3 15,-2 1-15,0 1 0,2 3 0,0-2 16,0 1-16,0 1 0,0 0 0,0 0 16,0 2-16,0 0 0,0 0 0,0 0 15,0 0-15,0 0 0,-2 0 0,-1 4 16,3-2-16,-4 1 0,0 1 0,-1 3 15,1-1-15,-3 1 0,3 0 16,-3 1-16,1 1 0,-1 2 0,0-2 16,1 0-16,-1 2 0,3-2 0,-3-1 15,3-1-15,-1 2 0,1-5 0,4 1 16,-2-3-16,-1 2 0,1-4 16,2 0-16,0 0 0,-2-2 0,2-2 15,2-1-15,-2-4 0,5 1 0,-1-3 16,-2 2-16,3-2 0,-1 2 0,3 0 15,-5-2-15,2 7 0,1-5 0,-1 5 16,-2-1-16,5 3 0,-3-3 0,1 5 16,-1-2-16,3 4 0,-1-2 0,1 3 15,0 1-15,1 1 0,-1-1 16,2 3-16,0-1 0,0 1 0,2 2 16,0-1-16,2 1 0,-2 0 0,2 0 15,-2 2-15,0-2 0,-2 0 0</inkml:trace>
  <inkml:trace contextRef="#ctx0" brushRef="#br0" timeOffset="13927.72">13745 12072 0,'2'-3'0,"-2"3"0,0-4 0,-2 4 0,2 0 0,0 4 0,0 1 16,0 6-16,2 0 0,-2 4 15,3 3-15,-3 6 0,2 3 0,0 15 16,2 4-16,1-2 0,4 2 0,-3 1 16,5 5-16,0-7 0,0-6 0,0-3 15,-4-6-15,2 1 0,0-2 0,-3-5 16,3 0-16,-5 1 0,-1-1 16,-1-2-16,-4 0 0,-1 0 0,-1-4 15,-5-1-15,-2-1 0,-2-3 0,0 2 16,-5-1-16,3 1 0,-3-4 0,3-2 15,-1-2-15,1-3 0,1-2 16,3-4-16,0 0 0,0-7 0,3 0 16,-1-2-16,0-4 0,2-5 0,3-2 15,-1 0-15,3 0 16,0 2-16,4 4 0,-2 1 0,2 2 0,1 4 0,1 0 16,0 3-16,1 3 0,4 1 15,-3 4-15,1 1 0,0-1 0,4 2 16,0 1-16,2 1 0,4 1 0,3-3 15,2 3-15,3-3 0,3 1 0,12-1 16,-5 0-16,3-1 0,-5-1 0,0 0 16,-2-4-16,0 0 0,-1-1 0,-1-3 15</inkml:trace>
  <inkml:trace contextRef="#ctx0" brushRef="#br0" timeOffset="14533.71">15573 13013 0,'-2'5'0,"4"-1"0,2 7 0,1 2 15,1 5-15,1-1 0,0 5 0,1 7 16,-1-2-16,0-1 0,-3-2 0,-2-2 16,-2-2-16,0-2 0,-4-3 15,-5 1-15,0-5 0,-4-2 0,-5-1 16,-4 1-16,-6-4 0,-5 1 0,-7 1 16,-4-1-16,-14 1 0,3 2 0,7 2 15,2 4-15,-14 12 0,-2 6 0,9 2 16,18-2-16,9 5 0,12-3 0,10-2 15,4-9-15,7-4 0,6 0 16,4-5-16,10-1 0,6-3 0,2-2 16,7-1-16,0-3 0,-2-3 0,-1-2 15,-1-2-15,6-9 0,-2 2 0,-5-2 16,-1 0-16,-10 2 0,-4-2 16,-4 2-16,-7 3 0,-5-3 0,-3 2 15,-3 1-15,-3-1 0,-3 2 0,-3-1 16,-2 1-16,2 1 0,0 0 0,-2-1 15,7-1-15,-1-1 0,5-4 0,-2 2 16,4 0-16</inkml:trace>
  <inkml:trace contextRef="#ctx0" brushRef="#br0" timeOffset="14819.57">15833 13441 0,'0'0'0,"0"0"0,0 0 0,0 4 15,0 1-15,2 6 0,-2 2 0,3 2 16,-3 5-16,0 2 0,-3 0 15,3 0-15,0 11 0,0-2 0,0-4 16,3-1-16,-3 3 0,2-5 0,0 0 16,0 1-16,3-3 0,-1-2 0,3-3 15,1 1-15,3-3 0,3-4 0,-1 0 16,2-2-16,5 0 0,0 0 16,2-5-16,7 3 0,8-3 0,3-4 15,4 0-15,-4 0 0,-1 0 0,-3 0 16,-6-4-16,-3 4 0,-5 0 0,-4 0 15,-3-2-15,-4-3 0,2 3 0,-2 0 16,0 0-16,0-1 0,0-1 0,3-3 16,-3 3-1,2-3-15,0 5 0</inkml:trace>
  <inkml:trace contextRef="#ctx0" brushRef="#br0" timeOffset="14966.76">16812 13780 0,'0'0'0,"2"0"0,-2 0 0,2 0 0,7-4 16,0 2-16,4 0 0,-2-3 0,5 3 16,-3-2-16,5 1 0,-3 1 0,1 0 15,3 0-15,-3-3 16,-3 5-16,-2-2 16,-7 0-16,1 2 0,-1 0 0</inkml:trace>
  <inkml:trace contextRef="#ctx0" brushRef="#br0" timeOffset="15105.3">16711 13655 0,'-3'4'0,"3"-4"0,3-2 0,3 0 0,1-1 15,6-1-15,0 0 0,3-1 16,1 1-16,3-1 0,9-1 0,-3 1 16,3 3-16,0 0 0,-5 4 0,0-4 15,0 2-15,-4-4 0</inkml:trace>
  <inkml:trace contextRef="#ctx0" brushRef="#br0" timeOffset="15632.85">15560 13708 0,'-2'0'0,"-1"0"0,1-3 0,2 1 0,-4-2 16,1-1-16,1-1 0,-2-1 0,-3 3 15,3-5-15,-3 2 0,-2-2 0,1 1 16,-1-6-16,-2 3 0,2-2 0,0 2 16,0-4-16,0 2 0,1-7 0,-3 4 15,4-1-15,0 1 0,1 3 16,4 0-16,-3-1 0</inkml:trace>
  <inkml:trace contextRef="#ctx0" brushRef="#br0" timeOffset="16445.72">17910 12982 0,'-2'2'0,"4"-2"0,-2 0 0,0 0 0,0 3 0,2-1 15,0 2-15,1 5 0,-1 4 0,2 3 16,-1 1-16,-1 3 0,4 0 0,-1 4 16,-1 3-16,1-1 0,-3 1 15,2-3-15,-4-2 0,0-4 0,0-3 16,-2-2-16,-2-2 0,-1-2 0,1-2 16,-5-1-16,2-3 0,-4 3 0,-2-6 15,-5 5-15,1-5 0,-7 0 16,-1 0-16,-3 2 0,-3-2 0,0 2 15,-4 2-15,-1 1 0,1 1 0,-7 5 16,5 0-16,6 5 0,4 2 0,1 4 16,2 4-16,4 1 0,11-3 0,5-2 15,4 0-15,8-4 0,3-5 16,3-2-16,10 0 0,-4-5 0,2-1 16,4-3-16,1-2 15,6-7-15,2-1 0,0-6 0,3 1 0,-3-2 0,0-5 16,-2 4-16,-4-1 0,-7 1 15,0 3-15,-6 2 0,-1-2 0,-6 6 16,-7 1-16,2 1 0,-8 3 16,-3 2-16,-1 0 0,-1 4 0,2-4 0,3 5 15,4-5-15,2 0 0,0 0 16</inkml:trace>
  <inkml:trace contextRef="#ctx0" brushRef="#br0" timeOffset="17002.56">18342 13350 0,'0'0'0,"-2"0"0,2-2 0,2 2 16,0 2-16,3-2 0,1 5 16,3-1-16,2 5 0,3 2 0,3 0 15,3 7-15,13 10 0,0 5 0,5 1 16,-3 1-16,13 9 0,-3-4 0,-8-1 15,0-10-15,-3 0 0,-6-10 0,-1-1 16,-5-2-16,-2-5 0,-5-3 16,-4 1-16,-2-7 0,-5 3 0,1-1 15,-1-4-15,-4 0 0,0 0 0,0-4 16,-2-3-16,0-2 0,-3 1 0,1-3 16,-3-3-16,3 1 0,-1-2 0,1-5 15,-3-4-15,-1-7 0,-6-18 16,3-2-16,0 1 0,0-1 0,2 0 15,-4 1-15,-2-19 0,4 1 0,-2 2 16,-1-9-16,3 18 0,7 15 16,2 4-16,2 9 0,2-4 0,-2 3 15,4-1-15,-4-7 0,5 5 0,1-2 16,-1 6-16,4-4 0,2 9 0,2 2 16,4 6-16,3 8 0,2 1 0,3-2 15,-1 2-15,0 5 0,3-2 0,1 2 16,3 2-16,2-3 0,2 1 0,7 2 15,9 5-15,9-3 0,1 0 16,1-2-16,-5 0 0,3 0 0,2 0 16,-1-2-16,3 0 0,-4-1 0,-1-1 15,-6 2-15,-2-7 0,-7 2 0,-6 3 16,-8-3-16,-5 3 0,-1 2 0,-4 0 16,-3-3-16,-6 5 0,-4 0 0,-3 2 15,-1 1-15,-8 1 0,1 0 16,-3 1-16,5-1 0</inkml:trace>
  <inkml:trace contextRef="#ctx0" brushRef="#br0" timeOffset="17416.09">19606 13055 0,'0'0'0,"2"0"0,-2 0 0,2 0 15,-2 0-15,4 2 0,-1 3 0,-1 3 16,0 1-16,-2 0 0,0 6 0,0 1 16,-4 2-16,1 1 0,-1 3 0,-5 5 15,3-1-15,-5-4 0,0-2 16,0 0-16,2-2 0,-5-3 0,1 1 15,4-1-15,1 3 0,-1-3 0,4 1 16,1 3-16,2 1 0,2 2 0,2-2 16,2 4-16,3 1 0,4-1 15,2 0-15,9 0 0,5-2 0,1-4 0,3-2 16,0-5 0,2-5-16,0-1 0,0-8 0,0 1 0,-4-2 15,0-1-15,-5-3 0,-2-4 0,-2 1 0,-5-4 16,-1 2-1,-3 0-15,-5-3 0,-1 5 0,-1 0 0,0 0 0,-4 0 0,-2 0 16,-2 2-16,2-2 0,-3 2 0</inkml:trace>
  <inkml:trace contextRef="#ctx0" brushRef="#br0" timeOffset="17797.66">20077 12903 0,'3'-2'0,"-1"-1"0,2 1 0,1-2 0,-1 2 0,1 2 0,-1 0 16,0 4-16,-4 0 0,0 3 16,0 2-16,-6 2 0,1-2 0,-4 6 15,-4-2-15,-2 1 0,-1 1 0,-8 5 16,-2-2-16,-1-1 0,1-4 0,-5 1 15,2-3-15,-6 0 0,-3-3 0,-12-1 16,-3-5-16,2-4 0,5-2 0,2-1 16,2 1-16,4-1 0,3 3 15,2 0-15,2 2 0,-4 2 0,4 0 16,-2 5-16,4 4 0,3-2 0,2 4 16,8-4-16,1 2 0,6-2 0,0 2 15,5-2-15,-1-1 0,-1 6 0,1-3 16,5 2-16,0 0 0,0 0 0,5-2 15,-3 3-15,2-6 0,1 6 16,1-3-16,3 0 0,0-2 0,0 2 16,2 0-16,-2 2 0,2-4 0</inkml:trace>
  <inkml:trace contextRef="#ctx0" brushRef="#br0" timeOffset="18325.28">20812 13507 0,'0'-4'0,"0"4"0,0 0 0,-5-5 0,3 3 16,0 0-16,0 0 0,2-3 0,2 3 15,2-2-15,5-1 0,7 1 0,3-3 16,6 0-16,10-4 0,0 0 15,3 3-15,-1 1 0,-2-2 0,5 3 16,-2-1-16,-3 0 0,0 1 0,-4 1 16,-2 3-16,-5 0 0,-6-3 15,-5 3-15,-4 0 0,-5 2 0,-4-2 16,-2 2-16,0-2 0,-1-1 0</inkml:trace>
  <inkml:trace contextRef="#ctx0" brushRef="#br0" timeOffset="18500.99">20869 13326 0,'0'-2'0,"0"2"0,0 0 0,4-4 0,1-1 16,1 3-16,8-2 0,1-1 15,5 1-15,0-3 0,11 3 0,-3-1 16,1 1-16,2-1 0,-2 5 0,-3-2 16,3 0-16,-5 2 0,-2 0 0,-2 0 15,-3 2-15,-6-4 0,0 2 16,0 2-16</inkml:trace>
  <inkml:trace contextRef="#ctx0" brushRef="#br0" timeOffset="19954.9">21597 13353 0,'0'-3'0,"0"1"0,0 2 0,2-2 0,-2 2 16,2 0-16,0 2 0,3 0 0,-1 5 16,3 4-16,1 2 0,6 12 0,1 10 15,5 2-15,0 3 0,0 0 0,2 2 16,6 6-16,-1-4 0,-1-4 0,-1-7 16,-1-4-16,-4-1 0,-3-3 15,-3-6-15,-6-3 0,1-7 0,0-3 16,-5 1-16,1-5 0,-3 0 0,0-4 15,-2-5-15,0-1 0,0-6 0,-2-1 16,4 2-16,-2-3 0,0-4 0,0 1 16,0-6-16,-2-3 0,0-16 15,-3-3-15,3-3 0,-2-3 0,4-5 16,-7-6-16,1-24 0,-1 2 0,-8-22 16,6 16-16,-2 12 0,2 7 0,-4 12 15,-1-1-15,1 9 0,-2 0 0,-1 9 16,1 2-16,-5 5 0,-2 4 15,2 0-15,2 4 0,12-9 0,4 1 16,4-1-16,7 5 0,2 5 0,0 3 16,4 6-16,3-1 0,6 9 0,0 2 15,9 4-15,3 5 0,8 0 0,17 7 16,6-3-16,-1 1 0,0-3 16,9 5-16,35 4 0,-2-5 0,-22-3 15,9-3-15,-11 0 0,-3 0 0,3-3 16,0 1-16,-3 0 0,-1 0 0,-1-5 15,-4 1-15,-9 1 0,-2 3 0,-2 2 16,-5 2-16,-2-4 0,-8 2 16,-5-5-16,-7 3 0,-9 0 0,-1 0 15,-8 4-15,-1 2 0,-5 1 0,-7 2 16,3 1-16,-3 1 0,3 2 0</inkml:trace>
  <inkml:trace contextRef="#ctx0" brushRef="#br0" timeOffset="20451.39">22245 12965 0,'-2'0'0,"-3"-3"0,5 3 0,-4-2 0,-1 0 16,1 0-16,2 2 0,0 0 16,-1 0-16,1 2 0,2 2 0,0 5 15,2 7-15,3 6 0,-3-2 0,0 6 16,3 0-16,-1 14 0,0-2 0,-1-1 15,1-4-15,-2-4 0,0-5 16,1-2-16,-1-2 0,0-2 0,0-3 16,0-4-16,-2-2 0,0 2 0,0-4 15,-2-1-15,2-1 0,0-1 0,2-2 16,1-2-16,3 0 0,-1 0 0</inkml:trace>
  <inkml:trace contextRef="#ctx0" brushRef="#br0" timeOffset="20800.84">22606 12980 0,'-2'-2'0,"0"-5"0,2 7 0,-4-6 0,1-5 0,-1 2 15,0-4-15,4 4 0,-5-2 16,5 2-16,2 2 0,1 1 0,1 1 16,7 3-16,-2 0 0,2 0 0,2 4 15,3 0-15,-3 2 0,2 7 0,-2 0 16,1 3-16,-1-1 0,-2 2 0,-2 5 15,-3 7-15,-1 1 0,-7 5 16,-1 0-16,-5 1 0,-3-1 0,-1 0 16,1-5-16,0-1 0,0-5 0,0-2 15,3-3-15,1-1 0,5-3 0,2-2 16,2 0-16,5-4 0,1-1 0,6 1 16,3-5-16,8 3 0,1-5 0,3 0 15,1 0-15,4 0 0,-4-3 16,4 1-16,-4-2 0,-3-1 0,-3-1 15,0 1-15,-4-1 0,0-3 0,0 2 16,0 1-16,-3-5 0,1 0 0,-3 0 16,1-7-16</inkml:trace>
  <inkml:trace contextRef="#ctx0" brushRef="#br0" timeOffset="21070.42">23358 12927 0,'0'2'0,"-2"-4"0,2 2 0,-2 0 0,-3-2 0,-3 0 0,-1-3 16,-2 5-16,-2 0 0,-5 0 0,3 0 15,-3 2-15,0 1 0,1 1 16,-1 1-16,0 3 0,7 1 0,5-2 16,3 2-16,6 2 0,6 0 0,4 4 15,7 3-15,-1 2 0,12 6 0,-2 0 16,0 1-16,-5 2 0,0-3 16,-4 3-16,0-3 0,-7-2 0,0-2 15,-8-2-15,-5-4 0,-5 1 0,-1-3 16,-8-1-16,-1 0 0,0-2 0,-7-2 15,2 2-15,-2-7 0,2 3 0,0-3 16,0-1-16,0-6 0,3-1 16,1-3-16,5-1 0,-2-1 0,2 0 15,2 0 1</inkml:trace>
  <inkml:trace contextRef="#ctx0" brushRef="#br0" timeOffset="21229.36">23226 12960 0,'0'-2'0,"0"2"0,0-2 0,4 0 0,-1-1 0,3 1 0,3 0 16,4-2-16,3 1 0,4 1 0,2 0 16,2 0-16,9 0 0,0 2 0,0 0 15,0 0-15,-2 0 0,-2 0 32,-3 0-32,-2 2 0,1 0 0,-6 0 15,1 0-15,-4 1 0,1-3 0</inkml:trace>
  <inkml:trace contextRef="#ctx0" brushRef="#br0" timeOffset="21563.42">23784 13044 0,'-2'0'0,"-1"2"0,-3 3 0,-1 3 0,-4 3 16,2 5-16,1-1 0,3 5 0,1 0 15,2 9-15,8-3 0,1 1 0,4-3 16,0-4-16,4-1 0,1 1 0,1-6 15,1-1-15,0-2 0,1-2 16,3-3-16,1-1 0,-4-5 0,6 0 16,-6-5-16,6 1 0,-5-5 0,-1 0 15,-1-2-15,0-4 0,-3-1 0,-2-6 16,-2-4-16,-2-7 0,-4 0 0,-5-5 16,-7-8-16,-6 4 0,-3 2 15,-4 12-15,-4 3 0,-4 10 0,-1 4 16,-2 2-16,-2 5 0,2 1 0,0 6 15,3-1-15,3 5 0,1-1 0,4 5 16,5 2-16,2-4 16,2 9-16,6-5 0,-2 5 0,3 6 0,4 9 15,-2 9-15,0 0 0,-3-2 0,1 1 16</inkml:trace>
  <inkml:trace contextRef="#ctx0" brushRef="#br0" timeOffset="22631.46">24622 13156 0,'0'-2'0,"-5"0"0,3 0 0,0 0 15,-3-1-15,5 3 0,0 0 0,0 3 16,3 1-16,1 5 0,3 4 16,-1 2-16,5 8 0,3-1 0,5 8 15,1-1-15,2 0 0,3-1 0,1 3 16,0 2-16,10 14 0,-5-8 15,-5-3-15,-4-5 0,-4-5 0,-5-6 0,-2 0 16,-2-7-16,0-2 16,-3-2-16,-4-5 0,1-2 0,-3-4 0,2-2 15,-2-7-15,2-3 0,2 3 0,-1-4 16,1-11-16,-2 6 0,1-5 16,-3-3-16,-3-16 0,3 0 0,0 2 15,3-7-15,-3-2 0,0-8 0,-5-25 16,-4 5-16,-2-23 0,7 21 0,2 6 15,-1 9-15,-3 8 0,-1 10 0,-2 4 16,1 6-16,-3 5 0,4 0 0,0 4 16,1-4-16,3-2 0,3 0 15,0-3-15,5 5 0,-1 0 0,5 5 16,2 3-16,2 5 0,5 3 0,4 4 16,2 4-16,12 7 0,1 2 0,7-3 15,16 6-15,1-1 0,8 2 0,-5 1 16,6-3-16,14-2 0,-5 0 0,1-5 15,1 5-15,3 3 0,2-6 16,-2 3-16,6 0 0,-4 3 0,0-6 16,-8 3-16,-8 0 0,-10-2 0,-3 2 15,-9 2-15,-8-2 16,-9 5-16,-7-7 0,-4-3 0,-7 3 0,-2-2 0,-2-1 16,-4 3-16,-1-2 0,0-1 0,-4 1 15,-2 2-15,-2-1 16,-3 3-16,-4 0 0,0 5 0,-2-1 0,6 3 15</inkml:trace>
  <inkml:trace contextRef="#ctx0" brushRef="#br0" timeOffset="23108.36">25484 12947 0,'0'-2'0,"0"-3"0,-2 1 0,-1-3 0,3 1 0,0-3 16,5-2-16,-1-2 0,3-5 0,4 0 16,6-10-16,1 1 0,6 1 0,1 4 15,1-3-15,3 8 0,-3-1 0,3 5 16,-3 4-16,3 3 0,0 6 0,-1 0 15,-3 4-15,-1 5 0,0 6 16,-4 5-16,-5 13 0,-4 2 0,-4 1 16,-9 1-16,-3-4 0,-8 5 0,-7-3 15,-2 5-15,-4 4 0,-7 6 0,0 6 16,2-12-16,7-5 0,-1-1 16,1-9-16,0-3 0,2-8 0,2 1 15,2-3-15,7-1 0,5-1 0,3-1 16,3-4-16,0-1 0,7 1 0,6-2 15,3-3-15,6-2 0,2-2 0,5-2 16,4 0-16,6-5 0,19-1 16,1-1-16,-4 2 0,-2 3 0,-6-1 15,-10 1-15,-2 0 0,-10 4 0,-1-5 16,-4 5-16,-7-4 0,-4 2 0,0 2 16,-1 0-16,-1 0 0,-3 0 0,1 0 15,-3 2-15,-2 2 0,2 1 16,-2-1-16,5 0 0</inkml:trace>
  <inkml:trace contextRef="#ctx0" brushRef="#br0" timeOffset="23636.32">27354 13388 0,'-3'-2'0,"3"-3"0,-4 3 0,4 0 0,0-3 0,4 1 0,3 0 0,4-3 0,4 3 16,3-1-16,6 1 0,7-1 31,2-1-31,0 4 0,3-1 0,-8 1 16,3 0-16,0 0 0,0 0 0,-3 2 16,-1-3-16,-3 3 0,0-2 0,-8 2 15,-1-2-15,-6 0 0,-4 0 16,-8-1-16,-1-3 0,0 1 0,1-6 15</inkml:trace>
  <inkml:trace contextRef="#ctx0" brushRef="#br0" timeOffset="23779.77">27342 13167 0,'0'0'0,"0"-2"0,0 2 0,5-2 0,2 4 0,4-2 0,4-2 16,3 0-16,6-3 0,13-1 15,3 1-15,-2-1 0,-3 1 0,-2 1 16,0-3-16,-4 1 0,1 4 0,-1-1 15,0 3-15,-3-2 0,-1 2 16,-3-4-16,-3-1 0,-3-1 0,-1 1 16</inkml:trace>
  <inkml:trace contextRef="#ctx0" brushRef="#br0" timeOffset="24177.34">29040 12515 0,'0'-7'0,"2"-2"0,1 1 0,-3-1 15,0-2-15,0 2 0,-5-2 0,-1 0 16,-5 4-16,-5 1 0,-4 8 0,-2 2 16,-6 5-16,-17 4 0,4-2 15,-1 5-15,6-3 0,1 2 0,6-1 16,7-1-16,5 0 0,1 0 0,8-2 15,5 0-15,6 0 0,1 5 0,9 1 16,5 5-16,2 3 16,2 3-16,0 1 0,0 4 0,2 0 0,7 7 15,0-5-15,-3-4 0,-5-7 0,-6 1 16,-8-3-16,-5-3 0,-4 1 0,-6 2 16,-5 3-16,0-1 0,-9-4 0,4 2 15,-3 0-15,-3-7 16,0-4-16,-5-4 0,1-1 15,-3-1-15,-2-3 0,0-2 0,3-2 0,-1-3 0,7-6 16,2-2-16,5-2 0,4-3 0,-1-2 16,8 0-16,4-4 0,4-2 0,-1 2 15</inkml:trace>
  <inkml:trace contextRef="#ctx0" brushRef="#br0" timeOffset="24368.42">28564 12482 0,'0'4'0,"-2"-4"0,2 2 0,0-4 0,2 2 0,2-2 0,5 0 0,7 0 16,1-3-16,10 3 0,10 0 0,7 4 15,3 0-15,1 0 0,12 1 0,15-1 16,-5 2-16,-10 1 0,-5-3 0,-7 2 16,1 5-16,-14-2 0,-4 4 0,-5-3 15,-1 1-15,-3 0 0</inkml:trace>
  <inkml:trace contextRef="#ctx0" brushRef="#br0" timeOffset="24781.77">29477 12733 0,'-2'-2'0,"-5"0"0,7 2 0,-11-5 15,-2 3-15,-3 2 0,-4 0 0,-2 4 16,-4 3-16,4 6 0,2 3 0,5 6 16,-1 0-16,5 2 0,0 3 15,7-5-15,4 2 0,-2-2 0,4 0 16,4 2-16,8-2 0,5 5 0,3-1 16,5 1-16,2-3 0,1-2 15,-1-4-15,2-1 0,-2-4 0,8-4 16,-6-4-16,0-3 0,0-4 0,-3-3 15,3-4-15,-4-4 0,1-4 0,-1-5 16,-3-7-16,-4-2 0,-2-2 0,-7-2 16,-3 2-16,-3-1 0,-7-3 0,-5 0 15,-19-8-15,-12-3 0,-13 8 0,-2 3 16,1 8-16,3 9 0,1 9 16,-1 5-16,3 3 0,-3 6 0,5 3 15,7 12-15,8 2 0,16 11 0,11 4 16,13 9-16,0-2 0,0 0 0,2-7 15,-4-6-15,2-5 0,2 2 0,5 3 16,1 2-16,1 4 0,-2 0 16</inkml:trace>
  <inkml:trace contextRef="#ctx0" brushRef="#br0" timeOffset="29543.59">10109 12497 0,'-2'2'0,"0"-2"0,2-2 0,-2 0 0,-1 2 0,1 0 0,0 4 0,0 1 0,0-1 16,-3 3-16,1 4 0,-1 2 0,-3 5 16,1 6-16,-6 16 0,0 2 0,-3 2 15,-4 4-15,-2 5 0,-13 11 16,0 4-16,-12 18 0,3-2 0,2-7 16,5-11-16,-16-6 0,4-5 0,-3-4 15,1 2-15,2 0 0,10-7 0,-1 0 16,7-6-16,2-7 0,2-7 15,1-4-15,3-2 0,3 0 16,7-4-16,2-1 0,2-2 0,6-6 0,3-5 16,0 0-16,4-4 0,0-5 0,7-4 15,2-4-15,-2 2 0,4-5 0,3-6 16,-1-7-16,5-2 0,0-7 16,4-15-16,0 2 15,-4 5-15,-4 6 0,-1 4 0,-4 5 0,-2 7 0,-5 4 16,-2 6-1,-4 5-15,-2 5 0,-3 1 0,-2 5 0,-4 5 0,0 4 32,2-5-32,0 5 0,-2 2 0,2 4 0,0 5 15,2 0-15,4 2 0,-1-2 16,6 4-16,2 0 0,7-2 0,0 0 16,2-2-16,4 0 0,3-4 0,2-1 15,15 3-15,-2-7 0,2 0 0,5-5 16,-5-1-16,3-1 0,-3-4 0,0 0 15,-6-2-15,-1 0 0,-1-1 16,-3 1-16,-4 2 0,-2 0 0,-1-2 16,1 2-16,-3 0 0</inkml:trace>
  <inkml:trace contextRef="#ctx0" brushRef="#br0" timeOffset="31529.32">6405 14519 0,'0'0'0,"0"0"0,0 0 0,0-2 0,0 2 0,0 0 0,-2 2 15,2-2-15,-2 4 0,2 1 0,-2 4 16,2 2-16,-5 2 0,1 2 0,4 5 16,0 2-16,0 2 0,2 10 15,5-4-15,-7 1 0,4-2 0,3-3 16,-3 1-16,3-3 0,-3 0 0,0-4 15,3 0-15,2-5 0,-5 3 0,5-2 16,-2-3-16,-1-2 0,3 2 0,-5-2 16,3-2-16,-5 2 0,3-4 15,-3-1-15,2 3 0,-1-2 0,-1-1 16,0-1-16,-2 1 0,4-1 0,-4 1 16,-4-1-16,4-1 0,0 0 0,-2 1 15,2-3-15,0 0 0,0 1 16,0-3-16,-2-5 0,-1 3 0,3 0 15,3 6-15,-1-2 0,0 1 0,2-3 16,1 0-16,1 0 0,-3 2 0,-1 0 16,0-2-16</inkml:trace>
  <inkml:trace contextRef="#ctx0" brushRef="#br0" timeOffset="31972.01">6762 14914 0,'0'-3'0,"0"3"0,-4 0 16,2 0-16,2 0 0,-5 3 0,5 1 15,0 3-15,-6 2 0,6 2 0,-3 0 16,1 4-16,2 3 0,2-3 16,1 5-16,3-5 0,-1 3 0,4 2 15,6-7-15,-2 3 0,5-5 0,4-3 16,-2-3-16,6-3 0,-6-4 0,2-3 15,0 1-15,0-7 0,-2 2 0,-5-4 16,1 0-16,-5-3 0,0 1 16,-2-3-16,0 0 0,-9-1 0,2 1 15,-2-2-15,-2 0 0,-5 5 16,-2 2-16,3 2 0,-3 2 0,-2 4 16,-3-1-16,-1 1 0,-5 5 0,-2 0 15,0 5-15,0-3 0,2 5 0,-6-1 16,6 5-16,0-2 0,7 4 0,0-2 15,-1 3-15,6 1 0,5 0 0,-1-1 16,8 1-16,-1-2 0,8 1 0,4-3 16,5 2-16,2-4 0,2-1 15,5-3-15,8-1 0,-1 1 0,-1-8 16,0 1-16,-2-2 0,2-5 0,-1 0 16,-1 0-16,0 1 0</inkml:trace>
  <inkml:trace contextRef="#ctx0" brushRef="#br0" timeOffset="32273.76">7452 14883 0,'-4'2'0,"2"-2"0,2 0 0,-2 0 0,-3 0 0,1 0 16,2 2-16,-5 0 0,0 5 0,1 0 16,1 4-16,1 0 0,0 2 0,1 0 15,3 0-15,-4 1 0,8-1 0,-1 0 16,1-2-16,3 0 16,1-2-16,6 0 0,-3-5 0,2-2 0,2 1 0,3-8 15,0 1-15,1-3 0,6-6 16,-3 0-16,-9 2 0,9-9 0,-7 0 15,-4 2-15,-2 1 0,-4-1 16,-3 5-16,-4 2 0,-3 0 0,-1 0 16,-5 2-16,0 2 0,-5 3 0,-4 2 0,3 0 15,-3 4-15,0 0 0,2 2 16,1 1-16,-1-1 0,0 1 0,5 1 16,2 1-16,2-1 0,3 1 0,1 0 15,5 1-15,3-1 0,3 2 0,5-3 16,5 3-16,-3-4 0,9 4 15,-9-3 1</inkml:trace>
  <inkml:trace contextRef="#ctx0" brushRef="#br0" timeOffset="32543.84">8231 14870 0,'0'0'0,"0"-3"0,0 3 0,0-2 15,0 0-15,0-2 0,0 4 0,0-5 31,-2 5-31,2-2 0,-3 2 0,1 2 16,0 0-16,0 3 0,-3 4 0,3-1 16,-2 3-16,1 3 0,-1 3 0,2 1 15,-3 0-15,3 10 0,0 1 16,2-3-16,0 3 0,0-3 0,0 1 16,2-3-16,0 0 0,-2-2 0,0-2 15,3 0-15,-1-4 0,-2 1 0,0-1 16,0-3-16,0-2 0,-2 0 0,-1-2 15,3-3-15,-2 1 0,2-5 16,-2 0-16,2-2 0,0-2 0,-4 0 16,-3 0-16,0 2 0</inkml:trace>
  <inkml:trace contextRef="#ctx0" brushRef="#br0" timeOffset="32734.01">7955 14905 0,'0'0'0,"0"2"0,0-2 0,0 0 0,7 0 15,-1 4-15,5 3 0,7-3 0,-5 5 16,9 5-16,7 3 0,0 1 0,2 2 16,-3 2-16,1 0 0,-1 2 15,1-2-15,0 0 0,-3 0 0,10 2 16,-10-2-16,0-2 0,-3-4 0,-6-1 16,-4-4-16,-4 0 0,-2 0 0,-1 0 15,3-2-15</inkml:trace>
  <inkml:trace contextRef="#ctx0" brushRef="#br0" timeOffset="33834.78">9095 14656 0,'0'-2'0,"0"2"0,0 0 0,2 0 0,3 2 0,-5 2 15,4 3-15,0 2 0,1 2 0,-1 2 16,1 2-16,-1 3 0,1 0 0,1 8 15,1-2-15,-3 0 0,-2-1 16,1-1-16,-3-3 0,-3 1 0,1-2 16,0-3-16,-2 1 0,-3-3 0,0 0 15,1-4-15,-3 0 0,0 0 0,5-3 16,-7 3-16,6-4 0,-1 3 0,1-1 16,1 2-16,4 0 0,0-3 0,4 3 15,3 2-15,2-2 0,2 0 16,2 0-16,5-3 0,1 3 0,6-5 15,-1-1-15,2-1 0,1-2 0,-3-5 16,0 1-16,1-3 0,-3-1 0,-3 1 16,-1-4-16,-2 0 0,-1 0 0,-2-2 15,0-1-15,-2-1 0,-2-3 0,-2 3 16,-1-1-16,1 3 0</inkml:trace>
  <inkml:trace contextRef="#ctx0" brushRef="#br0" timeOffset="34184.46">9684 14404 0,'2'0'0,"-2"-2"0,0 2 0,2-2 0,0 2 0,-2 0 0,3 2 16,-1 5-16,-4-1 0,-1 3 16,-1 0-1,-3 4-15,-1-2 0,-4 5 0,-1-1 16,0 1-16,-7 6 0,0 0 15,-4 0-15,2-2 0,-2-5 0,0 3 16,-1-5-16,-1-2 0,-1-4 0,1-3 16,-1 0-16,1-4 0,-3-4 0,-10-3 15,-1-4-15,0-2 0,1 0 0,-1 2 16,7 0-16,6 2 0,3 5 0,4 4 16,5 0-16,-1 4 0,3 3 15,2 1-15,0-1 0,0 4 0,2 0 16,-2 4-16,2-1 0,-2 1 0,3-2 15,1 3-15,3-1 0,-1-2 0,3 3 16,0-3-16,2 3 0,4-1 0,1 0 16,-1 1-16,3 2 0,-1-1 15,-4 3-15</inkml:trace>
  <inkml:trace contextRef="#ctx0" brushRef="#br0" timeOffset="34806.46">9386 15438 0,'-4'0'0,"1"0"0,3 0 0,-4 3 0,0-1 0,1-2 0,1 0 0,2 0 16,-2 0-16,4-2 0,-2-1 0,5 1 15,-1 0-15,0-5 0,1 3 0,2 0 16,-1-1-16,3 1 0,0 2 0,0-3 16,2 3-1,0 0-15,-3 2 0,6 0 0,-3 4 0,0-2 0,0 3 16,0 1-16,-2 1 0,-1 4 0,-1-2 16,-3 4-16,-1-2 0,-3 5 0,0-3 15,-3 2-15,1-2 0,-4 3 0,-3-1 16,0-1-16,0 1 0,-2-4 15,0 2-15,-2 0 0,2-2 16,0-2-16,2-4 0,5 1 0,-1 1 0,1-5 16,2 3-16,2-3 0,2 0 0,0 0 31,5-2-31,1 2 0,3-2 0,5 0 0,2 0 0,4-2 0,6 0 16,3 0-16,2 0 0,-4-3 0,-1 3 15,-1 0-15,-3 0 0,-2-1 0,0 1 16,-4 0-16,0 2 0,-5-5 0,-2 3 15,0 2-15,-2-2 0,-5 2 16,-2 2-16,0 0 0,1 3 0,-1-1 0</inkml:trace>
  <inkml:trace contextRef="#ctx0" brushRef="#br0" timeOffset="35319.19">10094 15317 0,'-2'0'0,"2"-2"0,0 2 0,2-2 0,2 2 0,3-2 0,2-1 0,4 1 15,0-2-15,3 2 0,1-3 0,3 3 16,7-2-16,-1-1 0,5-2 15,-7 5-15,3-2 0,-5-1 0,0 3 16,-5-2-16,-1 2 0,-7-1 0,-3 3 16,-6-2-16,-2 0 0,-7 0 0,0 2 15,-2-2-15,0-1 0,0 1 0,0 0 16</inkml:trace>
  <inkml:trace contextRef="#ctx0" brushRef="#br0" timeOffset="35443.76">10131 15269 0,'-2'-5'0,"-4"3"0,-1-5 15,0 1-15,-2-3 0,3 0 0,-1 3 16,5-3-16,2 2 0,2-4 0,5 0 15,2 0-15,2-2 0,4 0 16,3-1-16,8-1 0,3 2 0,2-1 16,2 3-16,-2 3 0,0-1 0,-1 0 15,-3 2-15,-5 1 0,-4 1 0</inkml:trace>
  <inkml:trace contextRef="#ctx0" brushRef="#br0" timeOffset="36852.69">10883 14642 0,'-2'0'0,"2"-4"0,-4 0 0,4-5 0,-5-2 0,5 2 16,0-2-16,2-2 0,1 2 15,1-3-15,-2 3 0,3-2 0,-1 2 16,0 2-16,1 1 16,1-1-16,1 2 0,0 1 0,-1 1 15,3 1-15,-2 2 0,2 2 0,-1 2 16,1 2-16,2 3 0,0 2 0,2 4 16,-2 4-16,3 1 0,-1 6 0,0 14 15,0 1-15,-2-3 0,-2-1 0,-2 0 0,-5-2 16,-2-2-16,0-2 0,-4-3 15,-3-1-15,-2-1 0,0-4 0,1-3 16,-3 3-16,0-4 0,2-3 0,-2 2 0,2-6 16,0 2-16,2-4 0,1-3 15,1-2-15,3-6 0,2 2 0,0 0 16,0 2-16,0 4 0,0 0 0,5-1 16,1-3-16,3 2 0,2 0 0,2-2 15,7-2 1,7-3-16,-5 5 0,9-6 0,2 1 0,-5-1 0,3-1 0,-2 3 15,-5-1 1,0 3-16,-4-2 0,0 1 0,-2 1 0,-3 0 0,-4 2 16,0 0-16,-2 0 0,0 2 0,-5 0 15,1 1-15,-3-1 0,-2 0 0,0 0 16,0 3-16,2-3 0,0 0 0,-2-2 16,5 0-16,-3 0 0,2 0 0</inkml:trace>
  <inkml:trace contextRef="#ctx0" brushRef="#br0" timeOffset="37186.11">11562 14878 0,'-2'0'0,"2"-2"0,0 2 15,-2-2-15,2 0 0,-2 2 0,2 2 16,0 0-16,0 0 0,0 3 16,0-1-16,2 1 0,0 3 0,2-1 15,3 2-15,2 0 0,0 2 0,2-2 16,0 2-16,2-3 0,0-1 0,3 0 15,-3-5-15,0 0 0,0-2 0,3-2 16,-3-5-16,-2 1 0,2-1 16,-2-2-16,-2 0 0,0-4 0,-2-2 15,-3 4-15,0 0 0,-4 0 0,-2-3 16,0 3-16,-2 0 0,-5 0 0,0 2 16,-2 3-16,-2-1 0,-3 3 15,1-1-15,-5 5 0,0 3 0,0 1 16,0 0-16,1 1 0,-1-1 0,4 3 15,1 2-15,2-3 0,6 3 0,0 0 16,5 0-16,7 2 0,1-2 0,3-1 16,6 3-16,3-2 0,2-2 0,2 0 15,2-1-15,-2-1 0,-2-1 16</inkml:trace>
  <inkml:trace contextRef="#ctx0" brushRef="#br0" timeOffset="37503.25">12061 14848 0,'0'0'0,"-3"0"0,3 0 0,-2 0 15,-2-3-15,-1 3 0,1 3 0,2-3 16,-3 4-16,1 0 0,2-1 16,0 1-16,2 3 0,0-3 15,4 3-15,0-1 0,3-1 0,2-1 0,0 3 16,4-3-16,0-2 0,0 0 16,3-2-16,-1 0 0,-2-2 0,3 0 0,-1-2 15,-2-3-15,1 3 16,-3-3-16,2-2 0,-4 0 0,-3 1 0,-1-1 15,-3 0-15,-4-2 0,0 0 0,-3 2 16,-4-2-16,-2 4 0,0 1 0,-2-3 16,0 5-16,-3-1 0,1 3 15,0 0-15,-1 0 0,1 2 0,1 2 16,3 0-16,3 2 0,1 1 0,0 1 16,5 1-16,0 0 0,0 1 0,4 1 15,0 2-15,-2 0 0,2-2 0</inkml:trace>
  <inkml:trace contextRef="#ctx0" brushRef="#br0" timeOffset="41475.07">12396 11606 0,'0'3'0,"-2"-3"0,2 2 0,0 0 0,0-2 0,0 4 15,0-1-15,2 1 0,-2 3 0,0-1 16,0 1-16,0 2 0,0 0 0,0-1 16,-2 3-16,-1-2 0,-1 0 15,2 2-15,-5-2 0,0-3 0,-1 3 16,-3-2-16,-3 0 0,-1-1 0,-3-1 16,-2-3-16,-6 0 0,0-2 0,-3 0 15,2 0-15,1-4 0,-5-3 0,0 3 16,-4-3-16,-3-2 0,-8-4 0,0-3 15,0-1 1,4-1-16,0-2 0,4 0 0,-1-4 16,8 2-16,0-2 0,2 6 0,-2 1 15,-4-1-15,-5-2 0,1 2 0,-1 3 16,7-3-16,-2 5 0,4 0 0,0 2 0,2-2 0,-6 2 16,-2 2-16,-8 0 15,-1 0-15,0 3 0,2-3 0,0 2 0,4-2 16,-2 5-16,-4 0 0,-7 1 15,-2 3-15,-5-4 0,3 0 0,4-3 16,2 2-16,1 8 0,-8-3 0,-4 2 0,-4-4 16,2-3-16,5 3 0,-1 2 0,1 2 15,-7 0-15,-5 3 0,7-10 0,2 1 16,3 4-16,-7 4 0,-7 1 16,0-1-16,3-8 0,6 4 0,-5 4 15,-6 1-15,3-3 0,-1 0 0,0-2 16,3-2-16,-8-5 0,1 5 0,4-5 15,5 3-15,0 4 0,4-7 0,-7 3 16,-2 0-16,5-7 0,4 2 16,2-4-1,1 2-15,-10-3 0,1 3 16,8-4-16,5 2 0,6-3 0,0 1 16,-4-3-16,-7-2 0,3-4 0,1 0 15,10 2-15,8-3 0,3-1 0,-1-5 16,1 2-16,1-4 0,-3-2 15,4-5-15,6-6 0,2-2 0,5 1 16,5 1-16,6 6 0,4 3 0,3-5 16,-1-4-16,1-3 0,4 1 0,0-3 15,4 7-15,1 2 0,3 4 0,3-1 16,-4-1-16,2-2 0,0-2 0,4-4 16,2 6-16,5 2 0,5 3 15,-1 8-15,2 2 0,1 3 0,6-2 16,-5-1-16,1 3 0,2 0 0,-7 4 15,0 0-15,1 7 0,1-3 0,3 8 16,8 3-16,7 3 0,1-2 16,1 1-16,-9 1 0,-1 0 0,-1 2 15,-6 2-15,-1-2 0,3 0 0,0 2 16,6 1-16,1 3 0,2-4 0,-5 1 16,-4 1-16,-3-4 0,-1 4 0,1-1 15,-8-1-15,2 2 0,-4-2 16,0 3-16,-3-5 0,-4 4 0,5-4 15,-8 0-15,1 0 0,2-2 0,-4 0 16,-1-3-16,1 3 0,-5-4 0,0 1 16,-2-1-16,-2-5 0,0 0 0,-5-3 15,1 1-15,-5-2 0,0-3 0,-2 0 16,-3 1-16,1-3 0,-3 2 16,-2 1-16,-2-1 0,0 3 0,-2 1 15,0-1-15,-3 6 0,3-2 0,4 4 16,-2 1-16,4 1 0,3 5 0,2-2 15,4 4-15,2 1 0,5-1 0,2 0 16,0 5-16,2-3 0,7 7 0,0-2 16,6 2-16,-1 0 0,3 2 15,3 0-15,0 3 0,-2-3 0,1 2 16,3 1-16,-2-3 0,9 7 0,-5-5 16,0 1-16,1-3 0,-5-2 0,2 0 15,-5-2-15,-1 0 0,-3 0 0,0-3 16,-2 3-16,-4 0 0,-1 0 0,-3 4 15,-1 2-15,-4 1 0,-1 4 16,-3-3-16,-1 1 0,-2-1 0,-2 3 16,2-4-16,-2 1 0,0 1 0,-2 0 15,4-5-15,1 2 0,-6 1 0,6-3 16,-1 2-16,-2-1 0,2 3 16,4-1-16,1-1 0,4-2 0</inkml:trace>
  <inkml:trace contextRef="#ctx0" brushRef="#br0" timeOffset="42384.94">10244 10281 0,'-2'0'0,"2"0"0,-5 0 0,5 0 0,-4 0 0,2 0 0,-1 5 31</inkml:trace>
  <inkml:trace contextRef="#ctx0" brushRef="#br0" timeOffset="44744.75">10753 9900 0,'-2'0'0,"2"-2"0,-2 2 0,-1-3 0,1 1 15,0 0-15,0 0 0,2-3 0,-2 3 16,2-2-16,0-1 0,0 1 0,2 0 16,2-1-16,1-1 0,1-1 0,3 0 15,0-2-15,6 1 0,-1-1 16,1 0-16,0-2 0,8-2 0,-1 0 15,2-3-15,0 3 0,0 0 0,5-1 16,2 1-16,2 2 0,2-2 16,16-3-16,-3 1 0,1 2 0,-5 0 0,-4 2 15,2 0-15,2 2 0,2 2 0,0 3 16,7-1-16,-2 3 0,0 2 16,-7 0-16,-5 0 0,-1 0 15,6 2-15,7-2 0,8-2 0,3 2 0,0-4 16,-7-1-16,-4 1 0,6-1 0,2-1 15,5-3-15,0 0 0,-4 0 16,-3 1-16,3 1 0,1 0 0,6 3 16,3 4-16,-6-2 0,-7 2 0,3 2 15,2-2-15,2 0 0,4 4 0,-6-1 16,-1 1-16,1 0 0,4-4 0,5 0 16,-1 0-16,-6 0 0,-2-2 0,-2 0 15,4-2-15,2-3 0,4 0 16,-8 3-16,-2-1 0,-3-1 0,0 4 15,5-3-15,2 1 0,-2-1 0,-9 3 16,-5 0-16,-4-2 0,5 1 0,-1 1 16,3 2-1,2-2-15,0 2 0,-7 2 0,-4-4 0,0 2 0,0-2 16,0 2-16,4 0 0,-4 0 0,0 0 16,-3-2-16,-3-1 0,-8-1 0,-1 2 15,-3 0-15,0-1 0,-2 1 0,-2 0 16,-2 0-16,-3 0 0,-2 2 15,-2-5-15,0 5 0,-2-4 0,0 4 16,-2-5-16,-3 3 0,-2 0 0,1 0 16,-3 0-16,-3-1 0,1-1 0,-2-1 15,-3 1-15,-2 0 0,-2-3 16,0 0-16,2-1 0,-2-1 0,-2 0 16,2-2-16,-2-2 0,-2 2 0,-5-5 15,4 5-15,3-2 0,2 4 0,-2 0 16,-3 1-16,1 1 0,6 5 0,0 0 15,0-1-15,1 3 0,3 3 0,-1-1 32,1 2-32,1 3 0,2-1 0,-1 1 0,6 2 0,-1 0 0,0-1 15,2 1-15,3-2 0,0 2 0,4 0 16,-3-1 0,3 1-16,3 0 0,-1 0 0,0 2 0,0-2 0,-2-1 0,3 1 15,-3 2-15,-3-2 0,4 0 16,-6 0-16,-1 0 0,-1-1 0,-2 1 15,-2 2-15,-2-2 16,0 4-16,-5-2 0,1 5 0,-3-3 16,2-2-16,-2 2 0,0 0 0,3-2 15,-3-2-15,2 0 0,3 0 0,0-2 16,-1-3-16,1 0 0,2-1 0,-1 1 16,1-2-16,2 0 0,0 3 0,0-3 15,0 2 1,0 1-16,0 4 0,2-1 0,-2 3 15</inkml:trace>
  <inkml:trace contextRef="#ctx0" brushRef="#br0" timeOffset="52541.83">15297 8958 0,'0'3'0,"0"-3"0,0 2 0,-2-2 0,-4 2 0,1-4 16,-4-3-16,3-1 0,1 1 0,-1-1 16,1-3-16,1 2 0,2-2 0,-1 3 15,1-3-15,2 0 0,-2-2 16,2 0-16,0 0 0,0 2 0,0-4 16,0 2-16,0-4 0,0-3 0,0 3 15,-2-3-15,-3 0 0,1-2 0,-3 3 16,-1-1-16,-6 1 0,-1-3 15,-5 2-15,-4-2 0,-5 0 0,-2 0 16,-13-6 0,-2 0-16,0-1 0,1 1 0,-5-3 0,-1 7 0,-6 4 0,-7-2 15,-2 5-15,2 0 0,9-1 0,8 3 16,-6 0-16,-4 2 0,-9-3 16,-11 3-16,17 3 0,-4-3 0,7 2 15,0 2-15,1 1 0,-7-1 0,-4-2 16,-3-2-16,10 4 0,7 3 0,5 2 15,4 4-15,-9 2 0,-2-6 0,-5 2 16,3-2-16,8 4 0,5 3 16,2-1-16,0 0 0,-2-1 0,-2-3 15,2-3-15,-5 3 0,5 5 0,2-1 16,1-8-16,-1-1 0,-2 5 16,-1 0-1,1 0-15,0 0 0,5 0 0,-1 0 16,2 3-16,-1-1 0,-3 2 15,2 5-15,-2-7 0,3 3 0,-3-1 16,4-2-16,5 3 0,2-1 0,3-2 16,-3 3-16,0-3 0,-4 2 0,-3 1 15,-4-1-15,-2 1 0,0-3 16,7 0-16,-1 0 0,3-2 0,0 2 16,-1-2-16,-3 0 0,-3-2 0,0 4 15,0 1-15,2 1 0,7 0 0,0 1 16,4 2-16,3-5 0,-3 2 0,-2-2 15,-2 3-15,-2-1 0,0 1 16,-5-1-16,3 0 0,1-1 0,1 1 16,4-2-16,0 0 0,3-2 0,-5 0 15,-1 0-15,-3 0 0,-5 0 0,2 0 16,1 3-16,-1-1 0,3 4 0,6-1 16,2-1-16,0 1 0,1 1 15,-3 3-15,-7 0 0,-4 0 0,-6-3 16,-1 1-16,8-5 0,1 3 0,5-5 15,-1 4-15,-1-2 0,-5 3 16,-13-5-16,2 0 0,-2 0 0,6-3 16,10 3-16,-1 0 0,7 0 0,-5 3 15,-6 1-15,-2-2 0,-5 0 0,3 1 16,4-3-16,4 2 0,2-2 0,3 0 16,0 2-16,-9 0 0,-2-2 0,-7 0 15,2-2-15,2 0 0,7-5 16,-2 3-16,5 2 0,-5-1 0,-7 3 15,0 0-15,-2 0 0,5-2 0,4 2 16,4 0-16,2 2 0,-3-2 0,-8 5 16,-4-3-16,0 2 0,3-1 15,5 1-15,6-2 0,3 3 0,-1-1 16,-5 3-16,-4 1 0,-1-3 0,1 2 16,7-7-16,-1-3 0,9 1 0,2-2 15,3-3-15,2 0 0,-1 3 0,5-5 16,-4 3-16,0-3 0,0-2 0,2 4 15,-3-4-15,3 2 16,5-2-16,-3 0 0,4 2 16,5-2-16,0 3 0,5-1 0,-1-2 0,1 0 0,1 0 15,1 2-15,2-2 0,2 2 16,2 0-16,2 0 0,1 1 0,1-3 0,3-3 16,2 3-16,4-2 0,-1 2 15,3 0-15,1 0 0,4-4 0,-2 1 16,2-1-16,0-1 0,0 3 0,7 0 15,-10 2-15,6 2 0,-3 7 0,0 0 16,2 4-16,0 5 0,1-1 16,5 5-16,-3 0 0,6 2 0,0-1 15,2-6-15,-2 1 0,1-1 0,-4-1 16,-1-5-16,-5 4 0,-2-2 0,-6-2 16,-1 0-16,-4 0 0,-2-2 0,0 2 15,-5 0-15,1-2 0,-3 0 0,0 2 16,-6-2-16,1-1 0,-3-1 0,-1-3 15,-2 3-15,-2-3 0,-2 1 16,7-3-16,-8 2 0,3-2 0,-6-2 16,-1 3-16,0-6 0,-1 3 0,-1-2 15,0 0-15,0 0 0,5 2 0,-1 0 16,3 0-16,2 4 0,2-2 0,0 3 16,7 1-16,-2 1 0,1 2 15,6-1-15,3 3 0,3 3 0,4-1 16,3 4-16,4-1 0,-1-1 0,1 5 15,11 0 1,-2 2-16,2-5 0,-3 3 0,3-2 0,-2-1 0,0 1 0,-1-3 16,1 1-16,-3-1 0,-4 1 0,-2-3 15,-4 2-15,-3-1 0,-2 1 0,-4 0 16,-3 3-16,-2 0 0,-2 1 16,-2 6-16,-2-1 0,-3 5 0,-2-3 15,0 3-15,0-1 0,1 1 0,-1-5 31,0 3-31,2-1 0,1-4 0,4 0 16,-3-2-16,7 2 0,1 0 16,-1 0-16,2 2 0,1 3 0,-1-1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5649B-179A-5844-966C-5043922F18B1}" type="datetimeFigureOut">
              <a:rPr lang="en-GB" smtClean="0"/>
              <a:t>14/11/2025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2162A-85D0-CC45-8E0A-E82FFA6FA328}" type="slidenum">
              <a:rPr lang="en-GB" smtClean="0"/>
              <a:t>‹#›</a:t>
            </a:fld>
            <a:endParaRPr lang="en-GB"/>
          </a:p>
        </p:txBody>
      </p:sp>
    </p:spTree>
    <p:extLst>
      <p:ext uri="{BB962C8B-B14F-4D97-AF65-F5344CB8AC3E}">
        <p14:creationId xmlns:p14="http://schemas.microsoft.com/office/powerpoint/2010/main" val="3060888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ar-AE" dirty="0"/>
              </a:p>
            </p:txBody>
          </p:sp>
        </mc:Choice>
        <mc:Fallback xmlns="">
          <p:sp>
            <p:nvSpPr>
              <p:cNvPr id="3" name="Notes Placeholder 2"/>
              <p:cNvSpPr>
                <a:spLocks noGrp="1"/>
              </p:cNvSpPr>
              <p:nvPr>
                <p:ph type="body" idx="1"/>
              </p:nvPr>
            </p:nvSpPr>
            <p:spPr/>
            <p:txBody>
              <a:bodyPr/>
              <a:lstStyle/>
              <a:p>
                <a:r>
                  <a:rPr lang="en-GB" dirty="0"/>
                  <a:t>“Here we plug in some numbers to show EOQ in practice.</a:t>
                </a:r>
                <a:br>
                  <a:rPr lang="en-GB" dirty="0"/>
                </a:br>
                <a:r>
                  <a:rPr lang="en-GB" dirty="0"/>
                  <a:t>For example:</a:t>
                </a:r>
              </a:p>
              <a:p>
                <a:r>
                  <a:rPr lang="en-GB" sz="1200" i="0" kern="1200">
                    <a:solidFill>
                      <a:schemeClr val="tx1"/>
                    </a:solidFill>
                    <a:latin typeface="+mn-lt"/>
                    <a:ea typeface="+mn-ea"/>
                    <a:cs typeface="+mn-cs"/>
                  </a:rPr>
                  <a:t>𝐾=£100, 𝜆=100</a:t>
                </a:r>
                <a:r>
                  <a:rPr lang="en-GB" sz="1200" b="0" i="0" kern="1200">
                    <a:solidFill>
                      <a:schemeClr val="tx1"/>
                    </a:solidFill>
                    <a:latin typeface="Cambria Math" panose="02040503050406030204" pitchFamily="18" charset="0"/>
                    <a:ea typeface="+mn-ea"/>
                    <a:cs typeface="+mn-cs"/>
                  </a:rPr>
                  <a:t>" units/year</a:t>
                </a:r>
                <a:r>
                  <a:rPr lang="en-GB" sz="1200" b="0" i="0" kern="1200">
                    <a:solidFill>
                      <a:schemeClr val="tx1"/>
                    </a:solidFill>
                    <a:latin typeface="+mn-lt"/>
                    <a:ea typeface="+mn-ea"/>
                    <a:cs typeface="+mn-cs"/>
                  </a:rPr>
                  <a:t>", ℎ=£200</a:t>
                </a:r>
                <a:r>
                  <a:rPr lang="en-GB" sz="1200" b="0" i="0" kern="1200">
                    <a:solidFill>
                      <a:schemeClr val="tx1"/>
                    </a:solidFill>
                    <a:latin typeface="Cambria Math" panose="02040503050406030204" pitchFamily="18" charset="0"/>
                    <a:ea typeface="+mn-ea"/>
                    <a:cs typeface="+mn-cs"/>
                  </a:rPr>
                  <a:t>" per unit/year</a:t>
                </a:r>
                <a:r>
                  <a:rPr lang="en-GB" sz="1200" b="0" i="0" kern="1200">
                    <a:solidFill>
                      <a:schemeClr val="tx1"/>
                    </a:solidFill>
                    <a:latin typeface="+mn-lt"/>
                    <a:ea typeface="+mn-ea"/>
                    <a:cs typeface="+mn-cs"/>
                  </a:rPr>
                  <a:t>".</a:t>
                </a:r>
                <a:endParaRPr lang="en-GB" b="0" dirty="0"/>
              </a:p>
              <a:p>
                <a:r>
                  <a:rPr lang="en-GB" dirty="0"/>
                  <a:t>We compute EOQ, find the reorder point, and see the cost </a:t>
                </a:r>
                <a:r>
                  <a:rPr lang="en-GB" dirty="0" err="1"/>
                  <a:t>behavior</a:t>
                </a:r>
                <a:r>
                  <a:rPr lang="en-GB" dirty="0"/>
                  <a:t>.”</a:t>
                </a:r>
              </a:p>
              <a:p>
                <a:r>
                  <a:rPr lang="en-GB" dirty="0"/>
                  <a:t>🧠 </a:t>
                </a:r>
                <a:r>
                  <a:rPr lang="en-GB" i="1" dirty="0"/>
                  <a:t>SCM Example:</a:t>
                </a:r>
                <a:br>
                  <a:rPr lang="en-GB" dirty="0"/>
                </a:br>
                <a:r>
                  <a:rPr lang="en-GB" dirty="0"/>
                  <a:t>“A supplier ordering raw materials every 8 weeks based on a constant demand rate.”</a:t>
                </a:r>
              </a:p>
              <a:p>
                <a:r>
                  <a:rPr lang="en-GB" dirty="0"/>
                  <a:t>💡 </a:t>
                </a:r>
                <a:r>
                  <a:rPr lang="en-GB" b="1" dirty="0"/>
                  <a:t>Exam Hint:</a:t>
                </a:r>
                <a:endParaRPr lang="en-GB" dirty="0"/>
              </a:p>
              <a:p>
                <a:r>
                  <a:rPr lang="en-GB" dirty="0"/>
                  <a:t>EOQ calculations often give </a:t>
                </a:r>
                <a:r>
                  <a:rPr lang="en-GB" b="1" dirty="0"/>
                  <a:t>K</a:t>
                </a:r>
                <a:r>
                  <a:rPr lang="en-GB" dirty="0"/>
                  <a:t>, </a:t>
                </a:r>
                <a:r>
                  <a:rPr lang="en-GB" b="1" dirty="0"/>
                  <a:t>h</a:t>
                </a:r>
                <a:r>
                  <a:rPr lang="en-GB" dirty="0"/>
                  <a:t>, and </a:t>
                </a:r>
                <a:r>
                  <a:rPr lang="en-GB" b="1" dirty="0"/>
                  <a:t>demand</a:t>
                </a:r>
                <a:r>
                  <a:rPr lang="en-GB" dirty="0"/>
                  <a:t>, and may ask for:</a:t>
                </a:r>
              </a:p>
              <a:p>
                <a:r>
                  <a:rPr lang="en-GB" dirty="0"/>
                  <a:t>EOQ</a:t>
                </a:r>
              </a:p>
              <a:p>
                <a:r>
                  <a:rPr lang="en-GB" dirty="0"/>
                  <a:t>number of orders/year</a:t>
                </a:r>
              </a:p>
              <a:p>
                <a:r>
                  <a:rPr lang="en-GB" dirty="0"/>
                  <a:t>cycle time</a:t>
                </a:r>
              </a:p>
              <a:p>
                <a:r>
                  <a:rPr lang="en-GB" dirty="0"/>
                  <a:t>total annual cost.</a:t>
                </a:r>
              </a:p>
              <a:p>
                <a:endParaRPr lang="en-GB" dirty="0"/>
              </a:p>
            </p:txBody>
          </p:sp>
        </mc:Fallback>
      </mc:AlternateContent>
      <p:sp>
        <p:nvSpPr>
          <p:cNvPr id="4" name="Slide Number Placeholder 3"/>
          <p:cNvSpPr>
            <a:spLocks noGrp="1"/>
          </p:cNvSpPr>
          <p:nvPr>
            <p:ph type="sldNum" sz="quarter" idx="5"/>
          </p:nvPr>
        </p:nvSpPr>
        <p:spPr/>
        <p:txBody>
          <a:bodyPr/>
          <a:lstStyle/>
          <a:p>
            <a:fld id="{41C0F164-518F-484F-BEC8-9AD148BA6291}" type="slidenum">
              <a:rPr lang="en-GB" smtClean="0"/>
              <a:t>10</a:t>
            </a:fld>
            <a:endParaRPr lang="en-GB"/>
          </a:p>
        </p:txBody>
      </p:sp>
    </p:spTree>
    <p:extLst>
      <p:ext uri="{BB962C8B-B14F-4D97-AF65-F5344CB8AC3E}">
        <p14:creationId xmlns:p14="http://schemas.microsoft.com/office/powerpoint/2010/main" val="401595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GB" dirty="0"/>
              </a:p>
            </p:txBody>
          </p:sp>
        </mc:Choice>
        <mc:Fallback xmlns="">
          <p:sp>
            <p:nvSpPr>
              <p:cNvPr id="3" name="Notes Placeholder 2"/>
              <p:cNvSpPr>
                <a:spLocks noGrp="1"/>
              </p:cNvSpPr>
              <p:nvPr>
                <p:ph type="body" idx="1"/>
              </p:nvPr>
            </p:nvSpPr>
            <p:spPr/>
            <p:txBody>
              <a:bodyPr/>
              <a:lstStyle/>
              <a:p>
                <a:r>
                  <a:rPr lang="en-GB" dirty="0"/>
                  <a:t>“Up to this point, </a:t>
                </a:r>
                <a:r>
                  <a:rPr lang="en-GB" dirty="0" err="1"/>
                  <a:t>AeroPart</a:t>
                </a:r>
                <a:r>
                  <a:rPr lang="en-GB" dirty="0"/>
                  <a:t> has relied fully on a supplier. But their operations team knows this isn’t without risks — supplier lead times can stretch, transportation can be disrupted, and cost control becomes difficult.</a:t>
                </a:r>
              </a:p>
              <a:p>
                <a:r>
                  <a:rPr lang="en-GB" dirty="0"/>
                  <a:t>The leadership decides to </a:t>
                </a:r>
                <a:r>
                  <a:rPr lang="en-GB" b="1" dirty="0"/>
                  <a:t>explore in-house production</a:t>
                </a:r>
                <a:r>
                  <a:rPr lang="en-GB" dirty="0"/>
                  <a:t> as a way to strengthen their supply chain.</a:t>
                </a:r>
              </a:p>
              <a:p>
                <a:r>
                  <a:rPr lang="en-GB" dirty="0"/>
                  <a:t>After a feasibility study, they’ve narrowed it down to </a:t>
                </a:r>
                <a:r>
                  <a:rPr lang="en-GB" b="1" dirty="0"/>
                  <a:t>two CNC machines</a:t>
                </a:r>
                <a:r>
                  <a:rPr lang="en-GB" dirty="0"/>
                  <a:t>:</a:t>
                </a:r>
              </a:p>
              <a:p>
                <a:r>
                  <a:rPr lang="en-GB" b="1" dirty="0"/>
                  <a:t>Machine A</a:t>
                </a:r>
                <a:r>
                  <a:rPr lang="en-GB" dirty="0"/>
                  <a:t> is cheaper to set up but has a higher production capacity.</a:t>
                </a:r>
              </a:p>
              <a:p>
                <a:r>
                  <a:rPr lang="en-GB" b="1" dirty="0"/>
                  <a:t>Machine B</a:t>
                </a:r>
                <a:r>
                  <a:rPr lang="en-GB" dirty="0"/>
                  <a:t> is more expensive to set up but has a lower production rate — it’s more compact and fits better in their current factory layout.</a:t>
                </a:r>
              </a:p>
              <a:p>
                <a:r>
                  <a:rPr lang="en-GB" dirty="0"/>
                  <a:t>The key operational question is:</a:t>
                </a:r>
                <a:br>
                  <a:rPr lang="en-GB" dirty="0"/>
                </a:br>
                <a:r>
                  <a:rPr lang="en-GB" dirty="0"/>
                  <a:t>👉 </a:t>
                </a:r>
                <a:r>
                  <a:rPr lang="en-GB" i="1" dirty="0"/>
                  <a:t>‘If we make this investment, how should we plan our production batches to minimize cost and keep inventory at a healthy level?’</a:t>
                </a:r>
                <a:endParaRPr lang="en-GB" dirty="0"/>
              </a:p>
              <a:p>
                <a:r>
                  <a:rPr lang="en-GB" dirty="0"/>
                  <a:t>This is a perfect situation for applying the </a:t>
                </a:r>
                <a:r>
                  <a:rPr lang="en-GB" b="1" dirty="0"/>
                  <a:t>POQ model</a:t>
                </a:r>
                <a:r>
                  <a:rPr lang="en-GB" dirty="0"/>
                  <a:t> — an extension of EOQ. Instead of assuming an order arrives instantly, we now assume the sensors are produced gradually at a rate </a:t>
                </a:r>
                <a:r>
                  <a:rPr lang="en-GB" sz="1200" i="0" kern="1200">
                    <a:solidFill>
                      <a:schemeClr val="tx1"/>
                    </a:solidFill>
                    <a:latin typeface="+mn-lt"/>
                    <a:ea typeface="+mn-ea"/>
                    <a:cs typeface="+mn-cs"/>
                  </a:rPr>
                  <a:t>𝑃</a:t>
                </a:r>
                <a:r>
                  <a:rPr lang="en-GB" dirty="0"/>
                  <a:t>. While production happens, demand continues at a rate </a:t>
                </a:r>
                <a:r>
                  <a:rPr lang="en-GB" sz="1200" i="0" kern="1200">
                    <a:solidFill>
                      <a:schemeClr val="tx1"/>
                    </a:solidFill>
                    <a:latin typeface="+mn-lt"/>
                    <a:ea typeface="+mn-ea"/>
                    <a:cs typeface="+mn-cs"/>
                  </a:rPr>
                  <a:t>𝜆</a:t>
                </a:r>
                <a:r>
                  <a:rPr lang="en-GB" dirty="0"/>
                  <a:t>.</a:t>
                </a:r>
                <a:br>
                  <a:rPr lang="en-GB" dirty="0"/>
                </a:br>
                <a:r>
                  <a:rPr lang="en-GB" dirty="0"/>
                  <a:t>The net effect is lower peak inventory and different optimal batch sizes.”</a:t>
                </a:r>
              </a:p>
              <a:p>
                <a:endParaRPr lang="en-GB" dirty="0"/>
              </a:p>
              <a:p>
                <a:r>
                  <a:rPr lang="en-GB" dirty="0"/>
                  <a:t>“Think about this:</a:t>
                </a:r>
                <a:br>
                  <a:rPr lang="en-GB" dirty="0"/>
                </a:br>
                <a:r>
                  <a:rPr lang="en-GB" dirty="0"/>
                  <a:t>You’re the operations manager at </a:t>
                </a:r>
                <a:r>
                  <a:rPr lang="en-GB" dirty="0" err="1"/>
                  <a:t>AeroPart</a:t>
                </a:r>
                <a:r>
                  <a:rPr lang="en-GB" dirty="0"/>
                  <a:t>.</a:t>
                </a:r>
                <a:br>
                  <a:rPr lang="en-GB" dirty="0"/>
                </a:br>
                <a:r>
                  <a:rPr lang="en-GB" dirty="0"/>
                  <a:t>You need to </a:t>
                </a:r>
                <a:r>
                  <a:rPr lang="en-GB" b="1" dirty="0"/>
                  <a:t>pitch to the board</a:t>
                </a:r>
                <a:r>
                  <a:rPr lang="en-GB" dirty="0"/>
                  <a:t> which machine to buy and justify the production planning approach.</a:t>
                </a:r>
                <a:br>
                  <a:rPr lang="en-GB" dirty="0"/>
                </a:br>
                <a:r>
                  <a:rPr lang="en-GB" dirty="0"/>
                  <a:t>You can’t just say ‘Machine A is cheaper’ — you need to show </a:t>
                </a:r>
                <a:r>
                  <a:rPr lang="en-GB" b="1" dirty="0"/>
                  <a:t>how the economics of batch size, cycle time, and inventory holding</a:t>
                </a:r>
                <a:r>
                  <a:rPr lang="en-GB" dirty="0"/>
                  <a:t> change between A and B.”</a:t>
                </a:r>
              </a:p>
              <a:p>
                <a:endParaRPr lang="en-GB" dirty="0"/>
              </a:p>
            </p:txBody>
          </p:sp>
        </mc:Fallback>
      </mc:AlternateContent>
      <p:sp>
        <p:nvSpPr>
          <p:cNvPr id="4" name="Slide Number Placeholder 3"/>
          <p:cNvSpPr>
            <a:spLocks noGrp="1"/>
          </p:cNvSpPr>
          <p:nvPr>
            <p:ph type="sldNum" sz="quarter" idx="5"/>
          </p:nvPr>
        </p:nvSpPr>
        <p:spPr/>
        <p:txBody>
          <a:bodyPr/>
          <a:lstStyle/>
          <a:p>
            <a:fld id="{41C0F164-518F-484F-BEC8-9AD148BA6291}" type="slidenum">
              <a:rPr lang="en-GB" smtClean="0"/>
              <a:t>11</a:t>
            </a:fld>
            <a:endParaRPr lang="en-GB"/>
          </a:p>
        </p:txBody>
      </p:sp>
    </p:spTree>
    <p:extLst>
      <p:ext uri="{BB962C8B-B14F-4D97-AF65-F5344CB8AC3E}">
        <p14:creationId xmlns:p14="http://schemas.microsoft.com/office/powerpoint/2010/main" val="3279860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white">
    <p:bg>
      <p:bgPr>
        <a:solidFill>
          <a:schemeClr val="bg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9D85A3C1-D82A-B562-D697-12A7A834D4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14586" cy="900112"/>
          </a:xfrm>
          <a:prstGeom prst="rect">
            <a:avLst/>
          </a:prstGeom>
        </p:spPr>
      </p:pic>
      <p:sp>
        <p:nvSpPr>
          <p:cNvPr id="2" name="Title 1">
            <a:extLst>
              <a:ext uri="{FF2B5EF4-FFF2-40B4-BE49-F238E27FC236}">
                <a16:creationId xmlns:a16="http://schemas.microsoft.com/office/drawing/2014/main" id="{DB6853EA-4853-ACD6-CC82-7D33A6FB25BF}"/>
              </a:ext>
            </a:extLst>
          </p:cNvPr>
          <p:cNvSpPr>
            <a:spLocks noGrp="1"/>
          </p:cNvSpPr>
          <p:nvPr>
            <p:ph type="ctrTitle" hasCustomPrompt="1"/>
          </p:nvPr>
        </p:nvSpPr>
        <p:spPr>
          <a:xfrm>
            <a:off x="425450" y="2258844"/>
            <a:ext cx="9598564" cy="1620837"/>
          </a:xfrm>
          <a:prstGeom prst="rect">
            <a:avLst/>
          </a:prstGeom>
        </p:spPr>
        <p:txBody>
          <a:bodyPr anchor="ctr"/>
          <a:lstStyle>
            <a:lvl1pPr algn="l">
              <a:lnSpc>
                <a:spcPts val="6000"/>
              </a:lnSpc>
              <a:defRPr sz="6000"/>
            </a:lvl1pPr>
          </a:lstStyle>
          <a:p>
            <a:r>
              <a:rPr lang="en-GB"/>
              <a:t>The title of your presentation goes here</a:t>
            </a:r>
            <a:endParaRPr lang="en-US"/>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425450" y="4244162"/>
            <a:ext cx="9598564" cy="720096"/>
          </a:xfrm>
          <a:prstGeom prst="rect">
            <a:avLst/>
          </a:prstGeom>
        </p:spPr>
        <p:txBody>
          <a:bodyPr>
            <a:normAutofit/>
          </a:bodyPr>
          <a:lstStyle>
            <a:lvl1pPr marL="0" indent="0" algn="l">
              <a:buNone/>
              <a:defRPr sz="3200" b="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7" name="Text Placeholder 9">
            <a:extLst>
              <a:ext uri="{FF2B5EF4-FFF2-40B4-BE49-F238E27FC236}">
                <a16:creationId xmlns:a16="http://schemas.microsoft.com/office/drawing/2014/main" id="{C196E396-D43A-21AF-902E-40BD0AF6B4C9}"/>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5" name="Picture Placeholder 2" descr="Partner logo.&#10;">
            <a:extLst>
              <a:ext uri="{FF2B5EF4-FFF2-40B4-BE49-F238E27FC236}">
                <a16:creationId xmlns:a16="http://schemas.microsoft.com/office/drawing/2014/main" id="{A686251C-E48A-AA4A-6E4A-BC5C83A05AB8}"/>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1602171400"/>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blue">
    <p:bg>
      <p:bgPr>
        <a:solidFill>
          <a:schemeClr val="tx1"/>
        </a:solidFill>
        <a:effectLst/>
      </p:bgPr>
    </p:bg>
    <p:spTree>
      <p:nvGrpSpPr>
        <p:cNvPr id="1" name=""/>
        <p:cNvGrpSpPr/>
        <p:nvPr/>
      </p:nvGrpSpPr>
      <p:grpSpPr>
        <a:xfrm>
          <a:off x="0" y="0"/>
          <a:ext cx="0" cy="0"/>
          <a:chOff x="0" y="0"/>
          <a:chExt cx="0" cy="0"/>
        </a:xfrm>
      </p:grpSpPr>
      <p:pic>
        <p:nvPicPr>
          <p:cNvPr id="5" name="Picture 4" descr="University of Nottingham logo">
            <a:extLst>
              <a:ext uri="{FF2B5EF4-FFF2-40B4-BE49-F238E27FC236}">
                <a16:creationId xmlns:a16="http://schemas.microsoft.com/office/drawing/2014/main" id="{15DABD73-1F59-7DE4-286D-42E72C4D329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2" name="Title 1">
            <a:extLst>
              <a:ext uri="{FF2B5EF4-FFF2-40B4-BE49-F238E27FC236}">
                <a16:creationId xmlns:a16="http://schemas.microsoft.com/office/drawing/2014/main" id="{DB6853EA-4853-ACD6-CC82-7D33A6FB25BF}"/>
              </a:ext>
            </a:extLst>
          </p:cNvPr>
          <p:cNvSpPr>
            <a:spLocks noGrp="1"/>
          </p:cNvSpPr>
          <p:nvPr>
            <p:ph type="ctrTitle" hasCustomPrompt="1"/>
          </p:nvPr>
        </p:nvSpPr>
        <p:spPr>
          <a:xfrm>
            <a:off x="425450" y="2258844"/>
            <a:ext cx="9598564" cy="1620837"/>
          </a:xfrm>
          <a:prstGeom prst="rect">
            <a:avLst/>
          </a:prstGeom>
        </p:spPr>
        <p:txBody>
          <a:bodyPr anchor="ctr"/>
          <a:lstStyle>
            <a:lvl1pPr algn="l">
              <a:lnSpc>
                <a:spcPts val="6000"/>
              </a:lnSpc>
              <a:defRPr sz="6000">
                <a:solidFill>
                  <a:schemeClr val="bg1"/>
                </a:solidFill>
              </a:defRPr>
            </a:lvl1pPr>
          </a:lstStyle>
          <a:p>
            <a:r>
              <a:rPr lang="en-GB"/>
              <a:t>The title of your presentation goes here</a:t>
            </a:r>
            <a:endParaRPr lang="en-US"/>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425450" y="4244162"/>
            <a:ext cx="9598564" cy="720096"/>
          </a:xfrm>
          <a:prstGeom prst="rect">
            <a:avLst/>
          </a:prstGeom>
        </p:spPr>
        <p:txBody>
          <a:bodyPr>
            <a:normAutofit/>
          </a:bodyPr>
          <a:lstStyle>
            <a:lvl1pPr marL="0" indent="0" algn="l">
              <a:buNone/>
              <a:defRPr sz="3200" b="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7" name="Text Placeholder 9">
            <a:extLst>
              <a:ext uri="{FF2B5EF4-FFF2-40B4-BE49-F238E27FC236}">
                <a16:creationId xmlns:a16="http://schemas.microsoft.com/office/drawing/2014/main" id="{11077D18-4A41-F2FC-BDBD-1952BE2667C9}"/>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4" name="Picture Placeholder 2" descr="Partner logo.">
            <a:extLst>
              <a:ext uri="{FF2B5EF4-FFF2-40B4-BE49-F238E27FC236}">
                <a16:creationId xmlns:a16="http://schemas.microsoft.com/office/drawing/2014/main" id="{CBC67323-FEAE-C279-D467-27C99A9CED1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402626599"/>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50_split_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C677D0-4A7D-B2D4-5884-B7CA0698A545}"/>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52000">
                <a:schemeClr val="bg1">
                  <a:alpha val="60000"/>
                </a:schemeClr>
              </a:gs>
              <a:gs pos="0">
                <a:schemeClr val="bg1"/>
              </a:gs>
              <a:gs pos="7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descr="University of Nottingham logo">
            <a:extLst>
              <a:ext uri="{FF2B5EF4-FFF2-40B4-BE49-F238E27FC236}">
                <a16:creationId xmlns:a16="http://schemas.microsoft.com/office/drawing/2014/main" id="{183F7270-4379-F8B2-5D8E-518A76505B08}"/>
              </a:ext>
            </a:extLst>
          </p:cNvPr>
          <p:cNvGrpSpPr/>
          <p:nvPr userDrawn="1"/>
        </p:nvGrpSpPr>
        <p:grpSpPr>
          <a:xfrm>
            <a:off x="0" y="0"/>
            <a:ext cx="2414586" cy="900112"/>
            <a:chOff x="0" y="0"/>
            <a:chExt cx="2414586" cy="900112"/>
          </a:xfrm>
        </p:grpSpPr>
        <p:pic>
          <p:nvPicPr>
            <p:cNvPr id="4" name="Picture 3" descr="University of Nottingham logo">
              <a:extLst>
                <a:ext uri="{FF2B5EF4-FFF2-40B4-BE49-F238E27FC236}">
                  <a16:creationId xmlns:a16="http://schemas.microsoft.com/office/drawing/2014/main" id="{5E91A821-D390-B9E9-1E6B-240DC4A2544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10;">
              <a:extLst>
                <a:ext uri="{FF2B5EF4-FFF2-40B4-BE49-F238E27FC236}">
                  <a16:creationId xmlns:a16="http://schemas.microsoft.com/office/drawing/2014/main" id="{DD42F20C-5448-89E8-1BAC-6774371348E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6" name="Title 1">
            <a:extLst>
              <a:ext uri="{FF2B5EF4-FFF2-40B4-BE49-F238E27FC236}">
                <a16:creationId xmlns:a16="http://schemas.microsoft.com/office/drawing/2014/main" id="{E739940D-65C5-FB7F-9FCE-1C2E3D92DC65}"/>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B6A391B4-D1A3-07B0-2040-B1E4DD0E15B6}"/>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7EE723E9-5220-358B-4CE9-424926AAE43C}"/>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DAD97A24-4AE6-1670-120F-0B2EA995213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481293496"/>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50_split_gradi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60E3A8-D46A-44E5-62CB-ED130CE69E4E}"/>
              </a:ext>
              <a:ext uri="{C183D7F6-B498-43B3-948B-1728B52AA6E4}">
                <adec:decorative xmlns:adec="http://schemas.microsoft.com/office/drawing/2017/decorative" val="1"/>
              </a:ext>
            </a:extLst>
          </p:cNvPr>
          <p:cNvSpPr/>
          <p:nvPr userDrawn="1"/>
        </p:nvSpPr>
        <p:spPr>
          <a:xfrm>
            <a:off x="0" y="-6789"/>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University of Nottingham logo">
            <a:extLst>
              <a:ext uri="{FF2B5EF4-FFF2-40B4-BE49-F238E27FC236}">
                <a16:creationId xmlns:a16="http://schemas.microsoft.com/office/drawing/2014/main" id="{085511E6-A05D-133B-58DE-91F1088AC79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236" y="-18472"/>
            <a:ext cx="2436553" cy="900112"/>
          </a:xfrm>
          <a:prstGeom prst="rect">
            <a:avLst/>
          </a:prstGeom>
        </p:spPr>
      </p:pic>
      <p:sp>
        <p:nvSpPr>
          <p:cNvPr id="5" name="Title 1">
            <a:extLst>
              <a:ext uri="{FF2B5EF4-FFF2-40B4-BE49-F238E27FC236}">
                <a16:creationId xmlns:a16="http://schemas.microsoft.com/office/drawing/2014/main" id="{E933EC02-81D9-2D0A-2981-160986CA1B1D}"/>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7" name="Subtitle 2">
            <a:extLst>
              <a:ext uri="{FF2B5EF4-FFF2-40B4-BE49-F238E27FC236}">
                <a16:creationId xmlns:a16="http://schemas.microsoft.com/office/drawing/2014/main" id="{87F47A76-C945-91CB-5549-433224A0BA89}"/>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9" name="Text Placeholder 9">
            <a:extLst>
              <a:ext uri="{FF2B5EF4-FFF2-40B4-BE49-F238E27FC236}">
                <a16:creationId xmlns:a16="http://schemas.microsoft.com/office/drawing/2014/main" id="{68B52A8B-C3B3-C40B-83CE-26F42289F764}"/>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144CEBF8-B4F3-8B7D-FC0E-DEE8182A203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210475770"/>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_1">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6" name="Title 1">
            <a:extLst>
              <a:ext uri="{FF2B5EF4-FFF2-40B4-BE49-F238E27FC236}">
                <a16:creationId xmlns:a16="http://schemas.microsoft.com/office/drawing/2014/main" id="{9D22ABA4-3700-BF47-C5C3-AD2A7C00FBAE}"/>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7" name="Subtitle 2">
            <a:extLst>
              <a:ext uri="{FF2B5EF4-FFF2-40B4-BE49-F238E27FC236}">
                <a16:creationId xmlns:a16="http://schemas.microsoft.com/office/drawing/2014/main" id="{491764B8-A98D-B024-D18E-427B6AC849E5}"/>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2" name="Text Placeholder 9">
            <a:extLst>
              <a:ext uri="{FF2B5EF4-FFF2-40B4-BE49-F238E27FC236}">
                <a16:creationId xmlns:a16="http://schemas.microsoft.com/office/drawing/2014/main" id="{B93E08E4-1BF9-8CA3-4C65-FF7B43AB225D}"/>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0" name="Picture Placeholder 2" descr="Partner logo.">
            <a:extLst>
              <a:ext uri="{FF2B5EF4-FFF2-40B4-BE49-F238E27FC236}">
                <a16:creationId xmlns:a16="http://schemas.microsoft.com/office/drawing/2014/main" id="{320CE6D5-BD3C-E1D9-4759-3B4EA6BE4B38}"/>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18516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blue_2">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FD2D73A5-D9F3-41EE-E7DB-D68266D900C2}"/>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E54708EE-9DCC-D954-B2AB-46FED4C0EAF1}"/>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FB033AEE-5A46-6AD6-1141-0D13DA32B825}"/>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236E9D49-337F-82A4-1332-A4CD0B82E4CB}"/>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51078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blue_3">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5B4F4275-3E4F-D80E-F9C8-47C67E6181CD}"/>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C1D309B2-0B3C-7544-CF55-A9DA0836EA0D}"/>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453F9965-8A47-94FA-C04E-A27D2EA8DD9D}"/>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17790C14-E84E-D22B-241E-70A189E4A886}"/>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093565"/>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blue_4">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998903FF-2ED4-C86B-64A8-AC2ED1D19996}"/>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E65196FB-C293-6637-2C20-F6F5A3B3F2FB}"/>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8FEF38FB-2DE7-E0FC-2BEF-2C1C3010133B}"/>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D29B8919-ECAB-740A-54B2-F6ADBF999ED0}"/>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450553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blue_1">
    <p:bg>
      <p:bgPr>
        <a:solidFill>
          <a:schemeClr val="tx1"/>
        </a:solidFill>
        <a:effectLst/>
      </p:bgPr>
    </p:bg>
    <p:spTree>
      <p:nvGrpSpPr>
        <p:cNvPr id="1" name=""/>
        <p:cNvGrpSpPr/>
        <p:nvPr/>
      </p:nvGrpSpPr>
      <p:grpSpPr>
        <a:xfrm>
          <a:off x="0" y="0"/>
          <a:ext cx="0" cy="0"/>
          <a:chOff x="0" y="0"/>
          <a:chExt cx="0" cy="0"/>
        </a:xfrm>
      </p:grpSpPr>
      <p:pic>
        <p:nvPicPr>
          <p:cNvPr id="3" name="Picture 2" descr="University of Nottingham castle icon">
            <a:extLst>
              <a:ext uri="{FF2B5EF4-FFF2-40B4-BE49-F238E27FC236}">
                <a16:creationId xmlns:a16="http://schemas.microsoft.com/office/drawing/2014/main" id="{ABE46430-C869-FB5B-1543-5658FF4DB28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1">
            <a:extLst>
              <a:ext uri="{FF2B5EF4-FFF2-40B4-BE49-F238E27FC236}">
                <a16:creationId xmlns:a16="http://schemas.microsoft.com/office/drawing/2014/main" id="{9D22ABA4-3700-BF47-C5C3-AD2A7C00FBAE}"/>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7" name="Subtitle 2">
            <a:extLst>
              <a:ext uri="{FF2B5EF4-FFF2-40B4-BE49-F238E27FC236}">
                <a16:creationId xmlns:a16="http://schemas.microsoft.com/office/drawing/2014/main" id="{491764B8-A98D-B024-D18E-427B6AC849E5}"/>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64092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_blue_2">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0F4B7E7B-C184-0FD6-967A-1495A016AA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9C167CB6-25ED-5142-E060-0D1155D6892C}"/>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C0ED93F1-6799-698D-3691-2B55FC98EC6A}"/>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2593863"/>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blue_3">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4674787E-5F7F-8AEF-E91C-2886513254B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3C312E4A-B2A7-E044-D5F9-97AD9A7D5544}"/>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AAE034DB-22D0-BF2A-EC1A-44865177D672}"/>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16895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blue_4">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EE74AC68-18AF-B6C5-ADFC-35E4DB4B926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391B7C56-46BC-877A-A8BB-101B90BFD2BB}"/>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7C2F8BB8-6D58-2478-03AA-191002128E55}"/>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946993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D73FB3-9B19-99C1-3D3B-5F99A94D0E99}"/>
              </a:ext>
            </a:extLst>
          </p:cNvPr>
          <p:cNvSpPr/>
          <p:nvPr userDrawn="1"/>
        </p:nvSpPr>
        <p:spPr>
          <a:xfrm>
            <a:off x="-1315704" y="900000"/>
            <a:ext cx="1284984" cy="719250"/>
          </a:xfrm>
          <a:prstGeom prst="rect">
            <a:avLst/>
          </a:prstGeom>
          <a:solidFill>
            <a:srgbClr val="92D4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4" name="Title Placeholder 1">
            <a:extLst>
              <a:ext uri="{FF2B5EF4-FFF2-40B4-BE49-F238E27FC236}">
                <a16:creationId xmlns:a16="http://schemas.microsoft.com/office/drawing/2014/main" id="{E2FC18C2-35C0-6A2D-7CC1-B9CB79EDB5D2}"/>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Georgia" panose="02040502050405020303" pitchFamily="18" charset="0"/>
              </a:defRPr>
            </a:lvl1pPr>
          </a:lstStyle>
          <a:p>
            <a:r>
              <a:rPr lang="en-GB" dirty="0"/>
              <a:t>Your title goes here</a:t>
            </a:r>
            <a:endParaRPr lang="en-US" dirty="0"/>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p:nvPr>
        </p:nvSpPr>
        <p:spPr>
          <a:xfrm>
            <a:off x="425451" y="1358900"/>
            <a:ext cx="11341100" cy="4860925"/>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160962180"/>
      </p:ext>
    </p:extLst>
  </p:cSld>
  <p:clrMapOvr>
    <a:masterClrMapping/>
  </p:clrMapOvr>
  <p:extLst>
    <p:ext uri="{DCECCB84-F9BA-43D5-87BE-67443E8EF086}">
      <p15:sldGuideLst xmlns:p15="http://schemas.microsoft.com/office/powerpoint/2012/main">
        <p15:guide id="1" orient="horz" pos="1026">
          <p15:clr>
            <a:srgbClr val="9FCC3B"/>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sub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FBF756-7938-DF8A-6396-399256C9906D}"/>
              </a:ext>
            </a:extLst>
          </p:cNvPr>
          <p:cNvSpPr/>
          <p:nvPr userDrawn="1"/>
        </p:nvSpPr>
        <p:spPr>
          <a:xfrm>
            <a:off x="-1315704" y="9000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6" name="Title Placeholder 1">
            <a:extLst>
              <a:ext uri="{FF2B5EF4-FFF2-40B4-BE49-F238E27FC236}">
                <a16:creationId xmlns:a16="http://schemas.microsoft.com/office/drawing/2014/main" id="{E7C0ADF4-0D4B-B1BD-FF64-E8E537692D8A}"/>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mj-lt"/>
                <a:cs typeface="Arial" panose="020B0604020202020204" pitchFamily="34" charset="0"/>
              </a:defRPr>
            </a:lvl1pPr>
          </a:lstStyle>
          <a:p>
            <a:r>
              <a:rPr lang="en-GB"/>
              <a:t>Your title goes here</a:t>
            </a:r>
            <a:endParaRPr lang="en-US"/>
          </a:p>
        </p:txBody>
      </p:sp>
      <p:sp>
        <p:nvSpPr>
          <p:cNvPr id="2" name="Text Placeholder 2">
            <a:extLst>
              <a:ext uri="{FF2B5EF4-FFF2-40B4-BE49-F238E27FC236}">
                <a16:creationId xmlns:a16="http://schemas.microsoft.com/office/drawing/2014/main" id="{2F1BA355-872A-DEBD-83F0-DEB26F407380}"/>
              </a:ext>
            </a:extLst>
          </p:cNvPr>
          <p:cNvSpPr>
            <a:spLocks noGrp="1"/>
          </p:cNvSpPr>
          <p:nvPr>
            <p:ph type="body" idx="15" hasCustomPrompt="1"/>
          </p:nvPr>
        </p:nvSpPr>
        <p:spPr>
          <a:xfrm>
            <a:off x="433472" y="1358900"/>
            <a:ext cx="11333076"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p:nvPr>
        </p:nvSpPr>
        <p:spPr>
          <a:xfrm>
            <a:off x="425450" y="2158669"/>
            <a:ext cx="11341100" cy="377796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425369808"/>
      </p:ext>
    </p:extLst>
  </p:cSld>
  <p:clrMapOvr>
    <a:masterClrMapping/>
  </p:clrMapOvr>
  <p:extLst>
    <p:ext uri="{DCECCB84-F9BA-43D5-87BE-67443E8EF086}">
      <p15:sldGuideLst xmlns:p15="http://schemas.microsoft.com/office/powerpoint/2012/main">
        <p15:guide id="1" orient="horz" pos="1026">
          <p15:clr>
            <a:srgbClr val="9FCC3B"/>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half">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9B2B3E-7582-7286-13C3-D6FB10512B0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8" name="Title Placeholder 1">
            <a:extLst>
              <a:ext uri="{FF2B5EF4-FFF2-40B4-BE49-F238E27FC236}">
                <a16:creationId xmlns:a16="http://schemas.microsoft.com/office/drawing/2014/main" id="{C7E7DBA9-86CE-B2F4-C934-CC6EEA02C1EF}"/>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938711305"/>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half_sub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0181FBF-FF29-7EEB-B956-87316803BB80}"/>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F534CF4F-FADD-27CF-D87D-D9D07A4A137B}"/>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11" name="Text Placeholder 2">
            <a:extLst>
              <a:ext uri="{FF2B5EF4-FFF2-40B4-BE49-F238E27FC236}">
                <a16:creationId xmlns:a16="http://schemas.microsoft.com/office/drawing/2014/main" id="{087C9B7B-EA93-3AB0-06E0-7F98E483636F}"/>
              </a:ext>
            </a:extLst>
          </p:cNvPr>
          <p:cNvSpPr>
            <a:spLocks noGrp="1"/>
          </p:cNvSpPr>
          <p:nvPr>
            <p:ph type="body" idx="15" hasCustomPrompt="1"/>
          </p:nvPr>
        </p:nvSpPr>
        <p:spPr>
          <a:xfrm>
            <a:off x="433473" y="2707856"/>
            <a:ext cx="52116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4" name="Content Placeholder 2">
            <a:extLst>
              <a:ext uri="{FF2B5EF4-FFF2-40B4-BE49-F238E27FC236}">
                <a16:creationId xmlns:a16="http://schemas.microsoft.com/office/drawing/2014/main" id="{4DEDEE7F-F97B-7B97-02BF-AF74423C78AE}"/>
              </a:ext>
            </a:extLst>
          </p:cNvPr>
          <p:cNvSpPr>
            <a:spLocks noGrp="1"/>
          </p:cNvSpPr>
          <p:nvPr>
            <p:ph idx="1" hasCustomPrompt="1"/>
          </p:nvPr>
        </p:nvSpPr>
        <p:spPr>
          <a:xfrm>
            <a:off x="433473" y="3519012"/>
            <a:ext cx="5211677" cy="2700813"/>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BCB23B47-37ED-75C0-0F34-9D3C03F7930F}"/>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842606682"/>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half_heade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4E01E-D3F9-8614-6E3C-62268CBD2CB4}"/>
              </a:ext>
              <a:ext uri="{C183D7F6-B498-43B3-948B-1728B52AA6E4}">
                <adec:decorative xmlns:adec="http://schemas.microsoft.com/office/drawing/2017/decorative" val="1"/>
              </a:ext>
            </a:extLst>
          </p:cNvPr>
          <p:cNvSpPr/>
          <p:nvPr userDrawn="1"/>
        </p:nvSpPr>
        <p:spPr>
          <a:xfrm>
            <a:off x="0" y="-1"/>
            <a:ext cx="12192000" cy="135890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iversity of Nottingham castle icon">
            <a:extLst>
              <a:ext uri="{FF2B5EF4-FFF2-40B4-BE49-F238E27FC236}">
                <a16:creationId xmlns:a16="http://schemas.microsoft.com/office/drawing/2014/main" id="{D7395279-FD9F-F3B7-B55E-F407BE7B3E7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bg1"/>
                </a:solidFill>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1817688"/>
            <a:ext cx="5219518" cy="4402138"/>
          </a:xfrm>
          <a:prstGeom prst="rect">
            <a:avLst/>
          </a:prstGeom>
        </p:spPr>
        <p:txBody>
          <a:bodyPr bIns="0"/>
          <a:lstStyle/>
          <a:p>
            <a:pPr lvl="0"/>
            <a:r>
              <a:rPr lang="en-GB"/>
              <a:t>Text goes here</a:t>
            </a: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872848491"/>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half_header_subtitl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4E01E-D3F9-8614-6E3C-62268CBD2CB4}"/>
              </a:ext>
              <a:ext uri="{C183D7F6-B498-43B3-948B-1728B52AA6E4}">
                <adec:decorative xmlns:adec="http://schemas.microsoft.com/office/drawing/2017/decorative" val="1"/>
              </a:ext>
            </a:extLst>
          </p:cNvPr>
          <p:cNvSpPr/>
          <p:nvPr userDrawn="1"/>
        </p:nvSpPr>
        <p:spPr>
          <a:xfrm>
            <a:off x="0" y="-1"/>
            <a:ext cx="12192000" cy="135890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iversity of Nottingham castle icon">
            <a:extLst>
              <a:ext uri="{FF2B5EF4-FFF2-40B4-BE49-F238E27FC236}">
                <a16:creationId xmlns:a16="http://schemas.microsoft.com/office/drawing/2014/main" id="{D7395279-FD9F-F3B7-B55E-F407BE7B3E7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bg1"/>
                </a:solidFill>
                <a:latin typeface="+mj-lt"/>
              </a:defRPr>
            </a:lvl1pPr>
          </a:lstStyle>
          <a:p>
            <a:r>
              <a:rPr lang="en-GB"/>
              <a:t>Your title goes here</a:t>
            </a:r>
            <a:endParaRPr lang="en-US"/>
          </a:p>
        </p:txBody>
      </p:sp>
      <p:sp>
        <p:nvSpPr>
          <p:cNvPr id="9" name="Text Placeholder 2">
            <a:extLst>
              <a:ext uri="{FF2B5EF4-FFF2-40B4-BE49-F238E27FC236}">
                <a16:creationId xmlns:a16="http://schemas.microsoft.com/office/drawing/2014/main" id="{A116A886-E557-330B-11EE-42F5D3EE412A}"/>
              </a:ext>
            </a:extLst>
          </p:cNvPr>
          <p:cNvSpPr>
            <a:spLocks noGrp="1"/>
          </p:cNvSpPr>
          <p:nvPr>
            <p:ph type="body" idx="16" hasCustomPrompt="1"/>
          </p:nvPr>
        </p:nvSpPr>
        <p:spPr>
          <a:xfrm>
            <a:off x="433473" y="1812413"/>
            <a:ext cx="52116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8" name="Content Placeholder 2">
            <a:extLst>
              <a:ext uri="{FF2B5EF4-FFF2-40B4-BE49-F238E27FC236}">
                <a16:creationId xmlns:a16="http://schemas.microsoft.com/office/drawing/2014/main" id="{09079674-2601-E1DB-B666-2D0B774D04F2}"/>
              </a:ext>
            </a:extLst>
          </p:cNvPr>
          <p:cNvSpPr>
            <a:spLocks noGrp="1"/>
          </p:cNvSpPr>
          <p:nvPr>
            <p:ph idx="15" hasCustomPrompt="1"/>
          </p:nvPr>
        </p:nvSpPr>
        <p:spPr>
          <a:xfrm>
            <a:off x="433473" y="2623569"/>
            <a:ext cx="5211677" cy="3596255"/>
          </a:xfrm>
          <a:prstGeom prst="rect">
            <a:avLst/>
          </a:prstGeom>
        </p:spPr>
        <p:txBody>
          <a:bodyPr bIns="0"/>
          <a:lstStyle/>
          <a:p>
            <a:pPr lvl="0"/>
            <a:r>
              <a:rPr lang="en-GB"/>
              <a:t>Text goes here</a:t>
            </a: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318338431"/>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thir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3C1180-494D-3A45-3D53-7113F7295561}"/>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0DCDDB14-B4F8-AF81-C172-8590ED48C960}"/>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Content Placeholder 2">
            <a:extLst>
              <a:ext uri="{FF2B5EF4-FFF2-40B4-BE49-F238E27FC236}">
                <a16:creationId xmlns:a16="http://schemas.microsoft.com/office/drawing/2014/main" id="{02E2F637-A3FE-B82F-49CB-F653C711B928}"/>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49644090"/>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65">
          <p15:clr>
            <a:srgbClr val="9FCC3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third_NB">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3C1180-494D-3A45-3D53-7113F7295561}"/>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0DCDDB14-B4F8-AF81-C172-8590ED48C960}"/>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Content Placeholder 2">
            <a:extLst>
              <a:ext uri="{FF2B5EF4-FFF2-40B4-BE49-F238E27FC236}">
                <a16:creationId xmlns:a16="http://schemas.microsoft.com/office/drawing/2014/main" id="{02E2F637-A3FE-B82F-49CB-F653C711B928}"/>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1127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lvl1pPr>
              <a:defRPr>
                <a:solidFill>
                  <a:srgbClr val="FAF6EF"/>
                </a:solidFill>
              </a:defRPr>
            </a:lvl1pPr>
          </a:lstStyle>
          <a:p>
            <a:pPr lvl="0"/>
            <a:r>
              <a:rPr lang="en-GB"/>
              <a:t>Click to edit Master text styles</a:t>
            </a:r>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502346626"/>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65">
          <p15:clr>
            <a:srgbClr val="9FCC3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third_sub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BBED16-29E0-32E0-53EF-E6BDB0D777AB}"/>
              </a:ext>
            </a:extLst>
          </p:cNvPr>
          <p:cNvSpPr/>
          <p:nvPr userDrawn="1"/>
        </p:nvSpPr>
        <p:spPr>
          <a:xfrm>
            <a:off x="-1315704" y="2258900"/>
            <a:ext cx="1284984" cy="719250"/>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3" name="Title Placeholder 1">
            <a:extLst>
              <a:ext uri="{FF2B5EF4-FFF2-40B4-BE49-F238E27FC236}">
                <a16:creationId xmlns:a16="http://schemas.microsoft.com/office/drawing/2014/main" id="{EE7D4E18-50DC-7E45-B2D8-00BB10340B44}"/>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Text Placeholder 2">
            <a:extLst>
              <a:ext uri="{FF2B5EF4-FFF2-40B4-BE49-F238E27FC236}">
                <a16:creationId xmlns:a16="http://schemas.microsoft.com/office/drawing/2014/main" id="{0E56A981-CD9B-8BA7-562F-FBFBA8722568}"/>
              </a:ext>
            </a:extLst>
          </p:cNvPr>
          <p:cNvSpPr>
            <a:spLocks noGrp="1"/>
          </p:cNvSpPr>
          <p:nvPr>
            <p:ph type="body" idx="15" hasCustomPrompt="1"/>
          </p:nvPr>
        </p:nvSpPr>
        <p:spPr>
          <a:xfrm>
            <a:off x="433473" y="2708904"/>
            <a:ext cx="71928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6" name="Content Placeholder 2">
            <a:extLst>
              <a:ext uri="{FF2B5EF4-FFF2-40B4-BE49-F238E27FC236}">
                <a16:creationId xmlns:a16="http://schemas.microsoft.com/office/drawing/2014/main" id="{0D55CA27-D589-3763-3734-33D517728468}"/>
              </a:ext>
            </a:extLst>
          </p:cNvPr>
          <p:cNvSpPr>
            <a:spLocks noGrp="1"/>
          </p:cNvSpPr>
          <p:nvPr>
            <p:ph idx="1" hasCustomPrompt="1"/>
          </p:nvPr>
        </p:nvSpPr>
        <p:spPr>
          <a:xfrm>
            <a:off x="433473" y="3520060"/>
            <a:ext cx="7192877" cy="2699765"/>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246B96E7-E547-78AA-C543-83A207229589}"/>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060384942"/>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third_subtitle_N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BBED16-29E0-32E0-53EF-E6BDB0D777AB}"/>
              </a:ext>
            </a:extLst>
          </p:cNvPr>
          <p:cNvSpPr/>
          <p:nvPr userDrawn="1"/>
        </p:nvSpPr>
        <p:spPr>
          <a:xfrm>
            <a:off x="-1315704" y="2258900"/>
            <a:ext cx="1284984" cy="719250"/>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3" name="Title Placeholder 1">
            <a:extLst>
              <a:ext uri="{FF2B5EF4-FFF2-40B4-BE49-F238E27FC236}">
                <a16:creationId xmlns:a16="http://schemas.microsoft.com/office/drawing/2014/main" id="{EE7D4E18-50DC-7E45-B2D8-00BB10340B44}"/>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Text Placeholder 2">
            <a:extLst>
              <a:ext uri="{FF2B5EF4-FFF2-40B4-BE49-F238E27FC236}">
                <a16:creationId xmlns:a16="http://schemas.microsoft.com/office/drawing/2014/main" id="{0E56A981-CD9B-8BA7-562F-FBFBA8722568}"/>
              </a:ext>
            </a:extLst>
          </p:cNvPr>
          <p:cNvSpPr>
            <a:spLocks noGrp="1"/>
          </p:cNvSpPr>
          <p:nvPr>
            <p:ph type="body" idx="15" hasCustomPrompt="1"/>
          </p:nvPr>
        </p:nvSpPr>
        <p:spPr>
          <a:xfrm>
            <a:off x="433473" y="2708904"/>
            <a:ext cx="71928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6" name="Content Placeholder 2">
            <a:extLst>
              <a:ext uri="{FF2B5EF4-FFF2-40B4-BE49-F238E27FC236}">
                <a16:creationId xmlns:a16="http://schemas.microsoft.com/office/drawing/2014/main" id="{0D55CA27-D589-3763-3734-33D517728468}"/>
              </a:ext>
            </a:extLst>
          </p:cNvPr>
          <p:cNvSpPr>
            <a:spLocks noGrp="1"/>
          </p:cNvSpPr>
          <p:nvPr>
            <p:ph idx="1" hasCustomPrompt="1"/>
          </p:nvPr>
        </p:nvSpPr>
        <p:spPr>
          <a:xfrm>
            <a:off x="433473" y="3520060"/>
            <a:ext cx="7192877" cy="2699765"/>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1127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40315"/>
            <a:ext cx="3240087" cy="5761037"/>
          </a:xfrm>
          <a:prstGeom prst="rect">
            <a:avLst/>
          </a:prstGeom>
        </p:spPr>
        <p:txBody>
          <a:bodyPr bIns="0"/>
          <a:lstStyle>
            <a:lvl1pPr>
              <a:defRPr>
                <a:solidFill>
                  <a:srgbClr val="FAF6EF"/>
                </a:solidFill>
              </a:defRPr>
            </a:lvl1pPr>
          </a:lstStyle>
          <a:p>
            <a:pPr lvl="0"/>
            <a:r>
              <a:rPr lang="en-GB"/>
              <a:t>Click to edit Master text styles</a:t>
            </a:r>
          </a:p>
        </p:txBody>
      </p:sp>
      <p:sp>
        <p:nvSpPr>
          <p:cNvPr id="14" name="Slide Number Placeholder 5">
            <a:extLst>
              <a:ext uri="{FF2B5EF4-FFF2-40B4-BE49-F238E27FC236}">
                <a16:creationId xmlns:a16="http://schemas.microsoft.com/office/drawing/2014/main" id="{246B96E7-E547-78AA-C543-83A207229589}"/>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146591596"/>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_column_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AA1B0-C99D-5E34-36D6-FAE430BD23A4}"/>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6" name="TextBox 5">
            <a:extLst>
              <a:ext uri="{FF2B5EF4-FFF2-40B4-BE49-F238E27FC236}">
                <a16:creationId xmlns:a16="http://schemas.microsoft.com/office/drawing/2014/main" id="{5F355204-F707-A2D7-9431-4397130C1DC7}"/>
              </a:ext>
            </a:extLst>
          </p:cNvPr>
          <p:cNvSpPr txBox="1"/>
          <p:nvPr userDrawn="1"/>
        </p:nvSpPr>
        <p:spPr>
          <a:xfrm>
            <a:off x="343005" y="1593063"/>
            <a:ext cx="1448319" cy="1323439"/>
          </a:xfrm>
          <a:prstGeom prst="rect">
            <a:avLst/>
          </a:prstGeom>
          <a:noFill/>
        </p:spPr>
        <p:txBody>
          <a:bodyPr wrap="square">
            <a:spAutoFit/>
          </a:bodyPr>
          <a:lstStyle/>
          <a:p>
            <a:pPr lvl="0"/>
            <a:r>
              <a:rPr lang="en-GB" sz="8000" b="1">
                <a:solidFill>
                  <a:srgbClr val="009BC1"/>
                </a:solidFill>
              </a:rPr>
              <a:t>01</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25451"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7" name="TextBox 6">
            <a:extLst>
              <a:ext uri="{FF2B5EF4-FFF2-40B4-BE49-F238E27FC236}">
                <a16:creationId xmlns:a16="http://schemas.microsoft.com/office/drawing/2014/main" id="{669B91C6-3DB9-F614-38EC-2285A437201C}"/>
              </a:ext>
            </a:extLst>
          </p:cNvPr>
          <p:cNvSpPr txBox="1"/>
          <p:nvPr userDrawn="1"/>
        </p:nvSpPr>
        <p:spPr>
          <a:xfrm>
            <a:off x="4294951" y="1593063"/>
            <a:ext cx="1448319" cy="1323439"/>
          </a:xfrm>
          <a:prstGeom prst="rect">
            <a:avLst/>
          </a:prstGeom>
          <a:noFill/>
        </p:spPr>
        <p:txBody>
          <a:bodyPr wrap="square">
            <a:spAutoFit/>
          </a:bodyPr>
          <a:lstStyle/>
          <a:p>
            <a:pPr lvl="0"/>
            <a:r>
              <a:rPr lang="en-GB" sz="8000" b="1">
                <a:solidFill>
                  <a:srgbClr val="009BC1"/>
                </a:solidFill>
              </a:rPr>
              <a:t>02</a:t>
            </a:r>
          </a:p>
        </p:txBody>
      </p:sp>
      <p:sp>
        <p:nvSpPr>
          <p:cNvPr id="8" name="Content Placeholder 2">
            <a:extLst>
              <a:ext uri="{FF2B5EF4-FFF2-40B4-BE49-F238E27FC236}">
                <a16:creationId xmlns:a16="http://schemas.microsoft.com/office/drawing/2014/main" id="{E5178B68-4973-59C0-D306-617FE8FC88C2}"/>
              </a:ext>
            </a:extLst>
          </p:cNvPr>
          <p:cNvSpPr>
            <a:spLocks noGrp="1"/>
          </p:cNvSpPr>
          <p:nvPr>
            <p:ph idx="16" hasCustomPrompt="1"/>
          </p:nvPr>
        </p:nvSpPr>
        <p:spPr>
          <a:xfrm>
            <a:off x="4385772"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9" name="TextBox 8">
            <a:extLst>
              <a:ext uri="{FF2B5EF4-FFF2-40B4-BE49-F238E27FC236}">
                <a16:creationId xmlns:a16="http://schemas.microsoft.com/office/drawing/2014/main" id="{0AC90D3A-884C-1A78-8C9D-522CF00F72B3}"/>
              </a:ext>
            </a:extLst>
          </p:cNvPr>
          <p:cNvSpPr txBox="1"/>
          <p:nvPr userDrawn="1"/>
        </p:nvSpPr>
        <p:spPr>
          <a:xfrm>
            <a:off x="8246897" y="1572882"/>
            <a:ext cx="1448319" cy="1323439"/>
          </a:xfrm>
          <a:prstGeom prst="rect">
            <a:avLst/>
          </a:prstGeom>
          <a:noFill/>
        </p:spPr>
        <p:txBody>
          <a:bodyPr wrap="square">
            <a:spAutoFit/>
          </a:bodyPr>
          <a:lstStyle/>
          <a:p>
            <a:pPr lvl="0"/>
            <a:r>
              <a:rPr lang="en-GB" sz="8000" b="1">
                <a:solidFill>
                  <a:srgbClr val="009BC1"/>
                </a:solidFill>
              </a:rPr>
              <a:t>03</a:t>
            </a:r>
          </a:p>
        </p:txBody>
      </p:sp>
      <p:sp>
        <p:nvSpPr>
          <p:cNvPr id="10" name="Content Placeholder 2">
            <a:extLst>
              <a:ext uri="{FF2B5EF4-FFF2-40B4-BE49-F238E27FC236}">
                <a16:creationId xmlns:a16="http://schemas.microsoft.com/office/drawing/2014/main" id="{6988ED98-95EA-FDDD-D6DB-6552BA7D87B7}"/>
              </a:ext>
            </a:extLst>
          </p:cNvPr>
          <p:cNvSpPr>
            <a:spLocks noGrp="1"/>
          </p:cNvSpPr>
          <p:nvPr>
            <p:ph idx="18" hasCustomPrompt="1"/>
          </p:nvPr>
        </p:nvSpPr>
        <p:spPr>
          <a:xfrm>
            <a:off x="8346300"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145541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_column_2">
    <p:bg>
      <p:bgPr>
        <a:solidFill>
          <a:schemeClr val="bg1"/>
        </a:solidFill>
        <a:effectLst/>
      </p:bgPr>
    </p:bg>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BA62D1B7-1580-A1C2-197B-0F085CE1F293}"/>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2" name="TextBox 1">
            <a:extLst>
              <a:ext uri="{FF2B5EF4-FFF2-40B4-BE49-F238E27FC236}">
                <a16:creationId xmlns:a16="http://schemas.microsoft.com/office/drawing/2014/main" id="{C6B1A70D-F4F8-FBC6-92C6-09996629C5F8}"/>
              </a:ext>
            </a:extLst>
          </p:cNvPr>
          <p:cNvSpPr txBox="1"/>
          <p:nvPr userDrawn="1"/>
        </p:nvSpPr>
        <p:spPr>
          <a:xfrm>
            <a:off x="343005" y="1593063"/>
            <a:ext cx="1448319" cy="1323439"/>
          </a:xfrm>
          <a:prstGeom prst="rect">
            <a:avLst/>
          </a:prstGeom>
          <a:noFill/>
        </p:spPr>
        <p:txBody>
          <a:bodyPr wrap="square">
            <a:spAutoFit/>
          </a:bodyPr>
          <a:lstStyle/>
          <a:p>
            <a:pPr lvl="0"/>
            <a:r>
              <a:rPr lang="en-GB" sz="8000" b="1">
                <a:solidFill>
                  <a:srgbClr val="009BC1"/>
                </a:solidFill>
              </a:rPr>
              <a:t>04</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25451"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4" name="TextBox 3">
            <a:extLst>
              <a:ext uri="{FF2B5EF4-FFF2-40B4-BE49-F238E27FC236}">
                <a16:creationId xmlns:a16="http://schemas.microsoft.com/office/drawing/2014/main" id="{F738888D-3FC8-5D56-A009-4CF75EA4CDC4}"/>
              </a:ext>
            </a:extLst>
          </p:cNvPr>
          <p:cNvSpPr txBox="1"/>
          <p:nvPr userDrawn="1"/>
        </p:nvSpPr>
        <p:spPr>
          <a:xfrm>
            <a:off x="4294951" y="1593063"/>
            <a:ext cx="1448319" cy="1323439"/>
          </a:xfrm>
          <a:prstGeom prst="rect">
            <a:avLst/>
          </a:prstGeom>
          <a:noFill/>
        </p:spPr>
        <p:txBody>
          <a:bodyPr wrap="square">
            <a:spAutoFit/>
          </a:bodyPr>
          <a:lstStyle/>
          <a:p>
            <a:pPr lvl="0"/>
            <a:r>
              <a:rPr lang="en-GB" sz="8000" b="1">
                <a:solidFill>
                  <a:srgbClr val="009BC1"/>
                </a:solidFill>
              </a:rPr>
              <a:t>05</a:t>
            </a:r>
          </a:p>
        </p:txBody>
      </p:sp>
      <p:sp>
        <p:nvSpPr>
          <p:cNvPr id="8" name="Content Placeholder 2">
            <a:extLst>
              <a:ext uri="{FF2B5EF4-FFF2-40B4-BE49-F238E27FC236}">
                <a16:creationId xmlns:a16="http://schemas.microsoft.com/office/drawing/2014/main" id="{E5178B68-4973-59C0-D306-617FE8FC88C2}"/>
              </a:ext>
            </a:extLst>
          </p:cNvPr>
          <p:cNvSpPr>
            <a:spLocks noGrp="1"/>
          </p:cNvSpPr>
          <p:nvPr>
            <p:ph idx="16" hasCustomPrompt="1"/>
          </p:nvPr>
        </p:nvSpPr>
        <p:spPr>
          <a:xfrm>
            <a:off x="4385772"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6" name="TextBox 5">
            <a:extLst>
              <a:ext uri="{FF2B5EF4-FFF2-40B4-BE49-F238E27FC236}">
                <a16:creationId xmlns:a16="http://schemas.microsoft.com/office/drawing/2014/main" id="{43DB0D2A-C2E3-F25D-53F4-CF13865C9109}"/>
              </a:ext>
            </a:extLst>
          </p:cNvPr>
          <p:cNvSpPr txBox="1"/>
          <p:nvPr userDrawn="1"/>
        </p:nvSpPr>
        <p:spPr>
          <a:xfrm>
            <a:off x="8246897" y="1572882"/>
            <a:ext cx="1448319" cy="1323439"/>
          </a:xfrm>
          <a:prstGeom prst="rect">
            <a:avLst/>
          </a:prstGeom>
          <a:noFill/>
        </p:spPr>
        <p:txBody>
          <a:bodyPr wrap="square">
            <a:spAutoFit/>
          </a:bodyPr>
          <a:lstStyle/>
          <a:p>
            <a:pPr lvl="0"/>
            <a:r>
              <a:rPr lang="en-GB" sz="8000" b="1">
                <a:solidFill>
                  <a:srgbClr val="009BC1"/>
                </a:solidFill>
              </a:rPr>
              <a:t>06</a:t>
            </a:r>
          </a:p>
        </p:txBody>
      </p:sp>
      <p:sp>
        <p:nvSpPr>
          <p:cNvPr id="10" name="Content Placeholder 2">
            <a:extLst>
              <a:ext uri="{FF2B5EF4-FFF2-40B4-BE49-F238E27FC236}">
                <a16:creationId xmlns:a16="http://schemas.microsoft.com/office/drawing/2014/main" id="{6988ED98-95EA-FDDD-D6DB-6552BA7D87B7}"/>
              </a:ext>
            </a:extLst>
          </p:cNvPr>
          <p:cNvSpPr>
            <a:spLocks noGrp="1"/>
          </p:cNvSpPr>
          <p:nvPr>
            <p:ph idx="18" hasCustomPrompt="1"/>
          </p:nvPr>
        </p:nvSpPr>
        <p:spPr>
          <a:xfrm>
            <a:off x="8346300"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0646724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half_dark">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DB74EC4-F077-7ACF-63E6-7A6072899E7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FB144ED2-A07C-2BEB-4CC6-8EE32AF098D4}"/>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5ED18B36-7136-2B46-5099-B25A0C21EFC4}"/>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a:t>
            </a:r>
          </a:p>
        </p:txBody>
      </p:sp>
      <p:sp>
        <p:nvSpPr>
          <p:cNvPr id="13" name="Slide Number Placeholder 5">
            <a:extLst>
              <a:ext uri="{FF2B5EF4-FFF2-40B4-BE49-F238E27FC236}">
                <a16:creationId xmlns:a16="http://schemas.microsoft.com/office/drawing/2014/main" id="{2513B074-6D4D-5E65-E763-4CBE80D66406}"/>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551090777"/>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half_header_revers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FCFD66-2782-25FD-4B6B-8E3FBA800BD4}"/>
              </a:ext>
              <a:ext uri="{C183D7F6-B498-43B3-948B-1728B52AA6E4}">
                <adec:decorative xmlns:adec="http://schemas.microsoft.com/office/drawing/2017/decorative" val="1"/>
              </a:ext>
            </a:extLst>
          </p:cNvPr>
          <p:cNvSpPr/>
          <p:nvPr userDrawn="1"/>
        </p:nvSpPr>
        <p:spPr>
          <a:xfrm>
            <a:off x="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tx1"/>
                </a:solidFill>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1817688"/>
            <a:ext cx="5219518" cy="4402138"/>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lvl1pPr>
              <a:defRPr>
                <a:solidFill>
                  <a:schemeClr val="bg1"/>
                </a:solidFill>
              </a:defRPr>
            </a:lvl1pPr>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907121188"/>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_grid_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5E44EC-D851-12E4-A4FC-326A1D3AEFC7}"/>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13" name="Picture Placeholder 12">
            <a:extLst>
              <a:ext uri="{FF2B5EF4-FFF2-40B4-BE49-F238E27FC236}">
                <a16:creationId xmlns:a16="http://schemas.microsoft.com/office/drawing/2014/main" id="{EDCCA7DA-43AB-3A07-EF33-FACF17E6C0B3}"/>
              </a:ext>
            </a:extLst>
          </p:cNvPr>
          <p:cNvSpPr>
            <a:spLocks noGrp="1"/>
          </p:cNvSpPr>
          <p:nvPr>
            <p:ph type="pic" sz="quarter" idx="10" hasCustomPrompt="1"/>
          </p:nvPr>
        </p:nvSpPr>
        <p:spPr>
          <a:xfrm>
            <a:off x="-10464" y="3429000"/>
            <a:ext cx="3035300" cy="3429000"/>
          </a:xfrm>
          <a:prstGeom prst="rect">
            <a:avLst/>
          </a:prstGeom>
        </p:spPr>
        <p:txBody>
          <a:bodyPr anchor="ctr"/>
          <a:lstStyle>
            <a:lvl1pPr marL="0" indent="0" algn="ctr">
              <a:buNone/>
              <a:defRPr/>
            </a:lvl1pPr>
          </a:lstStyle>
          <a:p>
            <a:r>
              <a:rPr lang="en-US"/>
              <a:t>  </a:t>
            </a:r>
          </a:p>
        </p:txBody>
      </p:sp>
      <p:sp>
        <p:nvSpPr>
          <p:cNvPr id="4" name="Rectangle 3">
            <a:extLst>
              <a:ext uri="{FF2B5EF4-FFF2-40B4-BE49-F238E27FC236}">
                <a16:creationId xmlns:a16="http://schemas.microsoft.com/office/drawing/2014/main" id="{DD8AE549-3D8C-F8C5-5564-74DC0B0E758A}"/>
              </a:ext>
              <a:ext uri="{C183D7F6-B498-43B3-948B-1728B52AA6E4}">
                <adec:decorative xmlns:adec="http://schemas.microsoft.com/office/drawing/2017/decorative" val="1"/>
              </a:ext>
            </a:extLst>
          </p:cNvPr>
          <p:cNvSpPr/>
          <p:nvPr userDrawn="1"/>
        </p:nvSpPr>
        <p:spPr>
          <a:xfrm>
            <a:off x="3035592" y="3429000"/>
            <a:ext cx="3060408" cy="3429000"/>
          </a:xfrm>
          <a:prstGeom prst="rect">
            <a:avLst/>
          </a:prstGeom>
          <a:solidFill>
            <a:srgbClr val="66C3D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rtlCol="0" anchor="ctr"/>
          <a:lstStyle/>
          <a:p>
            <a:pPr algn="ctr"/>
            <a:endParaRPr lang="en-US"/>
          </a:p>
        </p:txBody>
      </p:sp>
      <p:sp>
        <p:nvSpPr>
          <p:cNvPr id="17" name="Text Placeholder 16">
            <a:extLst>
              <a:ext uri="{FF2B5EF4-FFF2-40B4-BE49-F238E27FC236}">
                <a16:creationId xmlns:a16="http://schemas.microsoft.com/office/drawing/2014/main" id="{EED4FDFF-01CC-7D91-5FE8-76C56AA43EA9}"/>
              </a:ext>
            </a:extLst>
          </p:cNvPr>
          <p:cNvSpPr>
            <a:spLocks noGrp="1"/>
          </p:cNvSpPr>
          <p:nvPr>
            <p:ph type="body" sz="quarter" idx="12" hasCustomPrompt="1"/>
          </p:nvPr>
        </p:nvSpPr>
        <p:spPr>
          <a:xfrm>
            <a:off x="3035300" y="3429000"/>
            <a:ext cx="3060700" cy="3429000"/>
          </a:xfrm>
          <a:prstGeom prst="rect">
            <a:avLst/>
          </a:prstGeom>
        </p:spPr>
        <p:txBody>
          <a:bodyPr lIns="360000" tIns="360000" rIns="360000" bIns="900000"/>
          <a:lstStyle>
            <a:lvl1pPr marL="0" indent="0">
              <a:buNone/>
              <a:defRPr sz="2800" b="1"/>
            </a:lvl1pPr>
            <a:lvl2pPr marL="0" indent="0">
              <a:buNone/>
              <a:defRPr sz="2400"/>
            </a:lvl2pPr>
          </a:lstStyle>
          <a:p>
            <a:pPr lvl="0"/>
            <a:r>
              <a:rPr lang="en-GB"/>
              <a:t>Text box 1</a:t>
            </a:r>
          </a:p>
          <a:p>
            <a:pPr lvl="1"/>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306040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18" name="Text Placeholder 16">
            <a:extLst>
              <a:ext uri="{FF2B5EF4-FFF2-40B4-BE49-F238E27FC236}">
                <a16:creationId xmlns:a16="http://schemas.microsoft.com/office/drawing/2014/main" id="{CF8E0CD1-94EB-05D7-D056-7768B00D423C}"/>
              </a:ext>
            </a:extLst>
          </p:cNvPr>
          <p:cNvSpPr>
            <a:spLocks noGrp="1"/>
          </p:cNvSpPr>
          <p:nvPr>
            <p:ph type="body" sz="quarter" idx="13" hasCustomPrompt="1"/>
          </p:nvPr>
        </p:nvSpPr>
        <p:spPr>
          <a:xfrm>
            <a:off x="6109950" y="0"/>
            <a:ext cx="3046458" cy="3429000"/>
          </a:xfrm>
          <a:prstGeom prst="rect">
            <a:avLst/>
          </a:prstGeom>
        </p:spPr>
        <p:txBody>
          <a:bodyPr lIns="360000" tIns="432000" rIns="360000" bIns="360000"/>
          <a:lstStyle>
            <a:lvl1pPr marL="0" indent="0">
              <a:buNone/>
              <a:defRPr sz="2800" b="1"/>
            </a:lvl1pPr>
            <a:lvl2pPr marL="0" indent="0">
              <a:buNone/>
              <a:defRPr sz="2400"/>
            </a:lvl2pPr>
          </a:lstStyle>
          <a:p>
            <a:pPr lvl="0"/>
            <a:r>
              <a:rPr lang="en-GB"/>
              <a:t>Text box 2</a:t>
            </a:r>
          </a:p>
          <a:p>
            <a:pPr lvl="1"/>
            <a:r>
              <a:rPr lang="en-GB"/>
              <a:t>Text goes here</a:t>
            </a:r>
            <a:endParaRPr lang="en-US"/>
          </a:p>
        </p:txBody>
      </p:sp>
      <p:sp>
        <p:nvSpPr>
          <p:cNvPr id="6" name="Rectangle 5">
            <a:extLst>
              <a:ext uri="{FF2B5EF4-FFF2-40B4-BE49-F238E27FC236}">
                <a16:creationId xmlns:a16="http://schemas.microsoft.com/office/drawing/2014/main" id="{000767FC-B0EE-2180-5D56-1FD4F2E49ED5}"/>
              </a:ext>
              <a:ext uri="{C183D7F6-B498-43B3-948B-1728B52AA6E4}">
                <adec:decorative xmlns:adec="http://schemas.microsoft.com/office/drawing/2017/decorative" val="1"/>
              </a:ext>
            </a:extLst>
          </p:cNvPr>
          <p:cNvSpPr/>
          <p:nvPr userDrawn="1"/>
        </p:nvSpPr>
        <p:spPr>
          <a:xfrm>
            <a:off x="9156408" y="0"/>
            <a:ext cx="3035592"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6">
            <a:extLst>
              <a:ext uri="{FF2B5EF4-FFF2-40B4-BE49-F238E27FC236}">
                <a16:creationId xmlns:a16="http://schemas.microsoft.com/office/drawing/2014/main" id="{7D5F2ED6-EDF6-AE45-DB32-B0BFFD4C080C}"/>
              </a:ext>
            </a:extLst>
          </p:cNvPr>
          <p:cNvSpPr>
            <a:spLocks noGrp="1"/>
          </p:cNvSpPr>
          <p:nvPr>
            <p:ph type="body" sz="quarter" idx="14" hasCustomPrompt="1"/>
          </p:nvPr>
        </p:nvSpPr>
        <p:spPr>
          <a:xfrm>
            <a:off x="9170358" y="0"/>
            <a:ext cx="3021642" cy="3429000"/>
          </a:xfrm>
          <a:prstGeom prst="rect">
            <a:avLst/>
          </a:prstGeom>
        </p:spPr>
        <p:txBody>
          <a:bodyPr lIns="360000" tIns="432000" rIns="360000" bIns="360000"/>
          <a:lstStyle>
            <a:lvl1pPr marL="0" indent="0">
              <a:buNone/>
              <a:defRPr sz="2800" b="1">
                <a:solidFill>
                  <a:schemeClr val="bg1"/>
                </a:solidFill>
              </a:defRPr>
            </a:lvl1pPr>
            <a:lvl2pPr marL="0" indent="0">
              <a:buNone/>
              <a:defRPr sz="2400">
                <a:solidFill>
                  <a:schemeClr val="bg1"/>
                </a:solidFill>
              </a:defRPr>
            </a:lvl2pPr>
          </a:lstStyle>
          <a:p>
            <a:pPr lvl="0"/>
            <a:r>
              <a:rPr lang="en-GB"/>
              <a:t>Text box 3</a:t>
            </a:r>
          </a:p>
          <a:p>
            <a:pPr lvl="1"/>
            <a:r>
              <a:rPr lang="en-GB"/>
              <a:t>Text goes here</a:t>
            </a:r>
            <a:endParaRPr lang="en-US"/>
          </a:p>
        </p:txBody>
      </p:sp>
      <p:sp>
        <p:nvSpPr>
          <p:cNvPr id="14" name="Picture Placeholder 12">
            <a:extLst>
              <a:ext uri="{FF2B5EF4-FFF2-40B4-BE49-F238E27FC236}">
                <a16:creationId xmlns:a16="http://schemas.microsoft.com/office/drawing/2014/main" id="{15B60017-6E9F-37A8-BC85-B1B623D25C22}"/>
              </a:ext>
            </a:extLst>
          </p:cNvPr>
          <p:cNvSpPr>
            <a:spLocks noGrp="1"/>
          </p:cNvSpPr>
          <p:nvPr>
            <p:ph type="pic" sz="quarter" idx="11"/>
          </p:nvPr>
        </p:nvSpPr>
        <p:spPr>
          <a:xfrm>
            <a:off x="6109950" y="3429000"/>
            <a:ext cx="6082050" cy="3429000"/>
          </a:xfrm>
          <a:prstGeom prst="rect">
            <a:avLst/>
          </a:prstGeom>
        </p:spPr>
        <p:txBody>
          <a:bodyPr anchor="ctr"/>
          <a:lstStyle>
            <a:lvl1pPr marL="0" indent="0" algn="ctr">
              <a:buNone/>
              <a:defRPr>
                <a:solidFill>
                  <a:schemeClr val="bg1"/>
                </a:solidFill>
              </a:defRPr>
            </a:lvl1pPr>
          </a:lstStyle>
          <a:p>
            <a:endParaRPr lang="en-US"/>
          </a:p>
        </p:txBody>
      </p:sp>
      <p:sp>
        <p:nvSpPr>
          <p:cNvPr id="19" name="Slide Number Placeholder 5">
            <a:extLst>
              <a:ext uri="{FF2B5EF4-FFF2-40B4-BE49-F238E27FC236}">
                <a16:creationId xmlns:a16="http://schemas.microsoft.com/office/drawing/2014/main" id="{447ADA44-5ECF-D81F-2E99-B0A321C86A92}"/>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136919523"/>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grid_2">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BFA4EF-A742-5BA9-C34E-7BBDD53BD33E}"/>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Rectangle 3">
            <a:extLst>
              <a:ext uri="{FF2B5EF4-FFF2-40B4-BE49-F238E27FC236}">
                <a16:creationId xmlns:a16="http://schemas.microsoft.com/office/drawing/2014/main" id="{DD8AE549-3D8C-F8C5-5564-74DC0B0E758A}"/>
              </a:ext>
              <a:ext uri="{C183D7F6-B498-43B3-948B-1728B52AA6E4}">
                <adec:decorative xmlns:adec="http://schemas.microsoft.com/office/drawing/2017/decorative" val="1"/>
              </a:ext>
            </a:extLst>
          </p:cNvPr>
          <p:cNvSpPr/>
          <p:nvPr userDrawn="1"/>
        </p:nvSpPr>
        <p:spPr>
          <a:xfrm>
            <a:off x="0" y="3429000"/>
            <a:ext cx="6095998"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6">
            <a:extLst>
              <a:ext uri="{FF2B5EF4-FFF2-40B4-BE49-F238E27FC236}">
                <a16:creationId xmlns:a16="http://schemas.microsoft.com/office/drawing/2014/main" id="{13120BCC-8BEC-DF67-24F5-634A4A8C8B4C}"/>
              </a:ext>
            </a:extLst>
          </p:cNvPr>
          <p:cNvSpPr>
            <a:spLocks noGrp="1"/>
          </p:cNvSpPr>
          <p:nvPr>
            <p:ph type="body" sz="quarter" idx="12" hasCustomPrompt="1"/>
          </p:nvPr>
        </p:nvSpPr>
        <p:spPr>
          <a:xfrm>
            <a:off x="433473" y="3429000"/>
            <a:ext cx="5662527" cy="3429000"/>
          </a:xfrm>
          <a:prstGeom prst="rect">
            <a:avLst/>
          </a:prstGeom>
        </p:spPr>
        <p:txBody>
          <a:bodyPr lIns="0" tIns="360000" rIns="360000" bIns="900000"/>
          <a:lstStyle>
            <a:lvl1pPr marL="0" indent="0">
              <a:buNone/>
              <a:defRPr sz="2800" b="1">
                <a:solidFill>
                  <a:schemeClr val="tx1"/>
                </a:solidFill>
              </a:defRPr>
            </a:lvl1pPr>
            <a:lvl2pPr marL="0" indent="0">
              <a:buNone/>
              <a:defRPr sz="2400">
                <a:solidFill>
                  <a:schemeClr val="tx1"/>
                </a:solidFill>
              </a:defRPr>
            </a:lvl2pPr>
          </a:lstStyle>
          <a:p>
            <a:pPr lvl="0"/>
            <a:r>
              <a:rPr lang="en-GB"/>
              <a:t>Text box 1</a:t>
            </a:r>
          </a:p>
          <a:p>
            <a:pPr lvl="1"/>
            <a:r>
              <a:rPr lang="en-GB"/>
              <a:t>Text goes here</a:t>
            </a:r>
            <a:endParaRPr lang="en-US"/>
          </a:p>
        </p:txBody>
      </p:sp>
      <p:sp>
        <p:nvSpPr>
          <p:cNvPr id="6" name="Rectangle 5">
            <a:extLst>
              <a:ext uri="{FF2B5EF4-FFF2-40B4-BE49-F238E27FC236}">
                <a16:creationId xmlns:a16="http://schemas.microsoft.com/office/drawing/2014/main" id="{97B0674E-8EA7-AED4-D11A-4B5776ED278A}"/>
              </a:ext>
              <a:ext uri="{C183D7F6-B498-43B3-948B-1728B52AA6E4}">
                <adec:decorative xmlns:adec="http://schemas.microsoft.com/office/drawing/2017/decorative" val="1"/>
              </a:ext>
            </a:extLst>
          </p:cNvPr>
          <p:cNvSpPr/>
          <p:nvPr userDrawn="1"/>
        </p:nvSpPr>
        <p:spPr>
          <a:xfrm>
            <a:off x="6096000" y="0"/>
            <a:ext cx="6096000" cy="3429000"/>
          </a:xfrm>
          <a:prstGeom prst="rect">
            <a:avLst/>
          </a:prstGeom>
          <a:solidFill>
            <a:srgbClr val="10263B"/>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13" name="Text Placeholder 16">
            <a:extLst>
              <a:ext uri="{FF2B5EF4-FFF2-40B4-BE49-F238E27FC236}">
                <a16:creationId xmlns:a16="http://schemas.microsoft.com/office/drawing/2014/main" id="{CDB2B333-8E79-CCA2-11F6-ACE5708FCD46}"/>
              </a:ext>
            </a:extLst>
          </p:cNvPr>
          <p:cNvSpPr>
            <a:spLocks noGrp="1"/>
          </p:cNvSpPr>
          <p:nvPr>
            <p:ph type="body" sz="quarter" idx="13" hasCustomPrompt="1"/>
          </p:nvPr>
        </p:nvSpPr>
        <p:spPr>
          <a:xfrm>
            <a:off x="6109950" y="0"/>
            <a:ext cx="5656600" cy="3429000"/>
          </a:xfrm>
          <a:prstGeom prst="rect">
            <a:avLst/>
          </a:prstGeom>
        </p:spPr>
        <p:txBody>
          <a:bodyPr lIns="360000" tIns="432000" rIns="360000" bIns="360000"/>
          <a:lstStyle>
            <a:lvl1pPr marL="0" indent="0">
              <a:buNone/>
              <a:defRPr sz="2800" b="1">
                <a:solidFill>
                  <a:schemeClr val="bg1"/>
                </a:solidFill>
              </a:defRPr>
            </a:lvl1pPr>
            <a:lvl2pPr marL="0" indent="0">
              <a:buNone/>
              <a:defRPr sz="2400">
                <a:solidFill>
                  <a:schemeClr val="bg1"/>
                </a:solidFill>
              </a:defRPr>
            </a:lvl2pPr>
          </a:lstStyle>
          <a:p>
            <a:pPr lvl="0"/>
            <a:r>
              <a:rPr lang="en-GB"/>
              <a:t>Text box 2</a:t>
            </a:r>
          </a:p>
          <a:p>
            <a:pPr lvl="1"/>
            <a:r>
              <a:rPr lang="en-GB"/>
              <a:t>Text goes here</a:t>
            </a:r>
            <a:endParaRPr lang="en-US"/>
          </a:p>
        </p:txBody>
      </p:sp>
      <p:sp>
        <p:nvSpPr>
          <p:cNvPr id="10" name="Picture Placeholder 12">
            <a:extLst>
              <a:ext uri="{FF2B5EF4-FFF2-40B4-BE49-F238E27FC236}">
                <a16:creationId xmlns:a16="http://schemas.microsoft.com/office/drawing/2014/main" id="{212BCA2A-7A54-C6A7-06AA-26279F9F3116}"/>
              </a:ext>
            </a:extLst>
          </p:cNvPr>
          <p:cNvSpPr>
            <a:spLocks noGrp="1"/>
          </p:cNvSpPr>
          <p:nvPr>
            <p:ph type="pic" sz="quarter" idx="11"/>
          </p:nvPr>
        </p:nvSpPr>
        <p:spPr>
          <a:xfrm>
            <a:off x="6123900" y="3429000"/>
            <a:ext cx="6082050" cy="3429000"/>
          </a:xfrm>
          <a:prstGeom prst="rect">
            <a:avLst/>
          </a:prstGeom>
        </p:spPr>
        <p:txBody>
          <a:bodyPr anchor="ctr"/>
          <a:lstStyle>
            <a:lvl1pPr marL="0" indent="0" algn="ctr">
              <a:buNone/>
              <a:defRPr>
                <a:solidFill>
                  <a:schemeClr val="bg1"/>
                </a:solidFill>
              </a:defRPr>
            </a:lvl1pPr>
          </a:lstStyle>
          <a:p>
            <a:endParaRPr lang="en-US" dirty="0"/>
          </a:p>
        </p:txBody>
      </p:sp>
      <p:sp>
        <p:nvSpPr>
          <p:cNvPr id="27" name="Slide Number Placeholder 5">
            <a:extLst>
              <a:ext uri="{FF2B5EF4-FFF2-40B4-BE49-F238E27FC236}">
                <a16:creationId xmlns:a16="http://schemas.microsoft.com/office/drawing/2014/main" id="{92DEC5A4-D2F7-DF4A-E9B6-9EEEB81A0D46}"/>
              </a:ext>
            </a:extLst>
          </p:cNvPr>
          <p:cNvSpPr txBox="1">
            <a:spLocks/>
          </p:cNvSpPr>
          <p:nvPr userDrawn="1"/>
        </p:nvSpPr>
        <p:spPr>
          <a:xfrm>
            <a:off x="11046660" y="6399212"/>
            <a:ext cx="719890" cy="197810"/>
          </a:xfrm>
          <a:prstGeom prst="rect">
            <a:avLst/>
          </a:prstGeom>
        </p:spPr>
        <p:txBody>
          <a:bodyPr lIns="0" tIns="0" rIns="0" bIns="0"/>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EACED-CA5D-B048-836B-BF30EF0E914A}"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3718943085"/>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half_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C39AFA-7D75-A7A1-4DAF-0ABAD9DF1B34}"/>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E647E610-1FA4-7CBB-1A5C-327EEBFC458C}"/>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6" name="Picture Placeholder 4">
            <a:extLst>
              <a:ext uri="{FF2B5EF4-FFF2-40B4-BE49-F238E27FC236}">
                <a16:creationId xmlns:a16="http://schemas.microsoft.com/office/drawing/2014/main" id="{C3D460CB-C830-EC38-98D8-0FCA20D78F62}"/>
              </a:ext>
            </a:extLst>
          </p:cNvPr>
          <p:cNvSpPr>
            <a:spLocks noGrp="1"/>
          </p:cNvSpPr>
          <p:nvPr>
            <p:ph type="pic" sz="quarter" idx="11"/>
          </p:nvPr>
        </p:nvSpPr>
        <p:spPr>
          <a:xfrm>
            <a:off x="6096000" y="0"/>
            <a:ext cx="6096000" cy="6858000"/>
          </a:xfrm>
          <a:prstGeom prst="rect">
            <a:avLst/>
          </a:prstGeom>
        </p:spPr>
        <p:txBody>
          <a:bodyPr anchor="ctr"/>
          <a:lstStyle>
            <a:lvl1pPr marL="0" indent="0" algn="ctr">
              <a:buNone/>
              <a:defRPr>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691076930"/>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third_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1D539C-2810-8838-FCB1-661F2CC4B5E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2BD230BE-0CFA-E6A8-3D27-DD65772DDEF5}"/>
              </a:ext>
            </a:extLst>
          </p:cNvPr>
          <p:cNvSpPr>
            <a:spLocks noGrp="1"/>
          </p:cNvSpPr>
          <p:nvPr>
            <p:ph type="title" hasCustomPrompt="1"/>
          </p:nvPr>
        </p:nvSpPr>
        <p:spPr>
          <a:xfrm>
            <a:off x="433473" y="1358900"/>
            <a:ext cx="71928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6" name="Content Placeholder 2">
            <a:extLst>
              <a:ext uri="{FF2B5EF4-FFF2-40B4-BE49-F238E27FC236}">
                <a16:creationId xmlns:a16="http://schemas.microsoft.com/office/drawing/2014/main" id="{3375DF16-3906-148C-E1CC-C228D62951A9}"/>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sp>
        <p:nvSpPr>
          <p:cNvPr id="5" name="Picture Placeholder 4">
            <a:extLst>
              <a:ext uri="{FF2B5EF4-FFF2-40B4-BE49-F238E27FC236}">
                <a16:creationId xmlns:a16="http://schemas.microsoft.com/office/drawing/2014/main" id="{B6FF842C-0A1C-5BFB-750B-CF8A5DCA7216}"/>
              </a:ext>
            </a:extLst>
          </p:cNvPr>
          <p:cNvSpPr>
            <a:spLocks noGrp="1"/>
          </p:cNvSpPr>
          <p:nvPr>
            <p:ph type="pic" sz="quarter" idx="11"/>
          </p:nvPr>
        </p:nvSpPr>
        <p:spPr>
          <a:xfrm>
            <a:off x="8075613" y="0"/>
            <a:ext cx="4116387" cy="6858000"/>
          </a:xfrm>
          <a:prstGeom prst="rect">
            <a:avLst/>
          </a:prstGeom>
        </p:spPr>
        <p:txBody>
          <a:bodyPr anchor="ctr"/>
          <a:lstStyle>
            <a:lvl1pPr marL="0" indent="0" algn="ctr">
              <a:buNone/>
              <a:defRPr>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902379699"/>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acts_figures_1">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3D343D-58FF-90A8-CF12-B58A1EB3555B}"/>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DAA4E089-8BEE-9B30-F0FF-FE3EA050FD8F}"/>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30" name="Rectangle 29">
            <a:extLst>
              <a:ext uri="{FF2B5EF4-FFF2-40B4-BE49-F238E27FC236}">
                <a16:creationId xmlns:a16="http://schemas.microsoft.com/office/drawing/2014/main" id="{46172501-84CA-2832-09E3-09993272AE44}"/>
              </a:ext>
              <a:ext uri="{C183D7F6-B498-43B3-948B-1728B52AA6E4}">
                <adec:decorative xmlns:adec="http://schemas.microsoft.com/office/drawing/2017/decorative" val="1"/>
              </a:ext>
            </a:extLst>
          </p:cNvPr>
          <p:cNvSpPr/>
          <p:nvPr userDrawn="1"/>
        </p:nvSpPr>
        <p:spPr>
          <a:xfrm>
            <a:off x="609600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D4264C15-FC9D-A249-9CBE-5788F74796DE}"/>
              </a:ext>
            </a:extLst>
          </p:cNvPr>
          <p:cNvSpPr>
            <a:spLocks noGrp="1"/>
          </p:cNvSpPr>
          <p:nvPr>
            <p:ph idx="11" hasCustomPrompt="1"/>
          </p:nvPr>
        </p:nvSpPr>
        <p:spPr>
          <a:xfrm>
            <a:off x="6546851" y="458787"/>
            <a:ext cx="5219700" cy="1253440"/>
          </a:xfrm>
          <a:prstGeom prst="rect">
            <a:avLst/>
          </a:prstGeom>
        </p:spPr>
        <p:txBody>
          <a:bodyPr bIns="0">
            <a:noAutofit/>
          </a:bodyPr>
          <a:lstStyle>
            <a:lvl1pPr marL="0" indent="0">
              <a:buNone/>
              <a:defRPr sz="9600" b="1" i="0">
                <a:solidFill>
                  <a:schemeClr val="bg1"/>
                </a:solidFill>
                <a:latin typeface="+mj-lt"/>
              </a:defRPr>
            </a:lvl1pPr>
          </a:lstStyle>
          <a:p>
            <a:pPr lvl="0"/>
            <a:r>
              <a:rPr lang="en-GB"/>
              <a:t>1 in 5</a:t>
            </a:r>
            <a:endParaRPr lang="en-US"/>
          </a:p>
        </p:txBody>
      </p:sp>
      <p:sp>
        <p:nvSpPr>
          <p:cNvPr id="32" name="Content Placeholder 2">
            <a:extLst>
              <a:ext uri="{FF2B5EF4-FFF2-40B4-BE49-F238E27FC236}">
                <a16:creationId xmlns:a16="http://schemas.microsoft.com/office/drawing/2014/main" id="{CBF27F4D-00D6-8DC3-B716-37C42ED523D8}"/>
              </a:ext>
            </a:extLst>
          </p:cNvPr>
          <p:cNvSpPr>
            <a:spLocks noGrp="1"/>
          </p:cNvSpPr>
          <p:nvPr>
            <p:ph idx="10" hasCustomPrompt="1"/>
          </p:nvPr>
        </p:nvSpPr>
        <p:spPr>
          <a:xfrm>
            <a:off x="6546851" y="2005609"/>
            <a:ext cx="521969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27" name="Rectangle 26">
            <a:extLst>
              <a:ext uri="{FF2B5EF4-FFF2-40B4-BE49-F238E27FC236}">
                <a16:creationId xmlns:a16="http://schemas.microsoft.com/office/drawing/2014/main" id="{FB09CE73-4B0C-AB83-FA25-0A89E08DECC5}"/>
              </a:ext>
              <a:ext uri="{C183D7F6-B498-43B3-948B-1728B52AA6E4}">
                <adec:decorative xmlns:adec="http://schemas.microsoft.com/office/drawing/2017/decorative" val="1"/>
              </a:ext>
            </a:extLst>
          </p:cNvPr>
          <p:cNvSpPr/>
          <p:nvPr userDrawn="1"/>
        </p:nvSpPr>
        <p:spPr>
          <a:xfrm>
            <a:off x="6096000" y="3429000"/>
            <a:ext cx="3060408"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36" name="Content Placeholder 2">
            <a:extLst>
              <a:ext uri="{FF2B5EF4-FFF2-40B4-BE49-F238E27FC236}">
                <a16:creationId xmlns:a16="http://schemas.microsoft.com/office/drawing/2014/main" id="{43F88302-7C4F-4C28-041C-8FC161F7E0CB}"/>
              </a:ext>
            </a:extLst>
          </p:cNvPr>
          <p:cNvSpPr>
            <a:spLocks noGrp="1"/>
          </p:cNvSpPr>
          <p:nvPr>
            <p:ph idx="13" hasCustomPrompt="1"/>
          </p:nvPr>
        </p:nvSpPr>
        <p:spPr>
          <a:xfrm>
            <a:off x="6546851" y="3876637"/>
            <a:ext cx="2249509" cy="1082568"/>
          </a:xfrm>
          <a:prstGeom prst="rect">
            <a:avLst/>
          </a:prstGeom>
        </p:spPr>
        <p:txBody>
          <a:bodyPr bIns="0">
            <a:noAutofit/>
          </a:bodyPr>
          <a:lstStyle>
            <a:lvl1pPr marL="0" indent="0">
              <a:buNone/>
              <a:defRPr sz="7200" b="1" i="0">
                <a:solidFill>
                  <a:schemeClr val="bg1"/>
                </a:solidFill>
                <a:latin typeface="+mj-lt"/>
              </a:defRPr>
            </a:lvl1pPr>
          </a:lstStyle>
          <a:p>
            <a:pPr lvl="0"/>
            <a:r>
              <a:rPr lang="en-GB"/>
              <a:t>75%</a:t>
            </a:r>
            <a:endParaRPr lang="en-US"/>
          </a:p>
        </p:txBody>
      </p:sp>
      <p:sp>
        <p:nvSpPr>
          <p:cNvPr id="35" name="Content Placeholder 2">
            <a:extLst>
              <a:ext uri="{FF2B5EF4-FFF2-40B4-BE49-F238E27FC236}">
                <a16:creationId xmlns:a16="http://schemas.microsoft.com/office/drawing/2014/main" id="{F696236F-C55D-63EF-E40F-86CAA3745B5A}"/>
              </a:ext>
            </a:extLst>
          </p:cNvPr>
          <p:cNvSpPr>
            <a:spLocks noGrp="1"/>
          </p:cNvSpPr>
          <p:nvPr>
            <p:ph idx="12" hasCustomPrompt="1"/>
          </p:nvPr>
        </p:nvSpPr>
        <p:spPr>
          <a:xfrm>
            <a:off x="6546851" y="5252587"/>
            <a:ext cx="224950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28" name="Rectangle 27">
            <a:extLst>
              <a:ext uri="{FF2B5EF4-FFF2-40B4-BE49-F238E27FC236}">
                <a16:creationId xmlns:a16="http://schemas.microsoft.com/office/drawing/2014/main" id="{1A7B29CE-90AB-9EAE-FE9F-A4E16C05FFA0}"/>
              </a:ext>
              <a:ext uri="{C183D7F6-B498-43B3-948B-1728B52AA6E4}">
                <adec:decorative xmlns:adec="http://schemas.microsoft.com/office/drawing/2017/decorative" val="1"/>
              </a:ext>
            </a:extLst>
          </p:cNvPr>
          <p:cNvSpPr/>
          <p:nvPr userDrawn="1"/>
        </p:nvSpPr>
        <p:spPr>
          <a:xfrm>
            <a:off x="9156408" y="3429000"/>
            <a:ext cx="3035592"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15B44D9F-3A2F-44F2-0CDF-18ED34B0DDEB}"/>
              </a:ext>
            </a:extLst>
          </p:cNvPr>
          <p:cNvSpPr>
            <a:spLocks noGrp="1"/>
          </p:cNvSpPr>
          <p:nvPr>
            <p:ph idx="15" hasCustomPrompt="1"/>
          </p:nvPr>
        </p:nvSpPr>
        <p:spPr>
          <a:xfrm>
            <a:off x="9606468" y="3876637"/>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£2m</a:t>
            </a:r>
            <a:endParaRPr lang="en-US"/>
          </a:p>
        </p:txBody>
      </p:sp>
      <p:sp>
        <p:nvSpPr>
          <p:cNvPr id="37" name="Content Placeholder 2">
            <a:extLst>
              <a:ext uri="{FF2B5EF4-FFF2-40B4-BE49-F238E27FC236}">
                <a16:creationId xmlns:a16="http://schemas.microsoft.com/office/drawing/2014/main" id="{97FB61D5-B7FA-990B-A16B-05A03FC0098F}"/>
              </a:ext>
            </a:extLst>
          </p:cNvPr>
          <p:cNvSpPr>
            <a:spLocks noGrp="1"/>
          </p:cNvSpPr>
          <p:nvPr>
            <p:ph idx="14" hasCustomPrompt="1"/>
          </p:nvPr>
        </p:nvSpPr>
        <p:spPr>
          <a:xfrm>
            <a:off x="9606468" y="5252587"/>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739999493"/>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acts_figures_2">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AFB14D-FD03-B8EA-7C18-4C05CC9350BB}"/>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676A4589-2070-6A43-66F9-67B8DA6A1173}"/>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27" name="Rectangle 26">
            <a:extLst>
              <a:ext uri="{FF2B5EF4-FFF2-40B4-BE49-F238E27FC236}">
                <a16:creationId xmlns:a16="http://schemas.microsoft.com/office/drawing/2014/main" id="{FB09CE73-4B0C-AB83-FA25-0A89E08DECC5}"/>
              </a:ext>
              <a:ext uri="{C183D7F6-B498-43B3-948B-1728B52AA6E4}">
                <adec:decorative xmlns:adec="http://schemas.microsoft.com/office/drawing/2017/decorative" val="1"/>
              </a:ext>
            </a:extLst>
          </p:cNvPr>
          <p:cNvSpPr/>
          <p:nvPr userDrawn="1"/>
        </p:nvSpPr>
        <p:spPr>
          <a:xfrm>
            <a:off x="6096000" y="-2273"/>
            <a:ext cx="306040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36" name="Content Placeholder 2">
            <a:extLst>
              <a:ext uri="{FF2B5EF4-FFF2-40B4-BE49-F238E27FC236}">
                <a16:creationId xmlns:a16="http://schemas.microsoft.com/office/drawing/2014/main" id="{43F88302-7C4F-4C28-041C-8FC161F7E0CB}"/>
              </a:ext>
            </a:extLst>
          </p:cNvPr>
          <p:cNvSpPr>
            <a:spLocks noGrp="1"/>
          </p:cNvSpPr>
          <p:nvPr>
            <p:ph idx="13" hasCustomPrompt="1"/>
          </p:nvPr>
        </p:nvSpPr>
        <p:spPr>
          <a:xfrm>
            <a:off x="6546851" y="445364"/>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75%</a:t>
            </a:r>
            <a:endParaRPr lang="en-US"/>
          </a:p>
        </p:txBody>
      </p:sp>
      <p:sp>
        <p:nvSpPr>
          <p:cNvPr id="35" name="Content Placeholder 2">
            <a:extLst>
              <a:ext uri="{FF2B5EF4-FFF2-40B4-BE49-F238E27FC236}">
                <a16:creationId xmlns:a16="http://schemas.microsoft.com/office/drawing/2014/main" id="{F696236F-C55D-63EF-E40F-86CAA3745B5A}"/>
              </a:ext>
            </a:extLst>
          </p:cNvPr>
          <p:cNvSpPr>
            <a:spLocks noGrp="1"/>
          </p:cNvSpPr>
          <p:nvPr>
            <p:ph idx="12" hasCustomPrompt="1"/>
          </p:nvPr>
        </p:nvSpPr>
        <p:spPr>
          <a:xfrm>
            <a:off x="6546851" y="1821314"/>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28" name="Rectangle 27">
            <a:extLst>
              <a:ext uri="{FF2B5EF4-FFF2-40B4-BE49-F238E27FC236}">
                <a16:creationId xmlns:a16="http://schemas.microsoft.com/office/drawing/2014/main" id="{1A7B29CE-90AB-9EAE-FE9F-A4E16C05FFA0}"/>
              </a:ext>
              <a:ext uri="{C183D7F6-B498-43B3-948B-1728B52AA6E4}">
                <adec:decorative xmlns:adec="http://schemas.microsoft.com/office/drawing/2017/decorative" val="1"/>
              </a:ext>
            </a:extLst>
          </p:cNvPr>
          <p:cNvSpPr/>
          <p:nvPr userDrawn="1"/>
        </p:nvSpPr>
        <p:spPr>
          <a:xfrm>
            <a:off x="9156408" y="-2273"/>
            <a:ext cx="3035592"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15B44D9F-3A2F-44F2-0CDF-18ED34B0DDEB}"/>
              </a:ext>
            </a:extLst>
          </p:cNvPr>
          <p:cNvSpPr>
            <a:spLocks noGrp="1"/>
          </p:cNvSpPr>
          <p:nvPr>
            <p:ph idx="15" hasCustomPrompt="1"/>
          </p:nvPr>
        </p:nvSpPr>
        <p:spPr>
          <a:xfrm>
            <a:off x="9606468" y="445364"/>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£2m</a:t>
            </a:r>
            <a:endParaRPr lang="en-US"/>
          </a:p>
        </p:txBody>
      </p:sp>
      <p:sp>
        <p:nvSpPr>
          <p:cNvPr id="37" name="Content Placeholder 2">
            <a:extLst>
              <a:ext uri="{FF2B5EF4-FFF2-40B4-BE49-F238E27FC236}">
                <a16:creationId xmlns:a16="http://schemas.microsoft.com/office/drawing/2014/main" id="{97FB61D5-B7FA-990B-A16B-05A03FC0098F}"/>
              </a:ext>
            </a:extLst>
          </p:cNvPr>
          <p:cNvSpPr>
            <a:spLocks noGrp="1"/>
          </p:cNvSpPr>
          <p:nvPr>
            <p:ph idx="14" hasCustomPrompt="1"/>
          </p:nvPr>
        </p:nvSpPr>
        <p:spPr>
          <a:xfrm>
            <a:off x="9606468" y="1821314"/>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30" name="Rectangle 29">
            <a:extLst>
              <a:ext uri="{FF2B5EF4-FFF2-40B4-BE49-F238E27FC236}">
                <a16:creationId xmlns:a16="http://schemas.microsoft.com/office/drawing/2014/main" id="{46172501-84CA-2832-09E3-09993272AE44}"/>
              </a:ext>
              <a:ext uri="{C183D7F6-B498-43B3-948B-1728B52AA6E4}">
                <adec:decorative xmlns:adec="http://schemas.microsoft.com/office/drawing/2017/decorative" val="1"/>
              </a:ext>
            </a:extLst>
          </p:cNvPr>
          <p:cNvSpPr/>
          <p:nvPr userDrawn="1"/>
        </p:nvSpPr>
        <p:spPr>
          <a:xfrm>
            <a:off x="6094062" y="342900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D4264C15-FC9D-A249-9CBE-5788F74796DE}"/>
              </a:ext>
            </a:extLst>
          </p:cNvPr>
          <p:cNvSpPr>
            <a:spLocks noGrp="1"/>
          </p:cNvSpPr>
          <p:nvPr>
            <p:ph idx="11" hasCustomPrompt="1"/>
          </p:nvPr>
        </p:nvSpPr>
        <p:spPr>
          <a:xfrm>
            <a:off x="6544913" y="3887787"/>
            <a:ext cx="5219700" cy="1253440"/>
          </a:xfrm>
          <a:prstGeom prst="rect">
            <a:avLst/>
          </a:prstGeom>
        </p:spPr>
        <p:txBody>
          <a:bodyPr bIns="0">
            <a:noAutofit/>
          </a:bodyPr>
          <a:lstStyle>
            <a:lvl1pPr marL="0" indent="0">
              <a:buNone/>
              <a:defRPr sz="9600" b="1" i="0">
                <a:solidFill>
                  <a:schemeClr val="bg1"/>
                </a:solidFill>
                <a:latin typeface="+mj-lt"/>
              </a:defRPr>
            </a:lvl1pPr>
          </a:lstStyle>
          <a:p>
            <a:pPr lvl="0"/>
            <a:r>
              <a:rPr lang="en-GB"/>
              <a:t>1 in 5</a:t>
            </a:r>
            <a:endParaRPr lang="en-US"/>
          </a:p>
        </p:txBody>
      </p:sp>
      <p:sp>
        <p:nvSpPr>
          <p:cNvPr id="32" name="Content Placeholder 2">
            <a:extLst>
              <a:ext uri="{FF2B5EF4-FFF2-40B4-BE49-F238E27FC236}">
                <a16:creationId xmlns:a16="http://schemas.microsoft.com/office/drawing/2014/main" id="{CBF27F4D-00D6-8DC3-B716-37C42ED523D8}"/>
              </a:ext>
            </a:extLst>
          </p:cNvPr>
          <p:cNvSpPr>
            <a:spLocks noGrp="1"/>
          </p:cNvSpPr>
          <p:nvPr>
            <p:ph idx="10" hasCustomPrompt="1"/>
          </p:nvPr>
        </p:nvSpPr>
        <p:spPr>
          <a:xfrm>
            <a:off x="6544913" y="5434609"/>
            <a:ext cx="521969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172147168"/>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ontent">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3773DA-86C6-B330-CF4F-A36E9B51F5EA}"/>
              </a:ext>
            </a:extLst>
          </p:cNvPr>
          <p:cNvSpPr>
            <a:spLocks noGrp="1"/>
          </p:cNvSpPr>
          <p:nvPr>
            <p:ph type="body" sz="quarter" idx="11" hasCustomPrompt="1"/>
          </p:nvPr>
        </p:nvSpPr>
        <p:spPr>
          <a:xfrm>
            <a:off x="0" y="0"/>
            <a:ext cx="900113" cy="900112"/>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3" name="Picture Placeholder 2">
            <a:extLst>
              <a:ext uri="{FF2B5EF4-FFF2-40B4-BE49-F238E27FC236}">
                <a16:creationId xmlns:a16="http://schemas.microsoft.com/office/drawing/2014/main" id="{38FB8D2C-97CD-1805-B625-00C5EC150556}"/>
              </a:ext>
            </a:extLst>
          </p:cNvPr>
          <p:cNvSpPr>
            <a:spLocks noGrp="1"/>
          </p:cNvSpPr>
          <p:nvPr>
            <p:ph type="pic" sz="quarter" idx="10"/>
          </p:nvPr>
        </p:nvSpPr>
        <p:spPr>
          <a:xfrm>
            <a:off x="0" y="0"/>
            <a:ext cx="12192000" cy="6858000"/>
          </a:xfrm>
        </p:spPr>
        <p:txBody>
          <a:bodyPr anchor="ctr"/>
          <a:lstStyle>
            <a:lvl1pPr marL="0" indent="0" algn="ctr">
              <a:buNone/>
              <a:defRPr>
                <a:solidFill>
                  <a:schemeClr val="bg1"/>
                </a:solidFill>
              </a:defRPr>
            </a:lvl1pPr>
          </a:lstStyle>
          <a:p>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7793382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_only">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2D29242E-E9EF-E406-E157-D46F6BBDF472}"/>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24197317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pic>
        <p:nvPicPr>
          <p:cNvPr id="2" name="Picture 1" descr="The University of Nottingham logo.">
            <a:extLst>
              <a:ext uri="{FF2B5EF4-FFF2-40B4-BE49-F238E27FC236}">
                <a16:creationId xmlns:a16="http://schemas.microsoft.com/office/drawing/2014/main" id="{09C51863-6EFE-20EA-B8AF-703D276164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ext Placeholder 5">
            <a:extLst>
              <a:ext uri="{FF2B5EF4-FFF2-40B4-BE49-F238E27FC236}">
                <a16:creationId xmlns:a16="http://schemas.microsoft.com/office/drawing/2014/main" id="{5DF74E32-2383-DB11-F16E-2B4CE6017261}"/>
              </a:ext>
            </a:extLst>
          </p:cNvPr>
          <p:cNvSpPr>
            <a:spLocks noGrp="1"/>
          </p:cNvSpPr>
          <p:nvPr>
            <p:ph type="body" sz="quarter" idx="10" hasCustomPrompt="1"/>
          </p:nvPr>
        </p:nvSpPr>
        <p:spPr>
          <a:xfrm>
            <a:off x="425450" y="1628776"/>
            <a:ext cx="11341100" cy="3960512"/>
          </a:xfrm>
        </p:spPr>
        <p:txBody>
          <a:bodyPr anchor="ctr">
            <a:normAutofit/>
          </a:bodyPr>
          <a:lstStyle>
            <a:lvl1pPr marL="0" indent="0">
              <a:buNone/>
              <a:defRPr sz="4400" b="1" i="0">
                <a:solidFill>
                  <a:schemeClr val="bg1"/>
                </a:solidFill>
                <a:latin typeface="+mj-lt"/>
              </a:defRPr>
            </a:lvl1pPr>
            <a:lvl2pPr marL="0" indent="0">
              <a:spcBef>
                <a:spcPts val="1200"/>
              </a:spcBef>
              <a:buNone/>
              <a:defRPr b="0" i="0">
                <a:solidFill>
                  <a:schemeClr val="bg1"/>
                </a:solidFill>
                <a:latin typeface="+mj-lt"/>
              </a:defRPr>
            </a:lvl2pPr>
            <a:lvl3pPr>
              <a:defRPr b="1" i="0">
                <a:solidFill>
                  <a:schemeClr val="bg1"/>
                </a:solidFill>
                <a:latin typeface="Georgia" panose="02040502050405020303" pitchFamily="18" charset="0"/>
              </a:defRPr>
            </a:lvl3pPr>
            <a:lvl4pPr>
              <a:defRPr b="1" i="0">
                <a:solidFill>
                  <a:schemeClr val="bg1"/>
                </a:solidFill>
                <a:latin typeface="Georgia" panose="02040502050405020303" pitchFamily="18" charset="0"/>
              </a:defRPr>
            </a:lvl4pPr>
            <a:lvl5pPr>
              <a:defRPr b="1" i="0">
                <a:solidFill>
                  <a:schemeClr val="bg1"/>
                </a:solidFill>
                <a:latin typeface="Georgia" panose="02040502050405020303" pitchFamily="18" charset="0"/>
              </a:defRPr>
            </a:lvl5pPr>
          </a:lstStyle>
          <a:p>
            <a:pPr lvl="0"/>
            <a:r>
              <a:rPr lang="en-US"/>
              <a:t>“Your inspiring quote goes here.”</a:t>
            </a:r>
          </a:p>
          <a:p>
            <a:pPr lvl="1"/>
            <a:r>
              <a:rPr lang="en-US"/>
              <a:t>– Name of person, year</a:t>
            </a:r>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6175522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6499019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_blank">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AE1E0-DF47-D7BC-2E0F-0A302DD8874E}"/>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2922496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_blank_blu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AE1E0-DF47-D7BC-2E0F-0A302DD8874E}"/>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0280241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tx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pic>
        <p:nvPicPr>
          <p:cNvPr id="2" name="Picture 1" descr="University of Nottingham castle icon">
            <a:extLst>
              <a:ext uri="{FF2B5EF4-FFF2-40B4-BE49-F238E27FC236}">
                <a16:creationId xmlns:a16="http://schemas.microsoft.com/office/drawing/2014/main" id="{C5BFE164-6BFE-040B-E8AE-85C76B8EAD0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Tree>
    <p:extLst>
      <p:ext uri="{BB962C8B-B14F-4D97-AF65-F5344CB8AC3E}">
        <p14:creationId xmlns:p14="http://schemas.microsoft.com/office/powerpoint/2010/main" val="26272674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nd_slide">
    <p:bg>
      <p:bgPr>
        <a:solidFill>
          <a:schemeClr val="tx1"/>
        </a:solidFill>
        <a:effectLst/>
      </p:bgPr>
    </p:bg>
    <p:spTree>
      <p:nvGrpSpPr>
        <p:cNvPr id="1" name=""/>
        <p:cNvGrpSpPr/>
        <p:nvPr/>
      </p:nvGrpSpPr>
      <p:grpSpPr>
        <a:xfrm>
          <a:off x="0" y="0"/>
          <a:ext cx="0" cy="0"/>
          <a:chOff x="0" y="0"/>
          <a:chExt cx="0" cy="0"/>
        </a:xfrm>
      </p:grpSpPr>
      <p:pic>
        <p:nvPicPr>
          <p:cNvPr id="2" name="Picture 1" descr="University of Nottingham Logo.">
            <a:extLst>
              <a:ext uri="{FF2B5EF4-FFF2-40B4-BE49-F238E27FC236}">
                <a16:creationId xmlns:a16="http://schemas.microsoft.com/office/drawing/2014/main" id="{4F1ADCAE-67D1-E4DF-B7A1-5951DE4C0D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7" name="TextBox 6">
            <a:extLst>
              <a:ext uri="{FF2B5EF4-FFF2-40B4-BE49-F238E27FC236}">
                <a16:creationId xmlns:a16="http://schemas.microsoft.com/office/drawing/2014/main" id="{34A48EF3-956C-7FE0-B44A-55E4E8B574B2}"/>
              </a:ext>
            </a:extLst>
          </p:cNvPr>
          <p:cNvSpPr txBox="1"/>
          <p:nvPr userDrawn="1"/>
        </p:nvSpPr>
        <p:spPr>
          <a:xfrm>
            <a:off x="877173" y="2258844"/>
            <a:ext cx="6571467" cy="923330"/>
          </a:xfrm>
          <a:prstGeom prst="rect">
            <a:avLst/>
          </a:prstGeom>
          <a:noFill/>
        </p:spPr>
        <p:txBody>
          <a:bodyPr wrap="square" lIns="0" tIns="0" rIns="0" bIns="0" rtlCol="0">
            <a:spAutoFit/>
          </a:bodyPr>
          <a:lstStyle/>
          <a:p>
            <a:r>
              <a:rPr lang="en-US" sz="6000" b="1" i="0">
                <a:solidFill>
                  <a:schemeClr val="bg1"/>
                </a:solidFill>
                <a:latin typeface="+mj-lt"/>
              </a:rPr>
              <a:t>Thank you</a:t>
            </a:r>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882474" y="3722240"/>
            <a:ext cx="9144000" cy="426687"/>
          </a:xfrm>
          <a:prstGeom prst="rect">
            <a:avLst/>
          </a:prstGeom>
        </p:spPr>
        <p:txBody>
          <a:bodyPr>
            <a:normAutofit/>
          </a:bodyPr>
          <a:lstStyle>
            <a:lvl1pPr marL="0" indent="0" algn="l">
              <a:buNone/>
              <a:defRPr sz="3200" b="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Any questions?</a:t>
            </a:r>
            <a:endParaRPr lang="en-US"/>
          </a:p>
        </p:txBody>
      </p:sp>
    </p:spTree>
    <p:extLst>
      <p:ext uri="{BB962C8B-B14F-4D97-AF65-F5344CB8AC3E}">
        <p14:creationId xmlns:p14="http://schemas.microsoft.com/office/powerpoint/2010/main" val="2275305350"/>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2129A19D-F9CF-A162-2C70-F827A594D7F6}"/>
              </a:ext>
            </a:extLst>
          </p:cNvPr>
          <p:cNvSpPr>
            <a:spLocks noChangeArrowheads="1"/>
          </p:cNvSpPr>
          <p:nvPr userDrawn="1"/>
        </p:nvSpPr>
        <p:spPr bwMode="auto">
          <a:xfrm>
            <a:off x="1" y="0"/>
            <a:ext cx="4525433" cy="5897563"/>
          </a:xfrm>
          <a:prstGeom prst="rect">
            <a:avLst/>
          </a:prstGeom>
          <a:solidFill>
            <a:srgbClr val="FFFFFF"/>
          </a:solidFill>
          <a:ln>
            <a:noFill/>
          </a:ln>
        </p:spPr>
        <p:txBody>
          <a:bodyPr wrap="none" lIns="90000" tIns="46800" rIns="90000" bIns="46800" anchor="ctr"/>
          <a:lstStyle>
            <a:lvl1pPr eaLnBrk="0" hangingPunct="0">
              <a:defRPr sz="2000">
                <a:solidFill>
                  <a:schemeClr val="tx1"/>
                </a:solidFill>
                <a:latin typeface="Arial" charset="0"/>
                <a:cs typeface="Arial" charset="0"/>
              </a:defRPr>
            </a:lvl1pPr>
            <a:lvl2pPr marL="742950" indent="-285750" eaLnBrk="0" hangingPunct="0">
              <a:defRPr sz="2000">
                <a:solidFill>
                  <a:schemeClr val="tx1"/>
                </a:solidFill>
                <a:latin typeface="Arial" charset="0"/>
                <a:cs typeface="Arial" charset="0"/>
              </a:defRPr>
            </a:lvl2pPr>
            <a:lvl3pPr marL="1143000" indent="-228600" eaLnBrk="0" hangingPunct="0">
              <a:defRPr sz="2000">
                <a:solidFill>
                  <a:schemeClr val="tx1"/>
                </a:solidFill>
                <a:latin typeface="Arial" charset="0"/>
                <a:cs typeface="Arial" charset="0"/>
              </a:defRPr>
            </a:lvl3pPr>
            <a:lvl4pPr marL="1600200" indent="-228600" eaLnBrk="0" hangingPunct="0">
              <a:defRPr sz="2000">
                <a:solidFill>
                  <a:schemeClr val="tx1"/>
                </a:solidFill>
                <a:latin typeface="Arial" charset="0"/>
                <a:cs typeface="Arial" charset="0"/>
              </a:defRPr>
            </a:lvl4pPr>
            <a:lvl5pPr marL="2057400" indent="-228600" eaLnBrk="0" hangingPunct="0">
              <a:defRPr sz="2000">
                <a:solidFill>
                  <a:schemeClr val="tx1"/>
                </a:solidFill>
                <a:latin typeface="Arial" charset="0"/>
                <a:cs typeface="Arial" charset="0"/>
              </a:defRPr>
            </a:lvl5pPr>
            <a:lvl6pPr marL="2514600" indent="-228600" eaLnBrk="0" fontAlgn="base" hangingPunct="0">
              <a:spcBef>
                <a:spcPct val="0"/>
              </a:spcBef>
              <a:spcAft>
                <a:spcPct val="0"/>
              </a:spcAft>
              <a:defRPr sz="2000">
                <a:solidFill>
                  <a:schemeClr val="tx1"/>
                </a:solidFill>
                <a:latin typeface="Arial" charset="0"/>
                <a:cs typeface="Arial" charset="0"/>
              </a:defRPr>
            </a:lvl6pPr>
            <a:lvl7pPr marL="2971800" indent="-228600" eaLnBrk="0" fontAlgn="base" hangingPunct="0">
              <a:spcBef>
                <a:spcPct val="0"/>
              </a:spcBef>
              <a:spcAft>
                <a:spcPct val="0"/>
              </a:spcAft>
              <a:defRPr sz="2000">
                <a:solidFill>
                  <a:schemeClr val="tx1"/>
                </a:solidFill>
                <a:latin typeface="Arial" charset="0"/>
                <a:cs typeface="Arial" charset="0"/>
              </a:defRPr>
            </a:lvl7pPr>
            <a:lvl8pPr marL="3429000" indent="-228600" eaLnBrk="0" fontAlgn="base" hangingPunct="0">
              <a:spcBef>
                <a:spcPct val="0"/>
              </a:spcBef>
              <a:spcAft>
                <a:spcPct val="0"/>
              </a:spcAft>
              <a:defRPr sz="2000">
                <a:solidFill>
                  <a:schemeClr val="tx1"/>
                </a:solidFill>
                <a:latin typeface="Arial" charset="0"/>
                <a:cs typeface="Arial" charset="0"/>
              </a:defRPr>
            </a:lvl8pPr>
            <a:lvl9pPr marL="3886200" indent="-228600" eaLnBrk="0" fontAlgn="base" hangingPunct="0">
              <a:spcBef>
                <a:spcPct val="0"/>
              </a:spcBef>
              <a:spcAft>
                <a:spcPct val="0"/>
              </a:spcAft>
              <a:defRPr sz="2000">
                <a:solidFill>
                  <a:schemeClr val="tx1"/>
                </a:solidFill>
                <a:latin typeface="Arial" charset="0"/>
                <a:cs typeface="Arial" charset="0"/>
              </a:defRPr>
            </a:lvl9pPr>
          </a:lstStyle>
          <a:p>
            <a:pPr eaLnBrk="1" hangingPunct="1">
              <a:defRPr/>
            </a:pPr>
            <a:endParaRPr lang="en-GB" altLang="en-US" sz="2000"/>
          </a:p>
        </p:txBody>
      </p:sp>
      <p:sp>
        <p:nvSpPr>
          <p:cNvPr id="111629" name="Rectangle 7"/>
          <p:cNvSpPr>
            <a:spLocks noGrp="1" noChangeArrowheads="1"/>
          </p:cNvSpPr>
          <p:nvPr>
            <p:ph type="ctrTitle"/>
          </p:nvPr>
        </p:nvSpPr>
        <p:spPr>
          <a:xfrm>
            <a:off x="4785784" y="1893889"/>
            <a:ext cx="7027333" cy="1081087"/>
          </a:xfrm>
        </p:spPr>
        <p:txBody>
          <a:bodyPr anchor="b"/>
          <a:lstStyle>
            <a:lvl1pPr>
              <a:lnSpc>
                <a:spcPct val="110000"/>
              </a:lnSpc>
              <a:defRPr sz="3200"/>
            </a:lvl1pPr>
          </a:lstStyle>
          <a:p>
            <a:r>
              <a:rPr lang="de-DE"/>
              <a:t>Titelmasterformat durch Klicken bearbeiten</a:t>
            </a:r>
          </a:p>
        </p:txBody>
      </p:sp>
      <p:sp>
        <p:nvSpPr>
          <p:cNvPr id="111630" name="Rectangle 12"/>
          <p:cNvSpPr>
            <a:spLocks noGrp="1" noChangeArrowheads="1"/>
          </p:cNvSpPr>
          <p:nvPr>
            <p:ph type="subTitle" idx="1"/>
          </p:nvPr>
        </p:nvSpPr>
        <p:spPr bwMode="gray">
          <a:xfrm>
            <a:off x="4785784" y="3024188"/>
            <a:ext cx="7027333" cy="1082675"/>
          </a:xfrm>
        </p:spPr>
        <p:txBody>
          <a:bodyPr tIns="45720" bIns="45720"/>
          <a:lstStyle>
            <a:lvl1pPr marL="0" indent="0">
              <a:buFont typeface="Wingdings" pitchFamily="2" charset="2"/>
              <a:buNone/>
              <a:defRPr sz="3200">
                <a:solidFill>
                  <a:schemeClr val="bg1"/>
                </a:solidFill>
              </a:defRPr>
            </a:lvl1pPr>
          </a:lstStyle>
          <a:p>
            <a:r>
              <a:rPr lang="de-DE"/>
              <a:t>Formatvorlage des Untertitelmasters durch Klicken bearbeiten</a:t>
            </a:r>
          </a:p>
        </p:txBody>
      </p:sp>
    </p:spTree>
    <p:extLst>
      <p:ext uri="{BB962C8B-B14F-4D97-AF65-F5344CB8AC3E}">
        <p14:creationId xmlns:p14="http://schemas.microsoft.com/office/powerpoint/2010/main" val="23466016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a:latin typeface="Georgia" panose="02040502050405020303" pitchFamily="18" charset="0"/>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751595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University of Nottingham castle icon">
            <a:extLst>
              <a:ext uri="{FF2B5EF4-FFF2-40B4-BE49-F238E27FC236}">
                <a16:creationId xmlns:a16="http://schemas.microsoft.com/office/drawing/2014/main" id="{A0DB6D3F-5204-F4BF-012D-207A745E3A1B}"/>
              </a:ext>
            </a:extLst>
          </p:cNvPr>
          <p:cNvPicPr>
            <a:picLocks noChangeAspect="1"/>
          </p:cNvPicPr>
          <p:nvPr userDrawn="1"/>
        </p:nvPicPr>
        <p:blipFill>
          <a:blip r:embed="rId4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sp>
        <p:nvSpPr>
          <p:cNvPr id="2" name="Title Placeholder 1">
            <a:extLst>
              <a:ext uri="{FF2B5EF4-FFF2-40B4-BE49-F238E27FC236}">
                <a16:creationId xmlns:a16="http://schemas.microsoft.com/office/drawing/2014/main" id="{D2C93A7D-3D18-13F0-94FC-7B0CB5559202}"/>
              </a:ext>
            </a:extLst>
          </p:cNvPr>
          <p:cNvSpPr>
            <a:spLocks noGrp="1"/>
          </p:cNvSpPr>
          <p:nvPr>
            <p:ph type="title"/>
          </p:nvPr>
        </p:nvSpPr>
        <p:spPr>
          <a:xfrm>
            <a:off x="1325563" y="0"/>
            <a:ext cx="10440987" cy="900000"/>
          </a:xfrm>
          <a:prstGeom prst="rect">
            <a:avLst/>
          </a:prstGeom>
        </p:spPr>
        <p:txBody>
          <a:bodyPr vert="horz" lIns="0" tIns="180000" rIns="0" bIns="180000" rtlCol="0" anchor="t" anchorCtr="0">
            <a:normAutofit/>
          </a:bodyPr>
          <a:lstStyle/>
          <a:p>
            <a:r>
              <a:rPr lang="en-GB"/>
              <a:t>Your title goes here</a:t>
            </a:r>
            <a:endParaRPr lang="en-US"/>
          </a:p>
        </p:txBody>
      </p:sp>
      <p:sp>
        <p:nvSpPr>
          <p:cNvPr id="3" name="Text Placeholder 2">
            <a:extLst>
              <a:ext uri="{FF2B5EF4-FFF2-40B4-BE49-F238E27FC236}">
                <a16:creationId xmlns:a16="http://schemas.microsoft.com/office/drawing/2014/main" id="{DF6EA77C-D93E-4080-9229-521D3E95C516}"/>
              </a:ext>
            </a:extLst>
          </p:cNvPr>
          <p:cNvSpPr>
            <a:spLocks noGrp="1"/>
          </p:cNvSpPr>
          <p:nvPr>
            <p:ph type="body" idx="1"/>
          </p:nvPr>
        </p:nvSpPr>
        <p:spPr>
          <a:xfrm>
            <a:off x="425450" y="1358900"/>
            <a:ext cx="11341099" cy="486092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Slide Number Placeholder 5">
            <a:extLst>
              <a:ext uri="{FF2B5EF4-FFF2-40B4-BE49-F238E27FC236}">
                <a16:creationId xmlns:a16="http://schemas.microsoft.com/office/drawing/2014/main" id="{9721D480-74CD-04ED-591D-8AF32751D46B}"/>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875277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hf hdr="0" ftr="0"/>
  <p:txStyles>
    <p:titleStyle>
      <a:lvl1pPr algn="l" defTabSz="914400" rtl="0" eaLnBrk="1" latinLnBrk="0" hangingPunct="1">
        <a:lnSpc>
          <a:spcPts val="4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835">
          <p15:clr>
            <a:srgbClr val="5ACBF0"/>
          </p15:clr>
        </p15:guide>
        <p15:guide id="2" orient="horz" pos="289">
          <p15:clr>
            <a:srgbClr val="5ACBF0"/>
          </p15:clr>
        </p15:guide>
        <p15:guide id="3" pos="7412">
          <p15:clr>
            <a:srgbClr val="5ACBF0"/>
          </p15:clr>
        </p15:guide>
        <p15:guide id="4" orient="horz" pos="4031">
          <p15:clr>
            <a:srgbClr val="5ACBF0"/>
          </p15:clr>
        </p15:guide>
        <p15:guide id="5" pos="268">
          <p15:clr>
            <a:srgbClr val="5ACBF0"/>
          </p15:clr>
        </p15:guide>
        <p15:guide id="7" orient="horz" pos="856">
          <p15:clr>
            <a:srgbClr val="5ACBF0"/>
          </p15:clr>
        </p15:guide>
        <p15:guide id="9" pos="551">
          <p15:clr>
            <a:srgbClr val="5ACBF0"/>
          </p15:clr>
        </p15:guide>
        <p15:guide id="10" orient="horz" pos="572">
          <p15:clr>
            <a:srgbClr val="5ACBF0"/>
          </p15:clr>
        </p15:guide>
        <p15:guide id="11" orient="horz" pos="3918">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42.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customXml" Target="../ink/ink3.xml"/><Relationship Id="rId2" Type="http://schemas.openxmlformats.org/officeDocument/2006/relationships/image" Target="../media/image100.png"/><Relationship Id="rId1" Type="http://schemas.openxmlformats.org/officeDocument/2006/relationships/slideLayout" Target="../slideLayouts/slideLayout42.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0.png"/><Relationship Id="rId1" Type="http://schemas.openxmlformats.org/officeDocument/2006/relationships/slideLayout" Target="../slideLayouts/slideLayout42.xml"/><Relationship Id="rId6" Type="http://schemas.openxmlformats.org/officeDocument/2006/relationships/customXml" Target="../ink/ink4.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image" Target="../media/image100.png"/><Relationship Id="rId1" Type="http://schemas.openxmlformats.org/officeDocument/2006/relationships/slideLayout" Target="../slideLayouts/slideLayout42.xml"/><Relationship Id="rId6" Type="http://schemas.openxmlformats.org/officeDocument/2006/relationships/customXml" Target="../ink/ink5.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image" Target="../media/image100.png"/><Relationship Id="rId1" Type="http://schemas.openxmlformats.org/officeDocument/2006/relationships/slideLayout" Target="../slideLayouts/slideLayout42.xml"/><Relationship Id="rId6" Type="http://schemas.openxmlformats.org/officeDocument/2006/relationships/customXml" Target="../ink/ink6.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customXml" Target="../ink/ink7.xml"/><Relationship Id="rId5" Type="http://schemas.openxmlformats.org/officeDocument/2006/relationships/image" Target="../media/image80.png"/><Relationship Id="rId4" Type="http://schemas.openxmlformats.org/officeDocument/2006/relationships/image" Target="../media/image117.png"/></Relationships>
</file>

<file path=ppt/slides/_rels/slide11.xml.rels><?xml version="1.0" encoding="UTF-8" standalone="yes"?>
<Relationships xmlns="http://schemas.openxmlformats.org/package/2006/relationships"><Relationship Id="rId8" Type="http://schemas.openxmlformats.org/officeDocument/2006/relationships/customXml" Target="../ink/ink8.xml"/><Relationship Id="rId7"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20.png"/><Relationship Id="rId5" Type="http://schemas.openxmlformats.org/officeDocument/2006/relationships/image" Target="../media/image110.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80.png"/><Relationship Id="rId7" Type="http://schemas.openxmlformats.org/officeDocument/2006/relationships/customXml" Target="../ink/ink11.xml"/><Relationship Id="rId2" Type="http://schemas.openxmlformats.org/officeDocument/2006/relationships/image" Target="../media/image170.png"/><Relationship Id="rId1" Type="http://schemas.openxmlformats.org/officeDocument/2006/relationships/slideLayout" Target="../slideLayouts/slideLayout42.xml"/><Relationship Id="rId6" Type="http://schemas.openxmlformats.org/officeDocument/2006/relationships/image" Target="../media/image24.png"/><Relationship Id="rId5" Type="http://schemas.openxmlformats.org/officeDocument/2006/relationships/customXml" Target="../ink/ink10.xml"/><Relationship Id="rId4" Type="http://schemas.openxmlformats.org/officeDocument/2006/relationships/image" Target="../media/image190.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80.png"/><Relationship Id="rId7" Type="http://schemas.openxmlformats.org/officeDocument/2006/relationships/customXml" Target="../ink/ink13.xml"/><Relationship Id="rId2" Type="http://schemas.openxmlformats.org/officeDocument/2006/relationships/image" Target="../media/image170.png"/><Relationship Id="rId1" Type="http://schemas.openxmlformats.org/officeDocument/2006/relationships/slideLayout" Target="../slideLayouts/slideLayout42.xml"/><Relationship Id="rId6" Type="http://schemas.openxmlformats.org/officeDocument/2006/relationships/image" Target="../media/image26.png"/><Relationship Id="rId5" Type="http://schemas.openxmlformats.org/officeDocument/2006/relationships/customXml" Target="../ink/ink12.xml"/><Relationship Id="rId4" Type="http://schemas.openxmlformats.org/officeDocument/2006/relationships/image" Target="../media/image190.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8.png"/><Relationship Id="rId1" Type="http://schemas.openxmlformats.org/officeDocument/2006/relationships/slideLayout" Target="../slideLayouts/slideLayout4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21.png"/><Relationship Id="rId1" Type="http://schemas.openxmlformats.org/officeDocument/2006/relationships/slideLayout" Target="../slideLayouts/slideLayout4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6.xml"/><Relationship Id="rId1" Type="http://schemas.openxmlformats.org/officeDocument/2006/relationships/slideLayout" Target="../slideLayouts/slideLayout42.xml"/><Relationship Id="rId5" Type="http://schemas.openxmlformats.org/officeDocument/2006/relationships/image" Target="../media/image33.png"/><Relationship Id="rId4" Type="http://schemas.openxmlformats.org/officeDocument/2006/relationships/customXml" Target="../ink/ink17.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240.png"/><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42.xml"/><Relationship Id="rId6" Type="http://schemas.openxmlformats.org/officeDocument/2006/relationships/image" Target="../media/image37.png"/><Relationship Id="rId5" Type="http://schemas.openxmlformats.org/officeDocument/2006/relationships/customXml" Target="../ink/ink19.xml"/><Relationship Id="rId4" Type="http://schemas.openxmlformats.org/officeDocument/2006/relationships/image" Target="../media/image280.png"/></Relationships>
</file>

<file path=ppt/slides/_rels/slide24.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8.png"/><Relationship Id="rId1" Type="http://schemas.openxmlformats.org/officeDocument/2006/relationships/slideLayout" Target="../slideLayouts/slideLayout42.xml"/><Relationship Id="rId6" Type="http://schemas.openxmlformats.org/officeDocument/2006/relationships/image" Target="../media/image39.png"/><Relationship Id="rId5" Type="http://schemas.openxmlformats.org/officeDocument/2006/relationships/customXml" Target="../ink/ink20.xml"/><Relationship Id="rId4" Type="http://schemas.openxmlformats.org/officeDocument/2006/relationships/image" Target="../media/image310.png"/></Relationships>
</file>

<file path=ppt/slides/_rels/slide2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42.xml"/><Relationship Id="rId5" Type="http://schemas.openxmlformats.org/officeDocument/2006/relationships/image" Target="../media/image40.png"/><Relationship Id="rId4" Type="http://schemas.openxmlformats.org/officeDocument/2006/relationships/customXml" Target="../ink/ink21.xml"/></Relationships>
</file>

<file path=ppt/slides/_rels/slide26.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42.xml"/><Relationship Id="rId5" Type="http://schemas.openxmlformats.org/officeDocument/2006/relationships/image" Target="../media/image41.png"/><Relationship Id="rId4" Type="http://schemas.openxmlformats.org/officeDocument/2006/relationships/customXml" Target="../ink/ink22.xml"/></Relationships>
</file>

<file path=ppt/slides/_rels/slide27.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42.png"/><Relationship Id="rId1" Type="http://schemas.openxmlformats.org/officeDocument/2006/relationships/slideLayout" Target="../slideLayouts/slideLayout42.xml"/><Relationship Id="rId6" Type="http://schemas.openxmlformats.org/officeDocument/2006/relationships/image" Target="../media/image44.png"/><Relationship Id="rId5" Type="http://schemas.openxmlformats.org/officeDocument/2006/relationships/customXml" Target="../ink/ink24.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2B72-1CDA-2441-B5D7-7F1603F39A49}"/>
              </a:ext>
            </a:extLst>
          </p:cNvPr>
          <p:cNvSpPr>
            <a:spLocks noGrp="1"/>
          </p:cNvSpPr>
          <p:nvPr>
            <p:ph type="ctrTitle"/>
          </p:nvPr>
        </p:nvSpPr>
        <p:spPr>
          <a:xfrm>
            <a:off x="279939" y="1632268"/>
            <a:ext cx="11632122" cy="1796732"/>
          </a:xfrm>
        </p:spPr>
        <p:txBody>
          <a:bodyPr>
            <a:noAutofit/>
          </a:bodyPr>
          <a:lstStyle/>
          <a:p>
            <a:r>
              <a:rPr lang="en-GB" altLang="en-US" sz="4800" dirty="0"/>
              <a:t>BUSI4496</a:t>
            </a:r>
            <a:br>
              <a:rPr lang="en-GB" altLang="en-US" sz="4800" dirty="0"/>
            </a:br>
            <a:r>
              <a:rPr lang="en-GB" altLang="en-US" sz="4800" dirty="0"/>
              <a:t>Supply Chain Planning &amp; Management</a:t>
            </a:r>
            <a:endParaRPr lang="en-GB" sz="4800" dirty="0"/>
          </a:p>
        </p:txBody>
      </p:sp>
      <p:sp>
        <p:nvSpPr>
          <p:cNvPr id="3" name="Subtitle 2">
            <a:extLst>
              <a:ext uri="{FF2B5EF4-FFF2-40B4-BE49-F238E27FC236}">
                <a16:creationId xmlns:a16="http://schemas.microsoft.com/office/drawing/2014/main" id="{D15E9916-3A0D-1244-0F3E-F4CAF1FEEF00}"/>
              </a:ext>
            </a:extLst>
          </p:cNvPr>
          <p:cNvSpPr>
            <a:spLocks noGrp="1"/>
          </p:cNvSpPr>
          <p:nvPr>
            <p:ph type="subTitle" idx="1"/>
          </p:nvPr>
        </p:nvSpPr>
        <p:spPr/>
        <p:txBody>
          <a:bodyPr>
            <a:normAutofit fontScale="92500" lnSpcReduction="20000"/>
          </a:bodyPr>
          <a:lstStyle/>
          <a:p>
            <a:r>
              <a:rPr lang="en-GB" sz="3600" dirty="0"/>
              <a:t>Inventory Management Seminar- problems and solutions</a:t>
            </a:r>
          </a:p>
        </p:txBody>
      </p:sp>
      <p:sp>
        <p:nvSpPr>
          <p:cNvPr id="4" name="Text Placeholder 3">
            <a:extLst>
              <a:ext uri="{FF2B5EF4-FFF2-40B4-BE49-F238E27FC236}">
                <a16:creationId xmlns:a16="http://schemas.microsoft.com/office/drawing/2014/main" id="{2FBED8ED-AE3E-9BB3-BBC4-044E13C4F874}"/>
              </a:ext>
            </a:extLst>
          </p:cNvPr>
          <p:cNvSpPr>
            <a:spLocks noGrp="1"/>
          </p:cNvSpPr>
          <p:nvPr>
            <p:ph type="body" sz="quarter" idx="11"/>
          </p:nvPr>
        </p:nvSpPr>
        <p:spPr/>
        <p:txBody>
          <a:bodyPr>
            <a:normAutofit lnSpcReduction="10000"/>
          </a:bodyPr>
          <a:lstStyle/>
          <a:p>
            <a:r>
              <a:rPr lang="en-GB" dirty="0"/>
              <a:t>Dr Nahid Yazdani</a:t>
            </a:r>
          </a:p>
        </p:txBody>
      </p:sp>
    </p:spTree>
    <p:extLst>
      <p:ext uri="{BB962C8B-B14F-4D97-AF65-F5344CB8AC3E}">
        <p14:creationId xmlns:p14="http://schemas.microsoft.com/office/powerpoint/2010/main" val="673434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85FD8-A775-5BDB-1DFE-76951CFEF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A1640-E5D9-DF20-017D-0FDAF0124FB0}"/>
              </a:ext>
            </a:extLst>
          </p:cNvPr>
          <p:cNvSpPr>
            <a:spLocks noGrp="1"/>
          </p:cNvSpPr>
          <p:nvPr>
            <p:ph type="title"/>
          </p:nvPr>
        </p:nvSpPr>
        <p:spPr>
          <a:xfrm>
            <a:off x="971355" y="8788"/>
            <a:ext cx="5211677" cy="900000"/>
          </a:xfrm>
        </p:spPr>
        <p:txBody>
          <a:bodyPr anchor="t">
            <a:normAutofit/>
          </a:bodyPr>
          <a:lstStyle/>
          <a:p>
            <a:r>
              <a:rPr lang="en-GB" dirty="0"/>
              <a:t>Problem 1 </a:t>
            </a:r>
          </a:p>
        </p:txBody>
      </p:sp>
      <p:sp>
        <p:nvSpPr>
          <p:cNvPr id="3" name="Content Placeholder 2">
            <a:extLst>
              <a:ext uri="{FF2B5EF4-FFF2-40B4-BE49-F238E27FC236}">
                <a16:creationId xmlns:a16="http://schemas.microsoft.com/office/drawing/2014/main" id="{EC3EA309-3C42-00E0-2A18-A77C54A6674C}"/>
              </a:ext>
            </a:extLst>
          </p:cNvPr>
          <p:cNvSpPr>
            <a:spLocks noGrp="1"/>
          </p:cNvSpPr>
          <p:nvPr>
            <p:ph idx="14"/>
          </p:nvPr>
        </p:nvSpPr>
        <p:spPr>
          <a:xfrm>
            <a:off x="6239869" y="638175"/>
            <a:ext cx="5544000" cy="5761037"/>
          </a:xfrm>
        </p:spPr>
        <p:txBody>
          <a:bodyPr>
            <a:normAutofit/>
          </a:bodyPr>
          <a:lstStyle/>
          <a:p>
            <a:pPr marL="0" indent="0">
              <a:buNone/>
            </a:pPr>
            <a:endParaRPr lang="en-GB" sz="2000" dirty="0"/>
          </a:p>
          <a:p>
            <a:pPr marL="457200" indent="-457200">
              <a:buAutoNum type="alphaLcParenBoth"/>
            </a:pPr>
            <a:r>
              <a:rPr lang="en-GB" sz="2000" dirty="0"/>
              <a:t>Determine the optimal size of the orders of hex nuts and molly screws, and the optimal time between placements of orders of these two items.</a:t>
            </a:r>
          </a:p>
          <a:p>
            <a:pPr marL="457200" indent="-457200">
              <a:buAutoNum type="alphaLcParenBoth"/>
            </a:pPr>
            <a:r>
              <a:rPr lang="en-GB" sz="2000" dirty="0"/>
              <a:t>If both items are ordered and received simultaneously, the setup cost of $100 applies to the combined order. Compare the average annual cost of holding and setup if these items are ordered separately; if they are both ordered when the hex nuts would normally be ordered; and if they are both ordered when the molly screws would normally be ordered.</a:t>
            </a:r>
          </a:p>
        </p:txBody>
      </p:sp>
      <p:sp>
        <p:nvSpPr>
          <p:cNvPr id="6" name="TextBox 5">
            <a:extLst>
              <a:ext uri="{FF2B5EF4-FFF2-40B4-BE49-F238E27FC236}">
                <a16:creationId xmlns:a16="http://schemas.microsoft.com/office/drawing/2014/main" id="{6EC13F0E-454B-FFE6-BFDE-213C1FA26160}"/>
              </a:ext>
            </a:extLst>
          </p:cNvPr>
          <p:cNvSpPr txBox="1"/>
          <p:nvPr/>
        </p:nvSpPr>
        <p:spPr>
          <a:xfrm>
            <a:off x="197224" y="1416120"/>
            <a:ext cx="5211677" cy="3170099"/>
          </a:xfrm>
          <a:prstGeom prst="rect">
            <a:avLst/>
          </a:prstGeom>
          <a:noFill/>
        </p:spPr>
        <p:txBody>
          <a:bodyPr wrap="square">
            <a:spAutoFit/>
          </a:bodyPr>
          <a:lstStyle/>
          <a:p>
            <a:r>
              <a:rPr lang="en-GB" sz="2000" dirty="0"/>
              <a:t>A local machine shop buys hex nuts and molly screws from the same supplier. The hex nuts cost 15 cents each and the molly screws cost 38 cents each. A setup cost of $100 is assumed for all the orders. This includes the cost of tracking and receiving the orders. Holding costs are based on a 25% annual interest rate. The shop uses an average of 20,000 hex nuts and 14,000 molly screws annually.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AF89D9E-1389-A635-F5D2-B5A3515EACAD}"/>
                  </a:ext>
                </a:extLst>
              </p14:cNvPr>
              <p14:cNvContentPartPr/>
              <p14:nvPr/>
            </p14:nvContentPartPr>
            <p14:xfrm>
              <a:off x="254880" y="1325520"/>
              <a:ext cx="11631240" cy="3250080"/>
            </p14:xfrm>
          </p:contentPart>
        </mc:Choice>
        <mc:Fallback>
          <p:pic>
            <p:nvPicPr>
              <p:cNvPr id="4" name="Ink 3">
                <a:extLst>
                  <a:ext uri="{FF2B5EF4-FFF2-40B4-BE49-F238E27FC236}">
                    <a16:creationId xmlns:a16="http://schemas.microsoft.com/office/drawing/2014/main" id="{8AF89D9E-1389-A635-F5D2-B5A3515EACAD}"/>
                  </a:ext>
                </a:extLst>
              </p:cNvPr>
              <p:cNvPicPr/>
              <p:nvPr/>
            </p:nvPicPr>
            <p:blipFill>
              <a:blip r:embed="rId3"/>
              <a:stretch>
                <a:fillRect/>
              </a:stretch>
            </p:blipFill>
            <p:spPr>
              <a:xfrm>
                <a:off x="245520" y="1316160"/>
                <a:ext cx="11649960" cy="3268800"/>
              </a:xfrm>
              <a:prstGeom prst="rect">
                <a:avLst/>
              </a:prstGeom>
            </p:spPr>
          </p:pic>
        </mc:Fallback>
      </mc:AlternateContent>
    </p:spTree>
    <p:extLst>
      <p:ext uri="{BB962C8B-B14F-4D97-AF65-F5344CB8AC3E}">
        <p14:creationId xmlns:p14="http://schemas.microsoft.com/office/powerpoint/2010/main" val="33028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5576DF-0E88-2EFA-083D-D8C4F35E6E1D}"/>
              </a:ext>
            </a:extLst>
          </p:cNvPr>
          <p:cNvSpPr txBox="1"/>
          <p:nvPr/>
        </p:nvSpPr>
        <p:spPr>
          <a:xfrm>
            <a:off x="1480929" y="176510"/>
            <a:ext cx="10285619" cy="707886"/>
          </a:xfrm>
          <a:prstGeom prst="rect">
            <a:avLst/>
          </a:prstGeom>
          <a:noFill/>
        </p:spPr>
        <p:txBody>
          <a:bodyPr wrap="square">
            <a:spAutoFit/>
          </a:bodyPr>
          <a:lstStyle/>
          <a:p>
            <a:r>
              <a:rPr lang="en-GB" sz="2000" dirty="0"/>
              <a:t>(1 a) Determine the optimal size of the orders of hex nuts and molly screws, and the optimal time between placements of orders of these two items.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54102AB-E6D2-0E2A-203B-EA9F698DF240}"/>
                  </a:ext>
                </a:extLst>
              </p:cNvPr>
              <p:cNvSpPr txBox="1"/>
              <p:nvPr/>
            </p:nvSpPr>
            <p:spPr>
              <a:xfrm>
                <a:off x="7889631" y="884396"/>
                <a:ext cx="6096000" cy="7834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altLang="en-US" sz="1800" b="1" i="1" dirty="0" smtClean="0">
                              <a:solidFill>
                                <a:srgbClr val="C00000"/>
                              </a:solidFill>
                              <a:latin typeface="Cambria Math" panose="02040503050406030204" pitchFamily="18" charset="0"/>
                            </a:rPr>
                          </m:ctrlPr>
                        </m:sSupPr>
                        <m:e>
                          <m:r>
                            <a:rPr lang="en-GB" altLang="en-US" sz="1800" b="1" i="1" dirty="0" smtClean="0">
                              <a:solidFill>
                                <a:srgbClr val="C00000"/>
                              </a:solidFill>
                              <a:latin typeface="Cambria Math" panose="02040503050406030204" pitchFamily="18" charset="0"/>
                            </a:rPr>
                            <m:t>𝑸</m:t>
                          </m:r>
                        </m:e>
                        <m:sup>
                          <m:r>
                            <a:rPr lang="en-GB" altLang="en-US" sz="1800" b="1" i="1" dirty="0" smtClean="0">
                              <a:solidFill>
                                <a:srgbClr val="C00000"/>
                              </a:solidFill>
                              <a:latin typeface="Cambria Math" panose="02040503050406030204" pitchFamily="18" charset="0"/>
                            </a:rPr>
                            <m:t>∗</m:t>
                          </m:r>
                        </m:sup>
                      </m:sSup>
                      <m:r>
                        <a:rPr lang="en-GB" altLang="en-US" sz="1800" b="1" i="1" dirty="0" smtClean="0">
                          <a:solidFill>
                            <a:srgbClr val="C00000"/>
                          </a:solidFill>
                          <a:latin typeface="Cambria Math" panose="02040503050406030204" pitchFamily="18" charset="0"/>
                        </a:rPr>
                        <m:t>= </m:t>
                      </m:r>
                      <m:r>
                        <a:rPr lang="en-GB" altLang="en-US" sz="1800" b="1" i="1" dirty="0" smtClean="0">
                          <a:solidFill>
                            <a:srgbClr val="C00000"/>
                          </a:solidFill>
                          <a:latin typeface="Cambria Math" panose="02040503050406030204" pitchFamily="18" charset="0"/>
                        </a:rPr>
                        <m:t>𝑬𝑶𝑸</m:t>
                      </m:r>
                      <m:r>
                        <a:rPr lang="en-GB" altLang="en-US" sz="1800" b="1" i="1" dirty="0" smtClean="0">
                          <a:solidFill>
                            <a:srgbClr val="C00000"/>
                          </a:solidFill>
                          <a:latin typeface="Cambria Math" panose="02040503050406030204" pitchFamily="18" charset="0"/>
                        </a:rPr>
                        <m:t> = </m:t>
                      </m:r>
                      <m:sSup>
                        <m:sSupPr>
                          <m:ctrlPr>
                            <a:rPr lang="en-GB" altLang="en-US" sz="1800" b="1" i="1" dirty="0" smtClean="0">
                              <a:solidFill>
                                <a:srgbClr val="C00000"/>
                              </a:solidFill>
                              <a:latin typeface="Cambria Math" panose="02040503050406030204" pitchFamily="18" charset="0"/>
                            </a:rPr>
                          </m:ctrlPr>
                        </m:sSupPr>
                        <m:e>
                          <m:d>
                            <m:dPr>
                              <m:ctrlPr>
                                <a:rPr lang="en-GB" altLang="en-US" sz="1800" b="1" i="1" dirty="0" smtClean="0">
                                  <a:solidFill>
                                    <a:srgbClr val="C00000"/>
                                  </a:solidFill>
                                  <a:latin typeface="Cambria Math" panose="02040503050406030204" pitchFamily="18" charset="0"/>
                                </a:rPr>
                              </m:ctrlPr>
                            </m:dPr>
                            <m:e>
                              <m:f>
                                <m:fPr>
                                  <m:ctrlPr>
                                    <a:rPr lang="en-GB" altLang="en-US" sz="1800" b="1" i="1" dirty="0" smtClean="0">
                                      <a:solidFill>
                                        <a:srgbClr val="C00000"/>
                                      </a:solidFill>
                                      <a:latin typeface="Cambria Math" panose="02040503050406030204" pitchFamily="18" charset="0"/>
                                    </a:rPr>
                                  </m:ctrlPr>
                                </m:fPr>
                                <m:num>
                                  <m:r>
                                    <a:rPr lang="en-GB" altLang="en-US" sz="1800" b="1" i="1" dirty="0" smtClean="0">
                                      <a:solidFill>
                                        <a:srgbClr val="C00000"/>
                                      </a:solidFill>
                                      <a:latin typeface="Cambria Math" panose="02040503050406030204" pitchFamily="18" charset="0"/>
                                    </a:rPr>
                                    <m:t>𝟐</m:t>
                                  </m:r>
                                  <m:r>
                                    <a:rPr lang="en-GB" altLang="en-US" sz="1800" b="1" i="1" dirty="0" smtClean="0">
                                      <a:solidFill>
                                        <a:srgbClr val="C00000"/>
                                      </a:solidFill>
                                      <a:latin typeface="Cambria Math" panose="02040503050406030204" pitchFamily="18" charset="0"/>
                                    </a:rPr>
                                    <m:t>𝑲</m:t>
                                  </m:r>
                                  <m:r>
                                    <m:rPr>
                                      <m:nor/>
                                    </m:rPr>
                                    <a:rPr lang="en-GB" altLang="en-US" sz="1800" dirty="0">
                                      <a:solidFill>
                                        <a:srgbClr val="C00000"/>
                                      </a:solidFill>
                                      <a:latin typeface="Symbol" pitchFamily="2" charset="2"/>
                                    </a:rPr>
                                    <m:t>l</m:t>
                                  </m:r>
                                </m:num>
                                <m:den>
                                  <m:r>
                                    <a:rPr lang="en-GB" altLang="en-US" sz="1800" b="1" i="1" dirty="0" smtClean="0">
                                      <a:solidFill>
                                        <a:srgbClr val="C00000"/>
                                      </a:solidFill>
                                      <a:latin typeface="Cambria Math" panose="02040503050406030204" pitchFamily="18" charset="0"/>
                                    </a:rPr>
                                    <m:t>𝒉</m:t>
                                  </m:r>
                                </m:den>
                              </m:f>
                            </m:e>
                          </m:d>
                        </m:e>
                        <m:sup>
                          <m:f>
                            <m:fPr>
                              <m:ctrlPr>
                                <a:rPr lang="en-GB" altLang="en-US" sz="1800" b="1" i="1" dirty="0" smtClean="0">
                                  <a:solidFill>
                                    <a:srgbClr val="C00000"/>
                                  </a:solidFill>
                                  <a:latin typeface="Cambria Math" panose="02040503050406030204" pitchFamily="18" charset="0"/>
                                </a:rPr>
                              </m:ctrlPr>
                            </m:fPr>
                            <m:num>
                              <m:r>
                                <a:rPr lang="en-GB" altLang="en-US" sz="1800" b="1" i="1" dirty="0" smtClean="0">
                                  <a:solidFill>
                                    <a:srgbClr val="C00000"/>
                                  </a:solidFill>
                                  <a:latin typeface="Cambria Math" panose="02040503050406030204" pitchFamily="18" charset="0"/>
                                </a:rPr>
                                <m:t>𝟏</m:t>
                              </m:r>
                            </m:num>
                            <m:den>
                              <m:r>
                                <a:rPr lang="en-GB" altLang="en-US" sz="1800" b="1" i="1" dirty="0" smtClean="0">
                                  <a:solidFill>
                                    <a:srgbClr val="C00000"/>
                                  </a:solidFill>
                                  <a:latin typeface="Cambria Math" panose="02040503050406030204" pitchFamily="18" charset="0"/>
                                </a:rPr>
                                <m:t>𝟐</m:t>
                              </m:r>
                            </m:den>
                          </m:f>
                        </m:sup>
                      </m:sSup>
                    </m:oMath>
                  </m:oMathPara>
                </a14:m>
                <a:endParaRPr lang="en-GB" dirty="0"/>
              </a:p>
            </p:txBody>
          </p:sp>
        </mc:Choice>
        <mc:Fallback xmlns="">
          <p:sp>
            <p:nvSpPr>
              <p:cNvPr id="3" name="TextBox 2">
                <a:extLst>
                  <a:ext uri="{FF2B5EF4-FFF2-40B4-BE49-F238E27FC236}">
                    <a16:creationId xmlns:a16="http://schemas.microsoft.com/office/drawing/2014/main" id="{B54102AB-E6D2-0E2A-203B-EA9F698DF240}"/>
                  </a:ext>
                </a:extLst>
              </p:cNvPr>
              <p:cNvSpPr txBox="1">
                <a:spLocks noRot="1" noChangeAspect="1" noMove="1" noResize="1" noEditPoints="1" noAdjustHandles="1" noChangeArrowheads="1" noChangeShapeType="1" noTextEdit="1"/>
              </p:cNvSpPr>
              <p:nvPr/>
            </p:nvSpPr>
            <p:spPr>
              <a:xfrm>
                <a:off x="7889631" y="884396"/>
                <a:ext cx="6096000" cy="783420"/>
              </a:xfrm>
              <a:prstGeom prst="rect">
                <a:avLst/>
              </a:prstGeom>
              <a:blipFill>
                <a:blip r:embed="rId2"/>
                <a:stretch>
                  <a:fillRect b="-15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2BAC43-5891-7609-423C-182EF5B7F935}"/>
                  </a:ext>
                </a:extLst>
              </p:cNvPr>
              <p:cNvSpPr txBox="1"/>
              <p:nvPr/>
            </p:nvSpPr>
            <p:spPr>
              <a:xfrm>
                <a:off x="9736016" y="1667816"/>
                <a:ext cx="990600" cy="492443"/>
              </a:xfrm>
              <a:prstGeom prst="rect">
                <a:avLst/>
              </a:prstGeom>
              <a:noFill/>
            </p:spPr>
            <p:txBody>
              <a:bodyPr wrap="square">
                <a:spAutoFit/>
              </a:bodyPr>
              <a:lstStyle/>
              <a:p>
                <a14:m>
                  <m:oMath xmlns:m="http://schemas.openxmlformats.org/officeDocument/2006/math">
                    <m:r>
                      <a:rPr lang="en-GB" altLang="en-US" sz="1800" b="1" i="1" dirty="0" smtClean="0">
                        <a:solidFill>
                          <a:schemeClr val="accent5"/>
                        </a:solidFill>
                        <a:latin typeface="Cambria Math" panose="02040503050406030204" pitchFamily="18" charset="0"/>
                      </a:rPr>
                      <m:t>𝑻</m:t>
                    </m:r>
                    <m:r>
                      <a:rPr lang="en-GB" altLang="en-US" sz="1800" b="1" i="1" dirty="0" smtClean="0">
                        <a:solidFill>
                          <a:schemeClr val="accent5"/>
                        </a:solidFill>
                        <a:latin typeface="Cambria Math" panose="02040503050406030204" pitchFamily="18" charset="0"/>
                      </a:rPr>
                      <m:t> =</m:t>
                    </m:r>
                    <m:f>
                      <m:fPr>
                        <m:ctrlPr>
                          <a:rPr lang="en-GB" altLang="en-US" sz="1800" b="1" i="1" dirty="0" smtClean="0">
                            <a:solidFill>
                              <a:schemeClr val="accent5"/>
                            </a:solidFill>
                            <a:latin typeface="Cambria Math" panose="02040503050406030204" pitchFamily="18" charset="0"/>
                          </a:rPr>
                        </m:ctrlPr>
                      </m:fPr>
                      <m:num>
                        <m:r>
                          <a:rPr lang="en-GB" altLang="en-US" sz="1800" b="1" i="1" dirty="0" smtClean="0">
                            <a:solidFill>
                              <a:schemeClr val="accent5"/>
                            </a:solidFill>
                            <a:latin typeface="Cambria Math" panose="02040503050406030204" pitchFamily="18" charset="0"/>
                          </a:rPr>
                          <m:t>𝑸</m:t>
                        </m:r>
                      </m:num>
                      <m:den>
                        <m:r>
                          <a:rPr lang="en-GB" altLang="en-US" sz="18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1800" b="1" dirty="0">
                    <a:solidFill>
                      <a:schemeClr val="accent5"/>
                    </a:solidFill>
                    <a:latin typeface="Symbol" pitchFamily="2" charset="2"/>
                  </a:rPr>
                  <a:t> </a:t>
                </a:r>
                <a:endParaRPr lang="en-GB" dirty="0"/>
              </a:p>
            </p:txBody>
          </p:sp>
        </mc:Choice>
        <mc:Fallback xmlns="">
          <p:sp>
            <p:nvSpPr>
              <p:cNvPr id="6" name="TextBox 5">
                <a:extLst>
                  <a:ext uri="{FF2B5EF4-FFF2-40B4-BE49-F238E27FC236}">
                    <a16:creationId xmlns:a16="http://schemas.microsoft.com/office/drawing/2014/main" id="{2F2BAC43-5891-7609-423C-182EF5B7F935}"/>
                  </a:ext>
                </a:extLst>
              </p:cNvPr>
              <p:cNvSpPr txBox="1">
                <a:spLocks noRot="1" noChangeAspect="1" noMove="1" noResize="1" noEditPoints="1" noAdjustHandles="1" noChangeArrowheads="1" noChangeShapeType="1" noTextEdit="1"/>
              </p:cNvSpPr>
              <p:nvPr/>
            </p:nvSpPr>
            <p:spPr>
              <a:xfrm>
                <a:off x="9736016" y="1667816"/>
                <a:ext cx="990600" cy="492443"/>
              </a:xfrm>
              <a:prstGeom prst="rect">
                <a:avLst/>
              </a:prstGeom>
              <a:blipFill>
                <a:blip r:embed="rId3"/>
                <a:stretch>
                  <a:fillRect b="-7692"/>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9B5E975-6A0C-E598-59F6-18AADFEE2A3E}"/>
              </a:ext>
            </a:extLst>
          </p:cNvPr>
          <p:cNvPicPr>
            <a:picLocks noChangeAspect="1"/>
          </p:cNvPicPr>
          <p:nvPr/>
        </p:nvPicPr>
        <p:blipFill>
          <a:blip r:embed="rId4"/>
          <a:stretch>
            <a:fillRect/>
          </a:stretch>
        </p:blipFill>
        <p:spPr>
          <a:xfrm>
            <a:off x="1766766" y="1177437"/>
            <a:ext cx="5727700" cy="1473200"/>
          </a:xfrm>
          <a:prstGeom prst="rect">
            <a:avLst/>
          </a:prstGeom>
        </p:spPr>
      </p:pic>
      <p:sp>
        <p:nvSpPr>
          <p:cNvPr id="8" name="Rectangle 7">
            <a:extLst>
              <a:ext uri="{FF2B5EF4-FFF2-40B4-BE49-F238E27FC236}">
                <a16:creationId xmlns:a16="http://schemas.microsoft.com/office/drawing/2014/main" id="{BCB98B02-3CDB-00D9-12CC-C90CF5D7A6F3}"/>
              </a:ext>
            </a:extLst>
          </p:cNvPr>
          <p:cNvSpPr/>
          <p:nvPr/>
        </p:nvSpPr>
        <p:spPr>
          <a:xfrm>
            <a:off x="9624645" y="785447"/>
            <a:ext cx="2485293" cy="1676400"/>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672DFCA-E81A-3E8B-CA49-7DF7FC608929}"/>
                  </a:ext>
                </a:extLst>
              </p14:cNvPr>
              <p14:cNvContentPartPr/>
              <p14:nvPr/>
            </p14:nvContentPartPr>
            <p14:xfrm>
              <a:off x="0" y="794520"/>
              <a:ext cx="12191400" cy="5821920"/>
            </p14:xfrm>
          </p:contentPart>
        </mc:Choice>
        <mc:Fallback>
          <p:pic>
            <p:nvPicPr>
              <p:cNvPr id="2" name="Ink 1">
                <a:extLst>
                  <a:ext uri="{FF2B5EF4-FFF2-40B4-BE49-F238E27FC236}">
                    <a16:creationId xmlns:a16="http://schemas.microsoft.com/office/drawing/2014/main" id="{5672DFCA-E81A-3E8B-CA49-7DF7FC608929}"/>
                  </a:ext>
                </a:extLst>
              </p:cNvPr>
              <p:cNvPicPr/>
              <p:nvPr/>
            </p:nvPicPr>
            <p:blipFill>
              <a:blip r:embed="rId6"/>
              <a:stretch>
                <a:fillRect/>
              </a:stretch>
            </p:blipFill>
            <p:spPr>
              <a:xfrm>
                <a:off x="-9360" y="785160"/>
                <a:ext cx="12210120" cy="5840640"/>
              </a:xfrm>
              <a:prstGeom prst="rect">
                <a:avLst/>
              </a:prstGeom>
            </p:spPr>
          </p:pic>
        </mc:Fallback>
      </mc:AlternateContent>
    </p:spTree>
    <p:extLst>
      <p:ext uri="{BB962C8B-B14F-4D97-AF65-F5344CB8AC3E}">
        <p14:creationId xmlns:p14="http://schemas.microsoft.com/office/powerpoint/2010/main" val="419597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61000"/>
          </a:schemeClr>
        </a:solidFill>
        <a:effectLst/>
      </p:bgPr>
    </p:bg>
    <p:spTree>
      <p:nvGrpSpPr>
        <p:cNvPr id="1" name="">
          <a:extLst>
            <a:ext uri="{FF2B5EF4-FFF2-40B4-BE49-F238E27FC236}">
              <a16:creationId xmlns:a16="http://schemas.microsoft.com/office/drawing/2014/main" id="{929810D8-09B8-902F-7202-9E80BF7BC0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9EF38F-8529-22C6-5384-EBCF23355E47}"/>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sp>
        <p:nvSpPr>
          <p:cNvPr id="7" name="TextBox 6">
            <a:extLst>
              <a:ext uri="{FF2B5EF4-FFF2-40B4-BE49-F238E27FC236}">
                <a16:creationId xmlns:a16="http://schemas.microsoft.com/office/drawing/2014/main" id="{4FD9EE58-4F53-6D02-7563-286785889BC5}"/>
              </a:ext>
            </a:extLst>
          </p:cNvPr>
          <p:cNvSpPr txBox="1"/>
          <p:nvPr/>
        </p:nvSpPr>
        <p:spPr>
          <a:xfrm>
            <a:off x="1480929" y="176510"/>
            <a:ext cx="10285619" cy="707886"/>
          </a:xfrm>
          <a:prstGeom prst="rect">
            <a:avLst/>
          </a:prstGeom>
          <a:noFill/>
        </p:spPr>
        <p:txBody>
          <a:bodyPr wrap="square">
            <a:spAutoFit/>
          </a:bodyPr>
          <a:lstStyle/>
          <a:p>
            <a:r>
              <a:rPr lang="en-GB" sz="2000" dirty="0"/>
              <a:t>(1 a) Determine the optimal size of the orders of hex nuts and molly screws, and the optimal time between placements of orders of these two items.</a:t>
            </a:r>
          </a:p>
        </p:txBody>
      </p:sp>
      <p:pic>
        <p:nvPicPr>
          <p:cNvPr id="8" name="Picture 7">
            <a:extLst>
              <a:ext uri="{FF2B5EF4-FFF2-40B4-BE49-F238E27FC236}">
                <a16:creationId xmlns:a16="http://schemas.microsoft.com/office/drawing/2014/main" id="{19D67F25-9251-8C0D-50AB-1AF211DD77C2}"/>
              </a:ext>
            </a:extLst>
          </p:cNvPr>
          <p:cNvPicPr>
            <a:picLocks noChangeAspect="1"/>
          </p:cNvPicPr>
          <p:nvPr/>
        </p:nvPicPr>
        <p:blipFill>
          <a:blip r:embed="rId2"/>
          <a:stretch>
            <a:fillRect/>
          </a:stretch>
        </p:blipFill>
        <p:spPr>
          <a:xfrm>
            <a:off x="2228850" y="1320800"/>
            <a:ext cx="7734300" cy="4216400"/>
          </a:xfrm>
          <a:prstGeom prst="rect">
            <a:avLst/>
          </a:prstGeom>
        </p:spPr>
      </p:pic>
    </p:spTree>
    <p:extLst>
      <p:ext uri="{BB962C8B-B14F-4D97-AF65-F5344CB8AC3E}">
        <p14:creationId xmlns:p14="http://schemas.microsoft.com/office/powerpoint/2010/main" val="117576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8D1A-7070-9FC3-7627-A7BAC2090E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C81B96-8F7F-C115-8EFC-BB8754C07457}"/>
              </a:ext>
            </a:extLst>
          </p:cNvPr>
          <p:cNvSpPr txBox="1"/>
          <p:nvPr/>
        </p:nvSpPr>
        <p:spPr>
          <a:xfrm>
            <a:off x="1142999" y="147865"/>
            <a:ext cx="10684565" cy="1323439"/>
          </a:xfrm>
          <a:prstGeom prst="rect">
            <a:avLst/>
          </a:prstGeom>
          <a:noFill/>
        </p:spPr>
        <p:txBody>
          <a:bodyPr wrap="square">
            <a:spAutoFit/>
          </a:bodyPr>
          <a:lstStyle/>
          <a:p>
            <a:r>
              <a:rPr lang="en-GB" sz="2000" dirty="0"/>
              <a:t>(1b) If both items are ordered and received simultaneously, the setup cost of $100 applies to the combined order. Compare the average annual cost of holding and setup if these items are ordered separately; if they are both ordered when the hex nuts would normally be ordered; and if they are both ordered when the molly screws would normally be ordered.</a:t>
            </a:r>
          </a:p>
        </p:txBody>
      </p:sp>
      <p:grpSp>
        <p:nvGrpSpPr>
          <p:cNvPr id="16" name="Group 15">
            <a:extLst>
              <a:ext uri="{FF2B5EF4-FFF2-40B4-BE49-F238E27FC236}">
                <a16:creationId xmlns:a16="http://schemas.microsoft.com/office/drawing/2014/main" id="{686174B5-BE8D-1007-1A49-444BA861ACD2}"/>
              </a:ext>
            </a:extLst>
          </p:cNvPr>
          <p:cNvGrpSpPr/>
          <p:nvPr/>
        </p:nvGrpSpPr>
        <p:grpSpPr>
          <a:xfrm>
            <a:off x="9519138" y="1641231"/>
            <a:ext cx="2520462" cy="1992923"/>
            <a:chOff x="9519138" y="1641231"/>
            <a:chExt cx="2520462" cy="199292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9E7CE65-D681-C714-DF64-E603F9AB66EF}"/>
                    </a:ext>
                  </a:extLst>
                </p:cNvPr>
                <p:cNvSpPr txBox="1"/>
                <p:nvPr/>
              </p:nvSpPr>
              <p:spPr>
                <a:xfrm>
                  <a:off x="9741877" y="1691037"/>
                  <a:ext cx="1957754" cy="398251"/>
                </a:xfrm>
                <a:prstGeom prst="rect">
                  <a:avLst/>
                </a:prstGeom>
                <a:noFill/>
              </p:spPr>
              <p:txBody>
                <a:bodyPr wrap="square">
                  <a:spAutoFit/>
                </a:bodyPr>
                <a:lstStyle/>
                <a:p>
                  <a:r>
                    <a:rPr lang="en-GB" sz="1800" i="1" dirty="0">
                      <a:solidFill>
                        <a:srgbClr val="FF0000"/>
                      </a:solidFill>
                      <a:latin typeface="Cambria Math" panose="02040503050406030204" pitchFamily="18" charset="0"/>
                      <a:ea typeface="Cambria Math" panose="02040503050406030204" pitchFamily="18" charset="0"/>
                      <a:cs typeface="Arial" panose="020B0604020202020204" pitchFamily="34" charset="0"/>
                    </a:rPr>
                    <a:t>𝑮(𝑸∗) = </a:t>
                  </a:r>
                  <a14:m>
                    <m:oMath xmlns:m="http://schemas.openxmlformats.org/officeDocument/2006/math">
                      <m:rad>
                        <m:radPr>
                          <m:degHide m:val="on"/>
                          <m:ctrlPr>
                            <a:rPr lang="en-GB" sz="1800" i="1">
                              <a:solidFill>
                                <a:srgbClr val="FF0000"/>
                              </a:solidFill>
                              <a:latin typeface="Cambria Math" panose="02040503050406030204" pitchFamily="18" charset="0"/>
                            </a:rPr>
                          </m:ctrlPr>
                        </m:radPr>
                        <m:deg/>
                        <m:e>
                          <m:r>
                            <m:rPr>
                              <m:nor/>
                            </m:rPr>
                            <a:rPr lang="en-GB" sz="1800" i="1" dirty="0">
                              <a:solidFill>
                                <a:srgbClr val="FF0000"/>
                              </a:solidFill>
                              <a:latin typeface="Cambria Math" panose="02040503050406030204" pitchFamily="18" charset="0"/>
                            </a:rPr>
                            <m:t>𝟐</m:t>
                          </m:r>
                          <m:r>
                            <m:rPr>
                              <m:nor/>
                            </m:rPr>
                            <a:rPr lang="en-GB" sz="1800" i="1" dirty="0">
                              <a:solidFill>
                                <a:srgbClr val="FF0000"/>
                              </a:solidFill>
                              <a:latin typeface="Cambria Math" panose="02040503050406030204" pitchFamily="18" charset="0"/>
                            </a:rPr>
                            <m:t>𝑲</m:t>
                          </m:r>
                          <m:r>
                            <m:rPr>
                              <m:nor/>
                            </m:rPr>
                            <a:rPr lang="el-GR" sz="1800" i="1" dirty="0">
                              <a:solidFill>
                                <a:srgbClr val="FF0000"/>
                              </a:solidFill>
                              <a:latin typeface="Cambria Math" panose="02040503050406030204" pitchFamily="18" charset="0"/>
                            </a:rPr>
                            <m:t>λ</m:t>
                          </m:r>
                          <m:r>
                            <m:rPr>
                              <m:nor/>
                            </m:rPr>
                            <a:rPr lang="el-GR" sz="1800" i="1" dirty="0">
                              <a:solidFill>
                                <a:srgbClr val="FF0000"/>
                              </a:solidFill>
                              <a:latin typeface="Cambria Math" panose="02040503050406030204" pitchFamily="18" charset="0"/>
                            </a:rPr>
                            <m:t>𝒉</m:t>
                          </m:r>
                        </m:e>
                      </m:rad>
                    </m:oMath>
                  </a14:m>
                  <a:endParaRPr lang="en-GB" dirty="0">
                    <a:solidFill>
                      <a:srgbClr val="FF0000"/>
                    </a:solidFill>
                  </a:endParaRPr>
                </a:p>
              </p:txBody>
            </p:sp>
          </mc:Choice>
          <mc:Fallback xmlns="">
            <p:sp>
              <p:nvSpPr>
                <p:cNvPr id="3" name="TextBox 2">
                  <a:extLst>
                    <a:ext uri="{FF2B5EF4-FFF2-40B4-BE49-F238E27FC236}">
                      <a16:creationId xmlns:a16="http://schemas.microsoft.com/office/drawing/2014/main" id="{B9E7CE65-D681-C714-DF64-E603F9AB66EF}"/>
                    </a:ext>
                  </a:extLst>
                </p:cNvPr>
                <p:cNvSpPr txBox="1">
                  <a:spLocks noRot="1" noChangeAspect="1" noMove="1" noResize="1" noEditPoints="1" noAdjustHandles="1" noChangeArrowheads="1" noChangeShapeType="1" noTextEdit="1"/>
                </p:cNvSpPr>
                <p:nvPr/>
              </p:nvSpPr>
              <p:spPr>
                <a:xfrm>
                  <a:off x="9741877" y="1691037"/>
                  <a:ext cx="1957754" cy="398251"/>
                </a:xfrm>
                <a:prstGeom prst="rect">
                  <a:avLst/>
                </a:prstGeom>
                <a:blipFill>
                  <a:blip r:embed="rId2"/>
                  <a:stretch>
                    <a:fillRect l="-2581" b="-2121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E99CC6-59BB-87F7-89EE-D1A5055BFB99}"/>
                    </a:ext>
                  </a:extLst>
                </p:cNvPr>
                <p:cNvSpPr txBox="1"/>
                <p:nvPr/>
              </p:nvSpPr>
              <p:spPr>
                <a:xfrm>
                  <a:off x="9730154" y="2845539"/>
                  <a:ext cx="990600" cy="492443"/>
                </a:xfrm>
                <a:prstGeom prst="rect">
                  <a:avLst/>
                </a:prstGeom>
                <a:noFill/>
              </p:spPr>
              <p:txBody>
                <a:bodyPr wrap="square">
                  <a:spAutoFit/>
                </a:bodyPr>
                <a:lstStyle/>
                <a:p>
                  <a14:m>
                    <m:oMath xmlns:m="http://schemas.openxmlformats.org/officeDocument/2006/math">
                      <m:r>
                        <a:rPr lang="en-GB" altLang="en-US" sz="1800" b="1" i="1" dirty="0" smtClean="0">
                          <a:solidFill>
                            <a:schemeClr val="accent5"/>
                          </a:solidFill>
                          <a:latin typeface="Cambria Math" panose="02040503050406030204" pitchFamily="18" charset="0"/>
                        </a:rPr>
                        <m:t>𝑻</m:t>
                      </m:r>
                      <m:r>
                        <a:rPr lang="en-GB" altLang="en-US" sz="1800" b="1" i="1" dirty="0" smtClean="0">
                          <a:solidFill>
                            <a:schemeClr val="accent5"/>
                          </a:solidFill>
                          <a:latin typeface="Cambria Math" panose="02040503050406030204" pitchFamily="18" charset="0"/>
                        </a:rPr>
                        <m:t> =</m:t>
                      </m:r>
                      <m:f>
                        <m:fPr>
                          <m:ctrlPr>
                            <a:rPr lang="en-GB" altLang="en-US" sz="1800" b="1" i="1" dirty="0" smtClean="0">
                              <a:solidFill>
                                <a:schemeClr val="accent5"/>
                              </a:solidFill>
                              <a:latin typeface="Cambria Math" panose="02040503050406030204" pitchFamily="18" charset="0"/>
                            </a:rPr>
                          </m:ctrlPr>
                        </m:fPr>
                        <m:num>
                          <m:r>
                            <a:rPr lang="en-GB" altLang="en-US" sz="1800" b="1" i="1" dirty="0" smtClean="0">
                              <a:solidFill>
                                <a:schemeClr val="accent5"/>
                              </a:solidFill>
                              <a:latin typeface="Cambria Math" panose="02040503050406030204" pitchFamily="18" charset="0"/>
                            </a:rPr>
                            <m:t>𝑸</m:t>
                          </m:r>
                        </m:num>
                        <m:den>
                          <m:r>
                            <a:rPr lang="en-GB" altLang="en-US" sz="18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1800" b="1" dirty="0">
                      <a:solidFill>
                        <a:schemeClr val="accent5"/>
                      </a:solidFill>
                      <a:latin typeface="Symbol" pitchFamily="2" charset="2"/>
                    </a:rPr>
                    <a:t> </a:t>
                  </a:r>
                  <a:endParaRPr lang="en-GB" dirty="0"/>
                </a:p>
              </p:txBody>
            </p:sp>
          </mc:Choice>
          <mc:Fallback xmlns="">
            <p:sp>
              <p:nvSpPr>
                <p:cNvPr id="5" name="TextBox 4">
                  <a:extLst>
                    <a:ext uri="{FF2B5EF4-FFF2-40B4-BE49-F238E27FC236}">
                      <a16:creationId xmlns:a16="http://schemas.microsoft.com/office/drawing/2014/main" id="{8DE99CC6-59BB-87F7-89EE-D1A5055BFB99}"/>
                    </a:ext>
                  </a:extLst>
                </p:cNvPr>
                <p:cNvSpPr txBox="1">
                  <a:spLocks noRot="1" noChangeAspect="1" noMove="1" noResize="1" noEditPoints="1" noAdjustHandles="1" noChangeArrowheads="1" noChangeShapeType="1" noTextEdit="1"/>
                </p:cNvSpPr>
                <p:nvPr/>
              </p:nvSpPr>
              <p:spPr>
                <a:xfrm>
                  <a:off x="9730154" y="2845539"/>
                  <a:ext cx="990600" cy="492443"/>
                </a:xfrm>
                <a:prstGeom prst="rect">
                  <a:avLst/>
                </a:prstGeom>
                <a:blipFill>
                  <a:blip r:embed="rId3"/>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20D793-1B1A-45C7-FBB2-381BC0F1CEA5}"/>
                    </a:ext>
                  </a:extLst>
                </p:cNvPr>
                <p:cNvSpPr txBox="1"/>
                <p:nvPr/>
              </p:nvSpPr>
              <p:spPr>
                <a:xfrm>
                  <a:off x="10996246" y="2845539"/>
                  <a:ext cx="10433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altLang="en-US" sz="1800" b="1" i="1" dirty="0" smtClean="0">
                            <a:solidFill>
                              <a:schemeClr val="accent5"/>
                            </a:solidFill>
                            <a:latin typeface="Cambria Math" panose="02040503050406030204" pitchFamily="18" charset="0"/>
                            <a:ea typeface="Cambria Math" panose="02040503050406030204" pitchFamily="18" charset="0"/>
                          </a:rPr>
                          <m:t>𝑸</m:t>
                        </m:r>
                        <m:r>
                          <a:rPr lang="en-GB" altLang="en-US" sz="1800" b="1" i="1" dirty="0" smtClean="0">
                            <a:solidFill>
                              <a:schemeClr val="accent5"/>
                            </a:solidFill>
                            <a:latin typeface="Cambria Math" panose="02040503050406030204" pitchFamily="18" charset="0"/>
                            <a:ea typeface="Cambria Math" panose="02040503050406030204" pitchFamily="18" charset="0"/>
                          </a:rPr>
                          <m:t>=</m:t>
                        </m:r>
                        <m:r>
                          <a:rPr lang="en-GB" altLang="en-US" sz="1800" b="1" i="1" dirty="0" smtClean="0">
                            <a:solidFill>
                              <a:schemeClr val="accent5"/>
                            </a:solidFill>
                            <a:latin typeface="Cambria Math" panose="02040503050406030204" pitchFamily="18" charset="0"/>
                            <a:ea typeface="Cambria Math" panose="02040503050406030204" pitchFamily="18" charset="0"/>
                          </a:rPr>
                          <m:t>𝝀</m:t>
                        </m:r>
                        <m:r>
                          <a:rPr lang="en-GB" altLang="en-US" sz="1800" b="1" i="1" dirty="0" smtClean="0">
                            <a:solidFill>
                              <a:schemeClr val="accent5"/>
                            </a:solidFill>
                            <a:latin typeface="Cambria Math" panose="02040503050406030204" pitchFamily="18" charset="0"/>
                            <a:ea typeface="Cambria Math" panose="02040503050406030204" pitchFamily="18" charset="0"/>
                          </a:rPr>
                          <m:t>𝑻</m:t>
                        </m:r>
                      </m:oMath>
                    </m:oMathPara>
                  </a14:m>
                  <a:endParaRPr lang="en-GB" dirty="0"/>
                </a:p>
              </p:txBody>
            </p:sp>
          </mc:Choice>
          <mc:Fallback xmlns="">
            <p:sp>
              <p:nvSpPr>
                <p:cNvPr id="8" name="TextBox 7">
                  <a:extLst>
                    <a:ext uri="{FF2B5EF4-FFF2-40B4-BE49-F238E27FC236}">
                      <a16:creationId xmlns:a16="http://schemas.microsoft.com/office/drawing/2014/main" id="{1D20D793-1B1A-45C7-FBB2-381BC0F1CEA5}"/>
                    </a:ext>
                  </a:extLst>
                </p:cNvPr>
                <p:cNvSpPr txBox="1">
                  <a:spLocks noRot="1" noChangeAspect="1" noMove="1" noResize="1" noEditPoints="1" noAdjustHandles="1" noChangeArrowheads="1" noChangeShapeType="1" noTextEdit="1"/>
                </p:cNvSpPr>
                <p:nvPr/>
              </p:nvSpPr>
              <p:spPr>
                <a:xfrm>
                  <a:off x="10996246" y="2845539"/>
                  <a:ext cx="1043354" cy="369332"/>
                </a:xfrm>
                <a:prstGeom prst="rect">
                  <a:avLst/>
                </a:prstGeom>
                <a:blipFill>
                  <a:blip r:embed="rId4"/>
                  <a:stretch>
                    <a:fillRect b="-13793"/>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FDA98517-F2D2-3A3C-274D-C084CF05A69C}"/>
                </a:ext>
              </a:extLst>
            </p:cNvPr>
            <p:cNvCxnSpPr/>
            <p:nvPr/>
          </p:nvCxnSpPr>
          <p:spPr>
            <a:xfrm>
              <a:off x="10527323" y="3091760"/>
              <a:ext cx="515815"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42C4673-2DD3-C5C5-F8DC-D22FE5A03399}"/>
                </a:ext>
              </a:extLst>
            </p:cNvPr>
            <p:cNvSpPr/>
            <p:nvPr/>
          </p:nvSpPr>
          <p:spPr>
            <a:xfrm>
              <a:off x="9519138" y="1641231"/>
              <a:ext cx="2485293" cy="1992923"/>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AFF4BE-CFE9-0100-67DD-1A9E09D5AE7D}"/>
                    </a:ext>
                  </a:extLst>
                </p:cNvPr>
                <p:cNvSpPr txBox="1"/>
                <p:nvPr/>
              </p:nvSpPr>
              <p:spPr>
                <a:xfrm>
                  <a:off x="9758952" y="2294725"/>
                  <a:ext cx="2068612" cy="373372"/>
                </a:xfrm>
                <a:prstGeom prst="rect">
                  <a:avLst/>
                </a:prstGeom>
                <a:noFill/>
              </p:spPr>
              <p:txBody>
                <a:bodyPr wrap="square">
                  <a:spAutoFit/>
                </a:bodyPr>
                <a:lstStyle/>
                <a:p>
                  <a:pPr>
                    <a:lnSpc>
                      <a:spcPct val="110000"/>
                    </a:lnSpc>
                  </a:pPr>
                  <a:r>
                    <a:rPr lang="en-GB" altLang="en-US" sz="1400" dirty="0"/>
                    <a:t>holding cost= </a:t>
                  </a:r>
                  <a14:m>
                    <m:oMath xmlns:m="http://schemas.openxmlformats.org/officeDocument/2006/math">
                      <m:r>
                        <a:rPr lang="en-GB" altLang="en-US" sz="1800" b="1" i="1" dirty="0" smtClean="0">
                          <a:solidFill>
                            <a:schemeClr val="accent5"/>
                          </a:solidFill>
                          <a:latin typeface="Cambria Math" panose="02040503050406030204" pitchFamily="18" charset="0"/>
                        </a:rPr>
                        <m:t>½</m:t>
                      </m:r>
                      <m:r>
                        <a:rPr lang="en-GB" altLang="en-US" sz="1800" b="1" i="1" dirty="0" smtClean="0">
                          <a:solidFill>
                            <a:schemeClr val="accent5"/>
                          </a:solidFill>
                          <a:latin typeface="Cambria Math" panose="02040503050406030204" pitchFamily="18" charset="0"/>
                        </a:rPr>
                        <m:t>𝒉𝑸</m:t>
                      </m:r>
                    </m:oMath>
                  </a14:m>
                  <a:endParaRPr lang="en-GB" altLang="en-US" sz="1800" b="1" dirty="0">
                    <a:solidFill>
                      <a:schemeClr val="accent5"/>
                    </a:solidFill>
                  </a:endParaRPr>
                </a:p>
              </p:txBody>
            </p:sp>
          </mc:Choice>
          <mc:Fallback xmlns="">
            <p:sp>
              <p:nvSpPr>
                <p:cNvPr id="14" name="TextBox 13">
                  <a:extLst>
                    <a:ext uri="{FF2B5EF4-FFF2-40B4-BE49-F238E27FC236}">
                      <a16:creationId xmlns:a16="http://schemas.microsoft.com/office/drawing/2014/main" id="{48AFF4BE-CFE9-0100-67DD-1A9E09D5AE7D}"/>
                    </a:ext>
                  </a:extLst>
                </p:cNvPr>
                <p:cNvSpPr txBox="1">
                  <a:spLocks noRot="1" noChangeAspect="1" noMove="1" noResize="1" noEditPoints="1" noAdjustHandles="1" noChangeArrowheads="1" noChangeShapeType="1" noTextEdit="1"/>
                </p:cNvSpPr>
                <p:nvPr/>
              </p:nvSpPr>
              <p:spPr>
                <a:xfrm>
                  <a:off x="9758952" y="2294725"/>
                  <a:ext cx="2068612" cy="373372"/>
                </a:xfrm>
                <a:prstGeom prst="rect">
                  <a:avLst/>
                </a:prstGeom>
                <a:blipFill>
                  <a:blip r:embed="rId5"/>
                  <a:stretch>
                    <a:fillRect l="-610" b="-12903"/>
                  </a:stretch>
                </a:blipFill>
              </p:spPr>
              <p:txBody>
                <a:bodyPr/>
                <a:lstStyle/>
                <a:p>
                  <a:r>
                    <a:rPr lang="en-GB">
                      <a:noFill/>
                    </a:rPr>
                    <a:t> </a:t>
                  </a:r>
                </a:p>
              </p:txBody>
            </p:sp>
          </mc:Fallback>
        </mc:AlternateContent>
      </p:grpSp>
      <p:pic>
        <p:nvPicPr>
          <p:cNvPr id="17" name="Picture 16">
            <a:extLst>
              <a:ext uri="{FF2B5EF4-FFF2-40B4-BE49-F238E27FC236}">
                <a16:creationId xmlns:a16="http://schemas.microsoft.com/office/drawing/2014/main" id="{34F3EB26-FDE8-327D-7402-D639947BC892}"/>
              </a:ext>
            </a:extLst>
          </p:cNvPr>
          <p:cNvPicPr>
            <a:picLocks noChangeAspect="1"/>
          </p:cNvPicPr>
          <p:nvPr/>
        </p:nvPicPr>
        <p:blipFill>
          <a:blip r:embed="rId6"/>
          <a:stretch>
            <a:fillRect/>
          </a:stretch>
        </p:blipFill>
        <p:spPr>
          <a:xfrm>
            <a:off x="1798027" y="1648965"/>
            <a:ext cx="5727700" cy="1473200"/>
          </a:xfrm>
          <a:prstGeom prst="rect">
            <a:avLst/>
          </a:prstGeom>
        </p:spPr>
      </p:pic>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0D797A2C-7BEC-3943-61D0-818DD85B0A34}"/>
                  </a:ext>
                </a:extLst>
              </p14:cNvPr>
              <p14:cNvContentPartPr/>
              <p14:nvPr/>
            </p14:nvContentPartPr>
            <p14:xfrm>
              <a:off x="395280" y="797040"/>
              <a:ext cx="9530280" cy="2661840"/>
            </p14:xfrm>
          </p:contentPart>
        </mc:Choice>
        <mc:Fallback>
          <p:pic>
            <p:nvPicPr>
              <p:cNvPr id="2" name="Ink 1">
                <a:extLst>
                  <a:ext uri="{FF2B5EF4-FFF2-40B4-BE49-F238E27FC236}">
                    <a16:creationId xmlns:a16="http://schemas.microsoft.com/office/drawing/2014/main" id="{0D797A2C-7BEC-3943-61D0-818DD85B0A34}"/>
                  </a:ext>
                </a:extLst>
              </p:cNvPr>
              <p:cNvPicPr/>
              <p:nvPr/>
            </p:nvPicPr>
            <p:blipFill>
              <a:blip r:embed="rId8"/>
              <a:stretch>
                <a:fillRect/>
              </a:stretch>
            </p:blipFill>
            <p:spPr>
              <a:xfrm>
                <a:off x="385920" y="787680"/>
                <a:ext cx="9549000" cy="2680560"/>
              </a:xfrm>
              <a:prstGeom prst="rect">
                <a:avLst/>
              </a:prstGeom>
            </p:spPr>
          </p:pic>
        </mc:Fallback>
      </mc:AlternateContent>
    </p:spTree>
    <p:extLst>
      <p:ext uri="{BB962C8B-B14F-4D97-AF65-F5344CB8AC3E}">
        <p14:creationId xmlns:p14="http://schemas.microsoft.com/office/powerpoint/2010/main" val="831474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C188A-85E6-7A8F-C8A7-B545EAE2B3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57E2E0-8E3C-1977-0708-00E74532734A}"/>
              </a:ext>
            </a:extLst>
          </p:cNvPr>
          <p:cNvSpPr txBox="1"/>
          <p:nvPr/>
        </p:nvSpPr>
        <p:spPr>
          <a:xfrm>
            <a:off x="1142999" y="147865"/>
            <a:ext cx="10684565" cy="1323439"/>
          </a:xfrm>
          <a:prstGeom prst="rect">
            <a:avLst/>
          </a:prstGeom>
          <a:noFill/>
        </p:spPr>
        <p:txBody>
          <a:bodyPr wrap="square">
            <a:spAutoFit/>
          </a:bodyPr>
          <a:lstStyle/>
          <a:p>
            <a:r>
              <a:rPr lang="en-GB" sz="2000" dirty="0"/>
              <a:t>(1b) If both items are ordered and received simultaneously, the setup cost of $100 applies to the combined order. Compare the average annual cost of holding and setup </a:t>
            </a:r>
            <a:r>
              <a:rPr lang="en-GB" sz="2000" dirty="0">
                <a:highlight>
                  <a:srgbClr val="FFFF00"/>
                </a:highlight>
              </a:rPr>
              <a:t>if these items are ordered separately;</a:t>
            </a:r>
            <a:r>
              <a:rPr lang="en-GB" sz="2000" dirty="0"/>
              <a:t> if they are both ordered when the hex nuts would normally be ordered; and if they are both ordered when the molly screws would normally be ordered.</a:t>
            </a:r>
          </a:p>
        </p:txBody>
      </p:sp>
      <p:grpSp>
        <p:nvGrpSpPr>
          <p:cNvPr id="2" name="Group 1">
            <a:extLst>
              <a:ext uri="{FF2B5EF4-FFF2-40B4-BE49-F238E27FC236}">
                <a16:creationId xmlns:a16="http://schemas.microsoft.com/office/drawing/2014/main" id="{FDA057E9-9F52-917C-F6CB-8200AD5EE1CE}"/>
              </a:ext>
            </a:extLst>
          </p:cNvPr>
          <p:cNvGrpSpPr/>
          <p:nvPr/>
        </p:nvGrpSpPr>
        <p:grpSpPr>
          <a:xfrm>
            <a:off x="9519138" y="1641231"/>
            <a:ext cx="2520462" cy="1992923"/>
            <a:chOff x="9519138" y="1641231"/>
            <a:chExt cx="2520462" cy="199292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720E5F-76DA-61BB-9FED-9C9A4619C67F}"/>
                    </a:ext>
                  </a:extLst>
                </p:cNvPr>
                <p:cNvSpPr txBox="1"/>
                <p:nvPr/>
              </p:nvSpPr>
              <p:spPr>
                <a:xfrm>
                  <a:off x="9741877" y="1691037"/>
                  <a:ext cx="1957754" cy="398251"/>
                </a:xfrm>
                <a:prstGeom prst="rect">
                  <a:avLst/>
                </a:prstGeom>
                <a:noFill/>
              </p:spPr>
              <p:txBody>
                <a:bodyPr wrap="square">
                  <a:spAutoFit/>
                </a:bodyPr>
                <a:lstStyle/>
                <a:p>
                  <a:r>
                    <a:rPr lang="en-GB" sz="1800" i="1" dirty="0">
                      <a:solidFill>
                        <a:srgbClr val="FF0000"/>
                      </a:solidFill>
                      <a:latin typeface="Cambria Math" panose="02040503050406030204" pitchFamily="18" charset="0"/>
                      <a:ea typeface="Cambria Math" panose="02040503050406030204" pitchFamily="18" charset="0"/>
                      <a:cs typeface="Arial" panose="020B0604020202020204" pitchFamily="34" charset="0"/>
                    </a:rPr>
                    <a:t>𝑮(𝑸∗) = </a:t>
                  </a:r>
                  <a14:m>
                    <m:oMath xmlns:m="http://schemas.openxmlformats.org/officeDocument/2006/math">
                      <m:rad>
                        <m:radPr>
                          <m:degHide m:val="on"/>
                          <m:ctrlPr>
                            <a:rPr lang="en-GB" sz="1800" i="1">
                              <a:solidFill>
                                <a:srgbClr val="FF0000"/>
                              </a:solidFill>
                              <a:latin typeface="Cambria Math" panose="02040503050406030204" pitchFamily="18" charset="0"/>
                            </a:rPr>
                          </m:ctrlPr>
                        </m:radPr>
                        <m:deg/>
                        <m:e>
                          <m:r>
                            <m:rPr>
                              <m:nor/>
                            </m:rPr>
                            <a:rPr lang="en-GB" sz="1800" i="1" dirty="0">
                              <a:solidFill>
                                <a:srgbClr val="FF0000"/>
                              </a:solidFill>
                              <a:latin typeface="Cambria Math" panose="02040503050406030204" pitchFamily="18" charset="0"/>
                            </a:rPr>
                            <m:t>𝟐</m:t>
                          </m:r>
                          <m:r>
                            <m:rPr>
                              <m:nor/>
                            </m:rPr>
                            <a:rPr lang="en-GB" sz="1800" i="1" dirty="0">
                              <a:solidFill>
                                <a:srgbClr val="FF0000"/>
                              </a:solidFill>
                              <a:latin typeface="Cambria Math" panose="02040503050406030204" pitchFamily="18" charset="0"/>
                            </a:rPr>
                            <m:t>𝑲</m:t>
                          </m:r>
                          <m:r>
                            <m:rPr>
                              <m:nor/>
                            </m:rPr>
                            <a:rPr lang="el-GR" sz="1800" i="1" dirty="0">
                              <a:solidFill>
                                <a:srgbClr val="FF0000"/>
                              </a:solidFill>
                              <a:latin typeface="Cambria Math" panose="02040503050406030204" pitchFamily="18" charset="0"/>
                            </a:rPr>
                            <m:t>λ</m:t>
                          </m:r>
                          <m:r>
                            <m:rPr>
                              <m:nor/>
                            </m:rPr>
                            <a:rPr lang="el-GR" sz="1800" i="1" dirty="0">
                              <a:solidFill>
                                <a:srgbClr val="FF0000"/>
                              </a:solidFill>
                              <a:latin typeface="Cambria Math" panose="02040503050406030204" pitchFamily="18" charset="0"/>
                            </a:rPr>
                            <m:t>𝒉</m:t>
                          </m:r>
                        </m:e>
                      </m:rad>
                    </m:oMath>
                  </a14:m>
                  <a:endParaRPr lang="en-GB" dirty="0">
                    <a:solidFill>
                      <a:srgbClr val="FF0000"/>
                    </a:solidFill>
                  </a:endParaRPr>
                </a:p>
              </p:txBody>
            </p:sp>
          </mc:Choice>
          <mc:Fallback xmlns="">
            <p:sp>
              <p:nvSpPr>
                <p:cNvPr id="3" name="TextBox 2">
                  <a:extLst>
                    <a:ext uri="{FF2B5EF4-FFF2-40B4-BE49-F238E27FC236}">
                      <a16:creationId xmlns:a16="http://schemas.microsoft.com/office/drawing/2014/main" id="{3A720E5F-76DA-61BB-9FED-9C9A4619C67F}"/>
                    </a:ext>
                  </a:extLst>
                </p:cNvPr>
                <p:cNvSpPr txBox="1">
                  <a:spLocks noRot="1" noChangeAspect="1" noMove="1" noResize="1" noEditPoints="1" noAdjustHandles="1" noChangeArrowheads="1" noChangeShapeType="1" noTextEdit="1"/>
                </p:cNvSpPr>
                <p:nvPr/>
              </p:nvSpPr>
              <p:spPr>
                <a:xfrm>
                  <a:off x="9741877" y="1691037"/>
                  <a:ext cx="1957754" cy="398251"/>
                </a:xfrm>
                <a:prstGeom prst="rect">
                  <a:avLst/>
                </a:prstGeom>
                <a:blipFill>
                  <a:blip r:embed="rId2"/>
                  <a:stretch>
                    <a:fillRect l="-2581" b="-2121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4DC2CC-E8E2-151B-4C11-92B2AC7026DB}"/>
                    </a:ext>
                  </a:extLst>
                </p:cNvPr>
                <p:cNvSpPr txBox="1"/>
                <p:nvPr/>
              </p:nvSpPr>
              <p:spPr>
                <a:xfrm>
                  <a:off x="9730154" y="2845539"/>
                  <a:ext cx="990600" cy="492443"/>
                </a:xfrm>
                <a:prstGeom prst="rect">
                  <a:avLst/>
                </a:prstGeom>
                <a:noFill/>
              </p:spPr>
              <p:txBody>
                <a:bodyPr wrap="square">
                  <a:spAutoFit/>
                </a:bodyPr>
                <a:lstStyle/>
                <a:p>
                  <a14:m>
                    <m:oMath xmlns:m="http://schemas.openxmlformats.org/officeDocument/2006/math">
                      <m:r>
                        <a:rPr lang="en-GB" altLang="en-US" sz="1800" b="1" i="1" dirty="0" smtClean="0">
                          <a:solidFill>
                            <a:schemeClr val="accent5"/>
                          </a:solidFill>
                          <a:latin typeface="Cambria Math" panose="02040503050406030204" pitchFamily="18" charset="0"/>
                        </a:rPr>
                        <m:t>𝑻</m:t>
                      </m:r>
                      <m:r>
                        <a:rPr lang="en-GB" altLang="en-US" sz="1800" b="1" i="1" dirty="0" smtClean="0">
                          <a:solidFill>
                            <a:schemeClr val="accent5"/>
                          </a:solidFill>
                          <a:latin typeface="Cambria Math" panose="02040503050406030204" pitchFamily="18" charset="0"/>
                        </a:rPr>
                        <m:t> =</m:t>
                      </m:r>
                      <m:f>
                        <m:fPr>
                          <m:ctrlPr>
                            <a:rPr lang="en-GB" altLang="en-US" sz="1800" b="1" i="1" dirty="0" smtClean="0">
                              <a:solidFill>
                                <a:schemeClr val="accent5"/>
                              </a:solidFill>
                              <a:latin typeface="Cambria Math" panose="02040503050406030204" pitchFamily="18" charset="0"/>
                            </a:rPr>
                          </m:ctrlPr>
                        </m:fPr>
                        <m:num>
                          <m:r>
                            <a:rPr lang="en-GB" altLang="en-US" sz="1800" b="1" i="1" dirty="0" smtClean="0">
                              <a:solidFill>
                                <a:schemeClr val="accent5"/>
                              </a:solidFill>
                              <a:latin typeface="Cambria Math" panose="02040503050406030204" pitchFamily="18" charset="0"/>
                            </a:rPr>
                            <m:t>𝑸</m:t>
                          </m:r>
                        </m:num>
                        <m:den>
                          <m:r>
                            <a:rPr lang="en-GB" altLang="en-US" sz="18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1800" b="1" dirty="0">
                      <a:solidFill>
                        <a:schemeClr val="accent5"/>
                      </a:solidFill>
                      <a:latin typeface="Symbol" pitchFamily="2" charset="2"/>
                    </a:rPr>
                    <a:t> </a:t>
                  </a:r>
                  <a:endParaRPr lang="en-GB" dirty="0"/>
                </a:p>
              </p:txBody>
            </p:sp>
          </mc:Choice>
          <mc:Fallback xmlns="">
            <p:sp>
              <p:nvSpPr>
                <p:cNvPr id="5" name="TextBox 4">
                  <a:extLst>
                    <a:ext uri="{FF2B5EF4-FFF2-40B4-BE49-F238E27FC236}">
                      <a16:creationId xmlns:a16="http://schemas.microsoft.com/office/drawing/2014/main" id="{4B4DC2CC-E8E2-151B-4C11-92B2AC7026DB}"/>
                    </a:ext>
                  </a:extLst>
                </p:cNvPr>
                <p:cNvSpPr txBox="1">
                  <a:spLocks noRot="1" noChangeAspect="1" noMove="1" noResize="1" noEditPoints="1" noAdjustHandles="1" noChangeArrowheads="1" noChangeShapeType="1" noTextEdit="1"/>
                </p:cNvSpPr>
                <p:nvPr/>
              </p:nvSpPr>
              <p:spPr>
                <a:xfrm>
                  <a:off x="9730154" y="2845539"/>
                  <a:ext cx="990600" cy="492443"/>
                </a:xfrm>
                <a:prstGeom prst="rect">
                  <a:avLst/>
                </a:prstGeom>
                <a:blipFill>
                  <a:blip r:embed="rId3"/>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40E962-7791-D2F5-E765-3012D912A379}"/>
                    </a:ext>
                  </a:extLst>
                </p:cNvPr>
                <p:cNvSpPr txBox="1"/>
                <p:nvPr/>
              </p:nvSpPr>
              <p:spPr>
                <a:xfrm>
                  <a:off x="10996246" y="2845539"/>
                  <a:ext cx="10433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altLang="en-US" sz="1800" b="1" i="1" dirty="0" smtClean="0">
                            <a:solidFill>
                              <a:schemeClr val="accent5"/>
                            </a:solidFill>
                            <a:latin typeface="Cambria Math" panose="02040503050406030204" pitchFamily="18" charset="0"/>
                            <a:ea typeface="Cambria Math" panose="02040503050406030204" pitchFamily="18" charset="0"/>
                          </a:rPr>
                          <m:t>𝑸</m:t>
                        </m:r>
                        <m:r>
                          <a:rPr lang="en-GB" altLang="en-US" sz="1800" b="1" i="1" dirty="0" smtClean="0">
                            <a:solidFill>
                              <a:schemeClr val="accent5"/>
                            </a:solidFill>
                            <a:latin typeface="Cambria Math" panose="02040503050406030204" pitchFamily="18" charset="0"/>
                            <a:ea typeface="Cambria Math" panose="02040503050406030204" pitchFamily="18" charset="0"/>
                          </a:rPr>
                          <m:t>=</m:t>
                        </m:r>
                        <m:r>
                          <a:rPr lang="en-GB" altLang="en-US" sz="1800" b="1" i="1" dirty="0" smtClean="0">
                            <a:solidFill>
                              <a:schemeClr val="accent5"/>
                            </a:solidFill>
                            <a:latin typeface="Cambria Math" panose="02040503050406030204" pitchFamily="18" charset="0"/>
                            <a:ea typeface="Cambria Math" panose="02040503050406030204" pitchFamily="18" charset="0"/>
                          </a:rPr>
                          <m:t>𝝀</m:t>
                        </m:r>
                        <m:r>
                          <a:rPr lang="en-GB" altLang="en-US" sz="1800" b="1" i="1" dirty="0" smtClean="0">
                            <a:solidFill>
                              <a:schemeClr val="accent5"/>
                            </a:solidFill>
                            <a:latin typeface="Cambria Math" panose="02040503050406030204" pitchFamily="18" charset="0"/>
                            <a:ea typeface="Cambria Math" panose="02040503050406030204" pitchFamily="18" charset="0"/>
                          </a:rPr>
                          <m:t>𝑻</m:t>
                        </m:r>
                      </m:oMath>
                    </m:oMathPara>
                  </a14:m>
                  <a:endParaRPr lang="en-GB" dirty="0"/>
                </a:p>
              </p:txBody>
            </p:sp>
          </mc:Choice>
          <mc:Fallback xmlns="">
            <p:sp>
              <p:nvSpPr>
                <p:cNvPr id="6" name="TextBox 5">
                  <a:extLst>
                    <a:ext uri="{FF2B5EF4-FFF2-40B4-BE49-F238E27FC236}">
                      <a16:creationId xmlns:a16="http://schemas.microsoft.com/office/drawing/2014/main" id="{F240E962-7791-D2F5-E765-3012D912A379}"/>
                    </a:ext>
                  </a:extLst>
                </p:cNvPr>
                <p:cNvSpPr txBox="1">
                  <a:spLocks noRot="1" noChangeAspect="1" noMove="1" noResize="1" noEditPoints="1" noAdjustHandles="1" noChangeArrowheads="1" noChangeShapeType="1" noTextEdit="1"/>
                </p:cNvSpPr>
                <p:nvPr/>
              </p:nvSpPr>
              <p:spPr>
                <a:xfrm>
                  <a:off x="10996246" y="2845539"/>
                  <a:ext cx="1043354" cy="369332"/>
                </a:xfrm>
                <a:prstGeom prst="rect">
                  <a:avLst/>
                </a:prstGeom>
                <a:blipFill>
                  <a:blip r:embed="rId4"/>
                  <a:stretch>
                    <a:fillRect b="-13793"/>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912DA965-55A5-1EC5-FBB6-FBC4D337CC9A}"/>
                </a:ext>
              </a:extLst>
            </p:cNvPr>
            <p:cNvCxnSpPr/>
            <p:nvPr/>
          </p:nvCxnSpPr>
          <p:spPr>
            <a:xfrm>
              <a:off x="10527323" y="3091760"/>
              <a:ext cx="515815"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2B0FE78-A1BD-0A4E-4E9A-F0EA08A9909B}"/>
                </a:ext>
              </a:extLst>
            </p:cNvPr>
            <p:cNvSpPr/>
            <p:nvPr/>
          </p:nvSpPr>
          <p:spPr>
            <a:xfrm>
              <a:off x="9519138" y="1641231"/>
              <a:ext cx="2485293" cy="1992923"/>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696211E-AAA5-6DD9-6787-5E4010D7C438}"/>
                    </a:ext>
                  </a:extLst>
                </p:cNvPr>
                <p:cNvSpPr txBox="1"/>
                <p:nvPr/>
              </p:nvSpPr>
              <p:spPr>
                <a:xfrm>
                  <a:off x="9758952" y="2294725"/>
                  <a:ext cx="2068612" cy="373372"/>
                </a:xfrm>
                <a:prstGeom prst="rect">
                  <a:avLst/>
                </a:prstGeom>
                <a:noFill/>
              </p:spPr>
              <p:txBody>
                <a:bodyPr wrap="square">
                  <a:spAutoFit/>
                </a:bodyPr>
                <a:lstStyle/>
                <a:p>
                  <a:pPr>
                    <a:lnSpc>
                      <a:spcPct val="110000"/>
                    </a:lnSpc>
                  </a:pPr>
                  <a:r>
                    <a:rPr lang="en-GB" altLang="en-US" sz="1400" dirty="0"/>
                    <a:t>holding cost= </a:t>
                  </a:r>
                  <a14:m>
                    <m:oMath xmlns:m="http://schemas.openxmlformats.org/officeDocument/2006/math">
                      <m:r>
                        <a:rPr lang="en-GB" altLang="en-US" sz="1800" b="1" i="1" dirty="0" smtClean="0">
                          <a:solidFill>
                            <a:schemeClr val="accent5"/>
                          </a:solidFill>
                          <a:latin typeface="Cambria Math" panose="02040503050406030204" pitchFamily="18" charset="0"/>
                        </a:rPr>
                        <m:t>½</m:t>
                      </m:r>
                      <m:r>
                        <a:rPr lang="en-GB" altLang="en-US" sz="1800" b="1" i="1" dirty="0" smtClean="0">
                          <a:solidFill>
                            <a:schemeClr val="accent5"/>
                          </a:solidFill>
                          <a:latin typeface="Cambria Math" panose="02040503050406030204" pitchFamily="18" charset="0"/>
                        </a:rPr>
                        <m:t>𝒉𝑸</m:t>
                      </m:r>
                    </m:oMath>
                  </a14:m>
                  <a:endParaRPr lang="en-GB" altLang="en-US" sz="1800" b="1" dirty="0">
                    <a:solidFill>
                      <a:schemeClr val="accent5"/>
                    </a:solidFill>
                  </a:endParaRPr>
                </a:p>
              </p:txBody>
            </p:sp>
          </mc:Choice>
          <mc:Fallback xmlns="">
            <p:sp>
              <p:nvSpPr>
                <p:cNvPr id="9" name="TextBox 8">
                  <a:extLst>
                    <a:ext uri="{FF2B5EF4-FFF2-40B4-BE49-F238E27FC236}">
                      <a16:creationId xmlns:a16="http://schemas.microsoft.com/office/drawing/2014/main" id="{9696211E-AAA5-6DD9-6787-5E4010D7C438}"/>
                    </a:ext>
                  </a:extLst>
                </p:cNvPr>
                <p:cNvSpPr txBox="1">
                  <a:spLocks noRot="1" noChangeAspect="1" noMove="1" noResize="1" noEditPoints="1" noAdjustHandles="1" noChangeArrowheads="1" noChangeShapeType="1" noTextEdit="1"/>
                </p:cNvSpPr>
                <p:nvPr/>
              </p:nvSpPr>
              <p:spPr>
                <a:xfrm>
                  <a:off x="9758952" y="2294725"/>
                  <a:ext cx="2068612" cy="373372"/>
                </a:xfrm>
                <a:prstGeom prst="rect">
                  <a:avLst/>
                </a:prstGeom>
                <a:blipFill>
                  <a:blip r:embed="rId5"/>
                  <a:stretch>
                    <a:fillRect l="-610" b="-12903"/>
                  </a:stretch>
                </a:blipFill>
              </p:spPr>
              <p:txBody>
                <a:bodyPr/>
                <a:lstStyle/>
                <a:p>
                  <a:r>
                    <a:rPr lang="en-GB">
                      <a:noFill/>
                    </a:rPr>
                    <a:t> </a:t>
                  </a:r>
                </a:p>
              </p:txBody>
            </p:sp>
          </mc:Fallback>
        </mc:AlternateContent>
      </p:grpSp>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91C6D522-00ED-8BE6-517E-F44A3F8FB114}"/>
                  </a:ext>
                </a:extLst>
              </p14:cNvPr>
              <p14:cNvContentPartPr/>
              <p14:nvPr/>
            </p14:nvContentPartPr>
            <p14:xfrm>
              <a:off x="1183320" y="1499400"/>
              <a:ext cx="10726560" cy="4203360"/>
            </p14:xfrm>
          </p:contentPart>
        </mc:Choice>
        <mc:Fallback>
          <p:pic>
            <p:nvPicPr>
              <p:cNvPr id="10" name="Ink 9">
                <a:extLst>
                  <a:ext uri="{FF2B5EF4-FFF2-40B4-BE49-F238E27FC236}">
                    <a16:creationId xmlns:a16="http://schemas.microsoft.com/office/drawing/2014/main" id="{91C6D522-00ED-8BE6-517E-F44A3F8FB114}"/>
                  </a:ext>
                </a:extLst>
              </p:cNvPr>
              <p:cNvPicPr/>
              <p:nvPr/>
            </p:nvPicPr>
            <p:blipFill>
              <a:blip r:embed="rId7"/>
              <a:stretch>
                <a:fillRect/>
              </a:stretch>
            </p:blipFill>
            <p:spPr>
              <a:xfrm>
                <a:off x="1173960" y="1490040"/>
                <a:ext cx="10745280" cy="4222080"/>
              </a:xfrm>
              <a:prstGeom prst="rect">
                <a:avLst/>
              </a:prstGeom>
            </p:spPr>
          </p:pic>
        </mc:Fallback>
      </mc:AlternateContent>
    </p:spTree>
    <p:extLst>
      <p:ext uri="{BB962C8B-B14F-4D97-AF65-F5344CB8AC3E}">
        <p14:creationId xmlns:p14="http://schemas.microsoft.com/office/powerpoint/2010/main" val="265053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162CE-6102-E7E8-4434-C4D3A70100A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345DD64-2156-B517-2499-0A93FE2AD6A0}"/>
              </a:ext>
            </a:extLst>
          </p:cNvPr>
          <p:cNvSpPr txBox="1"/>
          <p:nvPr/>
        </p:nvSpPr>
        <p:spPr>
          <a:xfrm>
            <a:off x="1142999" y="147865"/>
            <a:ext cx="10684565" cy="1323439"/>
          </a:xfrm>
          <a:prstGeom prst="rect">
            <a:avLst/>
          </a:prstGeom>
          <a:noFill/>
        </p:spPr>
        <p:txBody>
          <a:bodyPr wrap="square">
            <a:spAutoFit/>
          </a:bodyPr>
          <a:lstStyle/>
          <a:p>
            <a:r>
              <a:rPr lang="en-GB" sz="2000" dirty="0"/>
              <a:t>(1b) If both items are ordered and received simultaneously, the setup cost of $100 applies to the combined order. Compare the average annual cost of holding and setup if these items are ordered separately; </a:t>
            </a:r>
            <a:r>
              <a:rPr lang="en-GB" sz="2000" dirty="0">
                <a:highlight>
                  <a:srgbClr val="00FF00"/>
                </a:highlight>
              </a:rPr>
              <a:t>if they are both ordered when the hex nuts would normally be ordered</a:t>
            </a:r>
            <a:r>
              <a:rPr lang="en-GB" sz="2000" dirty="0"/>
              <a:t>; and if they are both ordered when the molly screws would normally be ordered.</a:t>
            </a:r>
          </a:p>
        </p:txBody>
      </p:sp>
      <p:grpSp>
        <p:nvGrpSpPr>
          <p:cNvPr id="2" name="Group 1">
            <a:extLst>
              <a:ext uri="{FF2B5EF4-FFF2-40B4-BE49-F238E27FC236}">
                <a16:creationId xmlns:a16="http://schemas.microsoft.com/office/drawing/2014/main" id="{00D60609-4FCC-6632-5FC8-6E342B286AE4}"/>
              </a:ext>
            </a:extLst>
          </p:cNvPr>
          <p:cNvGrpSpPr/>
          <p:nvPr/>
        </p:nvGrpSpPr>
        <p:grpSpPr>
          <a:xfrm>
            <a:off x="9519138" y="1641231"/>
            <a:ext cx="2520462" cy="1992923"/>
            <a:chOff x="9519138" y="1641231"/>
            <a:chExt cx="2520462" cy="199292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5FB06AC-6B49-3C6B-8CF6-D7AB848F8EED}"/>
                    </a:ext>
                  </a:extLst>
                </p:cNvPr>
                <p:cNvSpPr txBox="1"/>
                <p:nvPr/>
              </p:nvSpPr>
              <p:spPr>
                <a:xfrm>
                  <a:off x="9741877" y="1691037"/>
                  <a:ext cx="1957754" cy="398251"/>
                </a:xfrm>
                <a:prstGeom prst="rect">
                  <a:avLst/>
                </a:prstGeom>
                <a:noFill/>
              </p:spPr>
              <p:txBody>
                <a:bodyPr wrap="square">
                  <a:spAutoFit/>
                </a:bodyPr>
                <a:lstStyle/>
                <a:p>
                  <a:r>
                    <a:rPr lang="en-GB" sz="1800" i="1" dirty="0">
                      <a:solidFill>
                        <a:srgbClr val="FF0000"/>
                      </a:solidFill>
                      <a:latin typeface="Cambria Math" panose="02040503050406030204" pitchFamily="18" charset="0"/>
                      <a:ea typeface="Cambria Math" panose="02040503050406030204" pitchFamily="18" charset="0"/>
                      <a:cs typeface="Arial" panose="020B0604020202020204" pitchFamily="34" charset="0"/>
                    </a:rPr>
                    <a:t>𝑮(𝑸∗) = </a:t>
                  </a:r>
                  <a14:m>
                    <m:oMath xmlns:m="http://schemas.openxmlformats.org/officeDocument/2006/math">
                      <m:rad>
                        <m:radPr>
                          <m:degHide m:val="on"/>
                          <m:ctrlPr>
                            <a:rPr lang="en-GB" sz="1800" i="1">
                              <a:solidFill>
                                <a:srgbClr val="FF0000"/>
                              </a:solidFill>
                              <a:latin typeface="Cambria Math" panose="02040503050406030204" pitchFamily="18" charset="0"/>
                            </a:rPr>
                          </m:ctrlPr>
                        </m:radPr>
                        <m:deg/>
                        <m:e>
                          <m:r>
                            <m:rPr>
                              <m:nor/>
                            </m:rPr>
                            <a:rPr lang="en-GB" sz="1800" i="1" dirty="0">
                              <a:solidFill>
                                <a:srgbClr val="FF0000"/>
                              </a:solidFill>
                              <a:latin typeface="Cambria Math" panose="02040503050406030204" pitchFamily="18" charset="0"/>
                            </a:rPr>
                            <m:t>𝟐</m:t>
                          </m:r>
                          <m:r>
                            <m:rPr>
                              <m:nor/>
                            </m:rPr>
                            <a:rPr lang="en-GB" sz="1800" i="1" dirty="0">
                              <a:solidFill>
                                <a:srgbClr val="FF0000"/>
                              </a:solidFill>
                              <a:latin typeface="Cambria Math" panose="02040503050406030204" pitchFamily="18" charset="0"/>
                            </a:rPr>
                            <m:t>𝑲</m:t>
                          </m:r>
                          <m:r>
                            <m:rPr>
                              <m:nor/>
                            </m:rPr>
                            <a:rPr lang="el-GR" sz="1800" i="1" dirty="0">
                              <a:solidFill>
                                <a:srgbClr val="FF0000"/>
                              </a:solidFill>
                              <a:latin typeface="Cambria Math" panose="02040503050406030204" pitchFamily="18" charset="0"/>
                            </a:rPr>
                            <m:t>λ</m:t>
                          </m:r>
                          <m:r>
                            <m:rPr>
                              <m:nor/>
                            </m:rPr>
                            <a:rPr lang="el-GR" sz="1800" i="1" dirty="0">
                              <a:solidFill>
                                <a:srgbClr val="FF0000"/>
                              </a:solidFill>
                              <a:latin typeface="Cambria Math" panose="02040503050406030204" pitchFamily="18" charset="0"/>
                            </a:rPr>
                            <m:t>𝒉</m:t>
                          </m:r>
                        </m:e>
                      </m:rad>
                    </m:oMath>
                  </a14:m>
                  <a:endParaRPr lang="en-GB" dirty="0">
                    <a:solidFill>
                      <a:srgbClr val="FF0000"/>
                    </a:solidFill>
                  </a:endParaRPr>
                </a:p>
              </p:txBody>
            </p:sp>
          </mc:Choice>
          <mc:Fallback xmlns="">
            <p:sp>
              <p:nvSpPr>
                <p:cNvPr id="3" name="TextBox 2">
                  <a:extLst>
                    <a:ext uri="{FF2B5EF4-FFF2-40B4-BE49-F238E27FC236}">
                      <a16:creationId xmlns:a16="http://schemas.microsoft.com/office/drawing/2014/main" id="{75FB06AC-6B49-3C6B-8CF6-D7AB848F8EED}"/>
                    </a:ext>
                  </a:extLst>
                </p:cNvPr>
                <p:cNvSpPr txBox="1">
                  <a:spLocks noRot="1" noChangeAspect="1" noMove="1" noResize="1" noEditPoints="1" noAdjustHandles="1" noChangeArrowheads="1" noChangeShapeType="1" noTextEdit="1"/>
                </p:cNvSpPr>
                <p:nvPr/>
              </p:nvSpPr>
              <p:spPr>
                <a:xfrm>
                  <a:off x="9741877" y="1691037"/>
                  <a:ext cx="1957754" cy="398251"/>
                </a:xfrm>
                <a:prstGeom prst="rect">
                  <a:avLst/>
                </a:prstGeom>
                <a:blipFill>
                  <a:blip r:embed="rId2"/>
                  <a:stretch>
                    <a:fillRect l="-2581" b="-2121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6BC82E2-4D07-DC8F-29DB-8F1EF16FE34D}"/>
                    </a:ext>
                  </a:extLst>
                </p:cNvPr>
                <p:cNvSpPr txBox="1"/>
                <p:nvPr/>
              </p:nvSpPr>
              <p:spPr>
                <a:xfrm>
                  <a:off x="9730154" y="2845539"/>
                  <a:ext cx="990600" cy="492443"/>
                </a:xfrm>
                <a:prstGeom prst="rect">
                  <a:avLst/>
                </a:prstGeom>
                <a:noFill/>
              </p:spPr>
              <p:txBody>
                <a:bodyPr wrap="square">
                  <a:spAutoFit/>
                </a:bodyPr>
                <a:lstStyle/>
                <a:p>
                  <a14:m>
                    <m:oMath xmlns:m="http://schemas.openxmlformats.org/officeDocument/2006/math">
                      <m:r>
                        <a:rPr lang="en-GB" altLang="en-US" sz="1800" b="1" i="1" dirty="0" smtClean="0">
                          <a:solidFill>
                            <a:schemeClr val="accent5"/>
                          </a:solidFill>
                          <a:latin typeface="Cambria Math" panose="02040503050406030204" pitchFamily="18" charset="0"/>
                        </a:rPr>
                        <m:t>𝑻</m:t>
                      </m:r>
                      <m:r>
                        <a:rPr lang="en-GB" altLang="en-US" sz="1800" b="1" i="1" dirty="0" smtClean="0">
                          <a:solidFill>
                            <a:schemeClr val="accent5"/>
                          </a:solidFill>
                          <a:latin typeface="Cambria Math" panose="02040503050406030204" pitchFamily="18" charset="0"/>
                        </a:rPr>
                        <m:t> =</m:t>
                      </m:r>
                      <m:f>
                        <m:fPr>
                          <m:ctrlPr>
                            <a:rPr lang="en-GB" altLang="en-US" sz="1800" b="1" i="1" dirty="0" smtClean="0">
                              <a:solidFill>
                                <a:schemeClr val="accent5"/>
                              </a:solidFill>
                              <a:latin typeface="Cambria Math" panose="02040503050406030204" pitchFamily="18" charset="0"/>
                            </a:rPr>
                          </m:ctrlPr>
                        </m:fPr>
                        <m:num>
                          <m:r>
                            <a:rPr lang="en-GB" altLang="en-US" sz="1800" b="1" i="1" dirty="0" smtClean="0">
                              <a:solidFill>
                                <a:schemeClr val="accent5"/>
                              </a:solidFill>
                              <a:latin typeface="Cambria Math" panose="02040503050406030204" pitchFamily="18" charset="0"/>
                            </a:rPr>
                            <m:t>𝑸</m:t>
                          </m:r>
                        </m:num>
                        <m:den>
                          <m:r>
                            <a:rPr lang="en-GB" altLang="en-US" sz="18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1800" b="1" dirty="0">
                      <a:solidFill>
                        <a:schemeClr val="accent5"/>
                      </a:solidFill>
                      <a:latin typeface="Symbol" pitchFamily="2" charset="2"/>
                    </a:rPr>
                    <a:t> </a:t>
                  </a:r>
                  <a:endParaRPr lang="en-GB" dirty="0"/>
                </a:p>
              </p:txBody>
            </p:sp>
          </mc:Choice>
          <mc:Fallback xmlns="">
            <p:sp>
              <p:nvSpPr>
                <p:cNvPr id="5" name="TextBox 4">
                  <a:extLst>
                    <a:ext uri="{FF2B5EF4-FFF2-40B4-BE49-F238E27FC236}">
                      <a16:creationId xmlns:a16="http://schemas.microsoft.com/office/drawing/2014/main" id="{B6BC82E2-4D07-DC8F-29DB-8F1EF16FE34D}"/>
                    </a:ext>
                  </a:extLst>
                </p:cNvPr>
                <p:cNvSpPr txBox="1">
                  <a:spLocks noRot="1" noChangeAspect="1" noMove="1" noResize="1" noEditPoints="1" noAdjustHandles="1" noChangeArrowheads="1" noChangeShapeType="1" noTextEdit="1"/>
                </p:cNvSpPr>
                <p:nvPr/>
              </p:nvSpPr>
              <p:spPr>
                <a:xfrm>
                  <a:off x="9730154" y="2845539"/>
                  <a:ext cx="990600" cy="492443"/>
                </a:xfrm>
                <a:prstGeom prst="rect">
                  <a:avLst/>
                </a:prstGeom>
                <a:blipFill>
                  <a:blip r:embed="rId3"/>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ECEFFC-2FED-CD77-86A9-B0A4586BB87F}"/>
                    </a:ext>
                  </a:extLst>
                </p:cNvPr>
                <p:cNvSpPr txBox="1"/>
                <p:nvPr/>
              </p:nvSpPr>
              <p:spPr>
                <a:xfrm>
                  <a:off x="10996246" y="2845539"/>
                  <a:ext cx="10433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altLang="en-US" sz="1800" b="1" i="1" dirty="0" smtClean="0">
                            <a:solidFill>
                              <a:schemeClr val="accent5"/>
                            </a:solidFill>
                            <a:latin typeface="Cambria Math" panose="02040503050406030204" pitchFamily="18" charset="0"/>
                            <a:ea typeface="Cambria Math" panose="02040503050406030204" pitchFamily="18" charset="0"/>
                          </a:rPr>
                          <m:t>𝑸</m:t>
                        </m:r>
                        <m:r>
                          <a:rPr lang="en-GB" altLang="en-US" sz="1800" b="1" i="1" dirty="0" smtClean="0">
                            <a:solidFill>
                              <a:schemeClr val="accent5"/>
                            </a:solidFill>
                            <a:latin typeface="Cambria Math" panose="02040503050406030204" pitchFamily="18" charset="0"/>
                            <a:ea typeface="Cambria Math" panose="02040503050406030204" pitchFamily="18" charset="0"/>
                          </a:rPr>
                          <m:t>=</m:t>
                        </m:r>
                        <m:r>
                          <a:rPr lang="en-GB" altLang="en-US" sz="1800" b="1" i="1" dirty="0" smtClean="0">
                            <a:solidFill>
                              <a:schemeClr val="accent5"/>
                            </a:solidFill>
                            <a:latin typeface="Cambria Math" panose="02040503050406030204" pitchFamily="18" charset="0"/>
                            <a:ea typeface="Cambria Math" panose="02040503050406030204" pitchFamily="18" charset="0"/>
                          </a:rPr>
                          <m:t>𝝀</m:t>
                        </m:r>
                        <m:r>
                          <a:rPr lang="en-GB" altLang="en-US" sz="1800" b="1" i="1" dirty="0" smtClean="0">
                            <a:solidFill>
                              <a:schemeClr val="accent5"/>
                            </a:solidFill>
                            <a:latin typeface="Cambria Math" panose="02040503050406030204" pitchFamily="18" charset="0"/>
                            <a:ea typeface="Cambria Math" panose="02040503050406030204" pitchFamily="18" charset="0"/>
                          </a:rPr>
                          <m:t>𝑻</m:t>
                        </m:r>
                      </m:oMath>
                    </m:oMathPara>
                  </a14:m>
                  <a:endParaRPr lang="en-GB" dirty="0"/>
                </a:p>
              </p:txBody>
            </p:sp>
          </mc:Choice>
          <mc:Fallback xmlns="">
            <p:sp>
              <p:nvSpPr>
                <p:cNvPr id="6" name="TextBox 5">
                  <a:extLst>
                    <a:ext uri="{FF2B5EF4-FFF2-40B4-BE49-F238E27FC236}">
                      <a16:creationId xmlns:a16="http://schemas.microsoft.com/office/drawing/2014/main" id="{36ECEFFC-2FED-CD77-86A9-B0A4586BB87F}"/>
                    </a:ext>
                  </a:extLst>
                </p:cNvPr>
                <p:cNvSpPr txBox="1">
                  <a:spLocks noRot="1" noChangeAspect="1" noMove="1" noResize="1" noEditPoints="1" noAdjustHandles="1" noChangeArrowheads="1" noChangeShapeType="1" noTextEdit="1"/>
                </p:cNvSpPr>
                <p:nvPr/>
              </p:nvSpPr>
              <p:spPr>
                <a:xfrm>
                  <a:off x="10996246" y="2845539"/>
                  <a:ext cx="1043354" cy="369332"/>
                </a:xfrm>
                <a:prstGeom prst="rect">
                  <a:avLst/>
                </a:prstGeom>
                <a:blipFill>
                  <a:blip r:embed="rId4"/>
                  <a:stretch>
                    <a:fillRect b="-13793"/>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D9D39AAF-7F8B-E4DD-60DE-048191DD31F6}"/>
                </a:ext>
              </a:extLst>
            </p:cNvPr>
            <p:cNvCxnSpPr/>
            <p:nvPr/>
          </p:nvCxnSpPr>
          <p:spPr>
            <a:xfrm>
              <a:off x="10527323" y="3091760"/>
              <a:ext cx="515815"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FE658E0-F508-75AB-D91B-5178473CC6DE}"/>
                </a:ext>
              </a:extLst>
            </p:cNvPr>
            <p:cNvSpPr/>
            <p:nvPr/>
          </p:nvSpPr>
          <p:spPr>
            <a:xfrm>
              <a:off x="9519138" y="1641231"/>
              <a:ext cx="2485293" cy="1992923"/>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FBAA737-AE43-7C0E-592B-BD6E47114364}"/>
                    </a:ext>
                  </a:extLst>
                </p:cNvPr>
                <p:cNvSpPr txBox="1"/>
                <p:nvPr/>
              </p:nvSpPr>
              <p:spPr>
                <a:xfrm>
                  <a:off x="9758952" y="2294725"/>
                  <a:ext cx="2068612" cy="373372"/>
                </a:xfrm>
                <a:prstGeom prst="rect">
                  <a:avLst/>
                </a:prstGeom>
                <a:noFill/>
              </p:spPr>
              <p:txBody>
                <a:bodyPr wrap="square">
                  <a:spAutoFit/>
                </a:bodyPr>
                <a:lstStyle/>
                <a:p>
                  <a:pPr>
                    <a:lnSpc>
                      <a:spcPct val="110000"/>
                    </a:lnSpc>
                  </a:pPr>
                  <a:r>
                    <a:rPr lang="en-GB" altLang="en-US" sz="1400" dirty="0"/>
                    <a:t>holding cost= </a:t>
                  </a:r>
                  <a14:m>
                    <m:oMath xmlns:m="http://schemas.openxmlformats.org/officeDocument/2006/math">
                      <m:r>
                        <a:rPr lang="en-GB" altLang="en-US" sz="1800" b="1" i="1" dirty="0" smtClean="0">
                          <a:solidFill>
                            <a:schemeClr val="accent5"/>
                          </a:solidFill>
                          <a:latin typeface="Cambria Math" panose="02040503050406030204" pitchFamily="18" charset="0"/>
                        </a:rPr>
                        <m:t>½</m:t>
                      </m:r>
                      <m:r>
                        <a:rPr lang="en-GB" altLang="en-US" sz="1800" b="1" i="1" dirty="0" smtClean="0">
                          <a:solidFill>
                            <a:schemeClr val="accent5"/>
                          </a:solidFill>
                          <a:latin typeface="Cambria Math" panose="02040503050406030204" pitchFamily="18" charset="0"/>
                        </a:rPr>
                        <m:t>𝒉𝑸</m:t>
                      </m:r>
                    </m:oMath>
                  </a14:m>
                  <a:endParaRPr lang="en-GB" altLang="en-US" sz="1800" b="1" dirty="0">
                    <a:solidFill>
                      <a:schemeClr val="accent5"/>
                    </a:solidFill>
                  </a:endParaRPr>
                </a:p>
              </p:txBody>
            </p:sp>
          </mc:Choice>
          <mc:Fallback xmlns="">
            <p:sp>
              <p:nvSpPr>
                <p:cNvPr id="9" name="TextBox 8">
                  <a:extLst>
                    <a:ext uri="{FF2B5EF4-FFF2-40B4-BE49-F238E27FC236}">
                      <a16:creationId xmlns:a16="http://schemas.microsoft.com/office/drawing/2014/main" id="{3FBAA737-AE43-7C0E-592B-BD6E47114364}"/>
                    </a:ext>
                  </a:extLst>
                </p:cNvPr>
                <p:cNvSpPr txBox="1">
                  <a:spLocks noRot="1" noChangeAspect="1" noMove="1" noResize="1" noEditPoints="1" noAdjustHandles="1" noChangeArrowheads="1" noChangeShapeType="1" noTextEdit="1"/>
                </p:cNvSpPr>
                <p:nvPr/>
              </p:nvSpPr>
              <p:spPr>
                <a:xfrm>
                  <a:off x="9758952" y="2294725"/>
                  <a:ext cx="2068612" cy="373372"/>
                </a:xfrm>
                <a:prstGeom prst="rect">
                  <a:avLst/>
                </a:prstGeom>
                <a:blipFill>
                  <a:blip r:embed="rId5"/>
                  <a:stretch>
                    <a:fillRect l="-610" b="-12903"/>
                  </a:stretch>
                </a:blipFill>
              </p:spPr>
              <p:txBody>
                <a:bodyPr/>
                <a:lstStyle/>
                <a:p>
                  <a:r>
                    <a:rPr lang="en-GB">
                      <a:noFill/>
                    </a:rPr>
                    <a:t> </a:t>
                  </a:r>
                </a:p>
              </p:txBody>
            </p:sp>
          </mc:Fallback>
        </mc:AlternateContent>
      </p:grpSp>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64875F64-6595-4280-F0F1-F5BE38AB8D31}"/>
                  </a:ext>
                </a:extLst>
              </p14:cNvPr>
              <p14:cNvContentPartPr/>
              <p14:nvPr/>
            </p14:nvContentPartPr>
            <p14:xfrm>
              <a:off x="0" y="1109520"/>
              <a:ext cx="12191400" cy="5742360"/>
            </p14:xfrm>
          </p:contentPart>
        </mc:Choice>
        <mc:Fallback>
          <p:pic>
            <p:nvPicPr>
              <p:cNvPr id="10" name="Ink 9">
                <a:extLst>
                  <a:ext uri="{FF2B5EF4-FFF2-40B4-BE49-F238E27FC236}">
                    <a16:creationId xmlns:a16="http://schemas.microsoft.com/office/drawing/2014/main" id="{64875F64-6595-4280-F0F1-F5BE38AB8D31}"/>
                  </a:ext>
                </a:extLst>
              </p:cNvPr>
              <p:cNvPicPr/>
              <p:nvPr/>
            </p:nvPicPr>
            <p:blipFill>
              <a:blip r:embed="rId7"/>
              <a:stretch>
                <a:fillRect/>
              </a:stretch>
            </p:blipFill>
            <p:spPr>
              <a:xfrm>
                <a:off x="-9360" y="1100160"/>
                <a:ext cx="12210120" cy="5761080"/>
              </a:xfrm>
              <a:prstGeom prst="rect">
                <a:avLst/>
              </a:prstGeom>
            </p:spPr>
          </p:pic>
        </mc:Fallback>
      </mc:AlternateContent>
    </p:spTree>
    <p:extLst>
      <p:ext uri="{BB962C8B-B14F-4D97-AF65-F5344CB8AC3E}">
        <p14:creationId xmlns:p14="http://schemas.microsoft.com/office/powerpoint/2010/main" val="2602807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5569-9603-DDC0-9D7F-81E21C8229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CEA41A-4833-BB44-E3F7-2E51FC4E81AF}"/>
              </a:ext>
            </a:extLst>
          </p:cNvPr>
          <p:cNvSpPr txBox="1"/>
          <p:nvPr/>
        </p:nvSpPr>
        <p:spPr>
          <a:xfrm>
            <a:off x="1142999" y="147865"/>
            <a:ext cx="10684565" cy="1323439"/>
          </a:xfrm>
          <a:prstGeom prst="rect">
            <a:avLst/>
          </a:prstGeom>
          <a:noFill/>
        </p:spPr>
        <p:txBody>
          <a:bodyPr wrap="square">
            <a:spAutoFit/>
          </a:bodyPr>
          <a:lstStyle/>
          <a:p>
            <a:r>
              <a:rPr lang="en-GB" sz="2000" dirty="0"/>
              <a:t>(1b) If both items are ordered and received simultaneously, the setup cost of $100 applies to the combined order. Compare the average annual cost of holding and setup if these items are ordered separately; if they are both ordered when the hex nuts would normally be ordered; </a:t>
            </a:r>
            <a:r>
              <a:rPr lang="en-GB" sz="2000" dirty="0">
                <a:highlight>
                  <a:srgbClr val="00FFFF"/>
                </a:highlight>
              </a:rPr>
              <a:t>and if they are both ordered when the molly screws would normally be ordered.</a:t>
            </a:r>
          </a:p>
        </p:txBody>
      </p:sp>
      <p:grpSp>
        <p:nvGrpSpPr>
          <p:cNvPr id="2" name="Group 1">
            <a:extLst>
              <a:ext uri="{FF2B5EF4-FFF2-40B4-BE49-F238E27FC236}">
                <a16:creationId xmlns:a16="http://schemas.microsoft.com/office/drawing/2014/main" id="{50617C8E-318F-6003-F220-05632A2419A0}"/>
              </a:ext>
            </a:extLst>
          </p:cNvPr>
          <p:cNvGrpSpPr/>
          <p:nvPr/>
        </p:nvGrpSpPr>
        <p:grpSpPr>
          <a:xfrm>
            <a:off x="9519138" y="1641231"/>
            <a:ext cx="2520462" cy="1992923"/>
            <a:chOff x="9519138" y="1641231"/>
            <a:chExt cx="2520462" cy="199292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130465-3500-2D52-F96D-53A882917A5B}"/>
                    </a:ext>
                  </a:extLst>
                </p:cNvPr>
                <p:cNvSpPr txBox="1"/>
                <p:nvPr/>
              </p:nvSpPr>
              <p:spPr>
                <a:xfrm>
                  <a:off x="9741877" y="1691037"/>
                  <a:ext cx="1957754" cy="398251"/>
                </a:xfrm>
                <a:prstGeom prst="rect">
                  <a:avLst/>
                </a:prstGeom>
                <a:noFill/>
              </p:spPr>
              <p:txBody>
                <a:bodyPr wrap="square">
                  <a:spAutoFit/>
                </a:bodyPr>
                <a:lstStyle/>
                <a:p>
                  <a:r>
                    <a:rPr lang="en-GB" sz="1800" i="1" dirty="0">
                      <a:solidFill>
                        <a:srgbClr val="FF0000"/>
                      </a:solidFill>
                      <a:latin typeface="Cambria Math" panose="02040503050406030204" pitchFamily="18" charset="0"/>
                      <a:ea typeface="Cambria Math" panose="02040503050406030204" pitchFamily="18" charset="0"/>
                      <a:cs typeface="Arial" panose="020B0604020202020204" pitchFamily="34" charset="0"/>
                    </a:rPr>
                    <a:t>𝑮(𝑸∗) = </a:t>
                  </a:r>
                  <a14:m>
                    <m:oMath xmlns:m="http://schemas.openxmlformats.org/officeDocument/2006/math">
                      <m:rad>
                        <m:radPr>
                          <m:degHide m:val="on"/>
                          <m:ctrlPr>
                            <a:rPr lang="en-GB" sz="1800" i="1">
                              <a:solidFill>
                                <a:srgbClr val="FF0000"/>
                              </a:solidFill>
                              <a:latin typeface="Cambria Math" panose="02040503050406030204" pitchFamily="18" charset="0"/>
                            </a:rPr>
                          </m:ctrlPr>
                        </m:radPr>
                        <m:deg/>
                        <m:e>
                          <m:r>
                            <m:rPr>
                              <m:nor/>
                            </m:rPr>
                            <a:rPr lang="en-GB" sz="1800" i="1" dirty="0">
                              <a:solidFill>
                                <a:srgbClr val="FF0000"/>
                              </a:solidFill>
                              <a:latin typeface="Cambria Math" panose="02040503050406030204" pitchFamily="18" charset="0"/>
                            </a:rPr>
                            <m:t>𝟐</m:t>
                          </m:r>
                          <m:r>
                            <m:rPr>
                              <m:nor/>
                            </m:rPr>
                            <a:rPr lang="en-GB" sz="1800" i="1" dirty="0">
                              <a:solidFill>
                                <a:srgbClr val="FF0000"/>
                              </a:solidFill>
                              <a:latin typeface="Cambria Math" panose="02040503050406030204" pitchFamily="18" charset="0"/>
                            </a:rPr>
                            <m:t>𝑲</m:t>
                          </m:r>
                          <m:r>
                            <m:rPr>
                              <m:nor/>
                            </m:rPr>
                            <a:rPr lang="el-GR" sz="1800" i="1" dirty="0">
                              <a:solidFill>
                                <a:srgbClr val="FF0000"/>
                              </a:solidFill>
                              <a:latin typeface="Cambria Math" panose="02040503050406030204" pitchFamily="18" charset="0"/>
                            </a:rPr>
                            <m:t>λ</m:t>
                          </m:r>
                          <m:r>
                            <m:rPr>
                              <m:nor/>
                            </m:rPr>
                            <a:rPr lang="el-GR" sz="1800" i="1" dirty="0">
                              <a:solidFill>
                                <a:srgbClr val="FF0000"/>
                              </a:solidFill>
                              <a:latin typeface="Cambria Math" panose="02040503050406030204" pitchFamily="18" charset="0"/>
                            </a:rPr>
                            <m:t>𝒉</m:t>
                          </m:r>
                        </m:e>
                      </m:rad>
                    </m:oMath>
                  </a14:m>
                  <a:endParaRPr lang="en-GB" dirty="0">
                    <a:solidFill>
                      <a:srgbClr val="FF0000"/>
                    </a:solidFill>
                  </a:endParaRPr>
                </a:p>
              </p:txBody>
            </p:sp>
          </mc:Choice>
          <mc:Fallback xmlns="">
            <p:sp>
              <p:nvSpPr>
                <p:cNvPr id="3" name="TextBox 2">
                  <a:extLst>
                    <a:ext uri="{FF2B5EF4-FFF2-40B4-BE49-F238E27FC236}">
                      <a16:creationId xmlns:a16="http://schemas.microsoft.com/office/drawing/2014/main" id="{6B130465-3500-2D52-F96D-53A882917A5B}"/>
                    </a:ext>
                  </a:extLst>
                </p:cNvPr>
                <p:cNvSpPr txBox="1">
                  <a:spLocks noRot="1" noChangeAspect="1" noMove="1" noResize="1" noEditPoints="1" noAdjustHandles="1" noChangeArrowheads="1" noChangeShapeType="1" noTextEdit="1"/>
                </p:cNvSpPr>
                <p:nvPr/>
              </p:nvSpPr>
              <p:spPr>
                <a:xfrm>
                  <a:off x="9741877" y="1691037"/>
                  <a:ext cx="1957754" cy="398251"/>
                </a:xfrm>
                <a:prstGeom prst="rect">
                  <a:avLst/>
                </a:prstGeom>
                <a:blipFill>
                  <a:blip r:embed="rId2"/>
                  <a:stretch>
                    <a:fillRect l="-2581" b="-2121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288E3D-185D-B56B-E69C-E7BA7AFC46E5}"/>
                    </a:ext>
                  </a:extLst>
                </p:cNvPr>
                <p:cNvSpPr txBox="1"/>
                <p:nvPr/>
              </p:nvSpPr>
              <p:spPr>
                <a:xfrm>
                  <a:off x="9730154" y="2845539"/>
                  <a:ext cx="990600" cy="492443"/>
                </a:xfrm>
                <a:prstGeom prst="rect">
                  <a:avLst/>
                </a:prstGeom>
                <a:noFill/>
              </p:spPr>
              <p:txBody>
                <a:bodyPr wrap="square">
                  <a:spAutoFit/>
                </a:bodyPr>
                <a:lstStyle/>
                <a:p>
                  <a14:m>
                    <m:oMath xmlns:m="http://schemas.openxmlformats.org/officeDocument/2006/math">
                      <m:r>
                        <a:rPr lang="en-GB" altLang="en-US" sz="1800" b="1" i="1" dirty="0" smtClean="0">
                          <a:solidFill>
                            <a:schemeClr val="accent5"/>
                          </a:solidFill>
                          <a:latin typeface="Cambria Math" panose="02040503050406030204" pitchFamily="18" charset="0"/>
                        </a:rPr>
                        <m:t>𝑻</m:t>
                      </m:r>
                      <m:r>
                        <a:rPr lang="en-GB" altLang="en-US" sz="1800" b="1" i="1" dirty="0" smtClean="0">
                          <a:solidFill>
                            <a:schemeClr val="accent5"/>
                          </a:solidFill>
                          <a:latin typeface="Cambria Math" panose="02040503050406030204" pitchFamily="18" charset="0"/>
                        </a:rPr>
                        <m:t> =</m:t>
                      </m:r>
                      <m:f>
                        <m:fPr>
                          <m:ctrlPr>
                            <a:rPr lang="en-GB" altLang="en-US" sz="1800" b="1" i="1" dirty="0" smtClean="0">
                              <a:solidFill>
                                <a:schemeClr val="accent5"/>
                              </a:solidFill>
                              <a:latin typeface="Cambria Math" panose="02040503050406030204" pitchFamily="18" charset="0"/>
                            </a:rPr>
                          </m:ctrlPr>
                        </m:fPr>
                        <m:num>
                          <m:r>
                            <a:rPr lang="en-GB" altLang="en-US" sz="1800" b="1" i="1" dirty="0" smtClean="0">
                              <a:solidFill>
                                <a:schemeClr val="accent5"/>
                              </a:solidFill>
                              <a:latin typeface="Cambria Math" panose="02040503050406030204" pitchFamily="18" charset="0"/>
                            </a:rPr>
                            <m:t>𝑸</m:t>
                          </m:r>
                        </m:num>
                        <m:den>
                          <m:r>
                            <a:rPr lang="en-GB" altLang="en-US" sz="18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1800" b="1" dirty="0">
                      <a:solidFill>
                        <a:schemeClr val="accent5"/>
                      </a:solidFill>
                      <a:latin typeface="Symbol" pitchFamily="2" charset="2"/>
                    </a:rPr>
                    <a:t> </a:t>
                  </a:r>
                  <a:endParaRPr lang="en-GB" dirty="0"/>
                </a:p>
              </p:txBody>
            </p:sp>
          </mc:Choice>
          <mc:Fallback xmlns="">
            <p:sp>
              <p:nvSpPr>
                <p:cNvPr id="5" name="TextBox 4">
                  <a:extLst>
                    <a:ext uri="{FF2B5EF4-FFF2-40B4-BE49-F238E27FC236}">
                      <a16:creationId xmlns:a16="http://schemas.microsoft.com/office/drawing/2014/main" id="{B3288E3D-185D-B56B-E69C-E7BA7AFC46E5}"/>
                    </a:ext>
                  </a:extLst>
                </p:cNvPr>
                <p:cNvSpPr txBox="1">
                  <a:spLocks noRot="1" noChangeAspect="1" noMove="1" noResize="1" noEditPoints="1" noAdjustHandles="1" noChangeArrowheads="1" noChangeShapeType="1" noTextEdit="1"/>
                </p:cNvSpPr>
                <p:nvPr/>
              </p:nvSpPr>
              <p:spPr>
                <a:xfrm>
                  <a:off x="9730154" y="2845539"/>
                  <a:ext cx="990600" cy="492443"/>
                </a:xfrm>
                <a:prstGeom prst="rect">
                  <a:avLst/>
                </a:prstGeom>
                <a:blipFill>
                  <a:blip r:embed="rId3"/>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F820BD-9E93-2618-7AB5-3C417B3307B9}"/>
                    </a:ext>
                  </a:extLst>
                </p:cNvPr>
                <p:cNvSpPr txBox="1"/>
                <p:nvPr/>
              </p:nvSpPr>
              <p:spPr>
                <a:xfrm>
                  <a:off x="10996246" y="2845539"/>
                  <a:ext cx="10433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altLang="en-US" sz="1800" b="1" i="1" dirty="0" smtClean="0">
                            <a:solidFill>
                              <a:schemeClr val="accent5"/>
                            </a:solidFill>
                            <a:latin typeface="Cambria Math" panose="02040503050406030204" pitchFamily="18" charset="0"/>
                            <a:ea typeface="Cambria Math" panose="02040503050406030204" pitchFamily="18" charset="0"/>
                          </a:rPr>
                          <m:t>𝑸</m:t>
                        </m:r>
                        <m:r>
                          <a:rPr lang="en-GB" altLang="en-US" sz="1800" b="1" i="1" dirty="0" smtClean="0">
                            <a:solidFill>
                              <a:schemeClr val="accent5"/>
                            </a:solidFill>
                            <a:latin typeface="Cambria Math" panose="02040503050406030204" pitchFamily="18" charset="0"/>
                            <a:ea typeface="Cambria Math" panose="02040503050406030204" pitchFamily="18" charset="0"/>
                          </a:rPr>
                          <m:t>=</m:t>
                        </m:r>
                        <m:r>
                          <a:rPr lang="en-GB" altLang="en-US" sz="1800" b="1" i="1" dirty="0" smtClean="0">
                            <a:solidFill>
                              <a:schemeClr val="accent5"/>
                            </a:solidFill>
                            <a:latin typeface="Cambria Math" panose="02040503050406030204" pitchFamily="18" charset="0"/>
                            <a:ea typeface="Cambria Math" panose="02040503050406030204" pitchFamily="18" charset="0"/>
                          </a:rPr>
                          <m:t>𝝀</m:t>
                        </m:r>
                        <m:r>
                          <a:rPr lang="en-GB" altLang="en-US" sz="1800" b="1" i="1" dirty="0" smtClean="0">
                            <a:solidFill>
                              <a:schemeClr val="accent5"/>
                            </a:solidFill>
                            <a:latin typeface="Cambria Math" panose="02040503050406030204" pitchFamily="18" charset="0"/>
                            <a:ea typeface="Cambria Math" panose="02040503050406030204" pitchFamily="18" charset="0"/>
                          </a:rPr>
                          <m:t>𝑻</m:t>
                        </m:r>
                      </m:oMath>
                    </m:oMathPara>
                  </a14:m>
                  <a:endParaRPr lang="en-GB" dirty="0"/>
                </a:p>
              </p:txBody>
            </p:sp>
          </mc:Choice>
          <mc:Fallback xmlns="">
            <p:sp>
              <p:nvSpPr>
                <p:cNvPr id="6" name="TextBox 5">
                  <a:extLst>
                    <a:ext uri="{FF2B5EF4-FFF2-40B4-BE49-F238E27FC236}">
                      <a16:creationId xmlns:a16="http://schemas.microsoft.com/office/drawing/2014/main" id="{65F820BD-9E93-2618-7AB5-3C417B3307B9}"/>
                    </a:ext>
                  </a:extLst>
                </p:cNvPr>
                <p:cNvSpPr txBox="1">
                  <a:spLocks noRot="1" noChangeAspect="1" noMove="1" noResize="1" noEditPoints="1" noAdjustHandles="1" noChangeArrowheads="1" noChangeShapeType="1" noTextEdit="1"/>
                </p:cNvSpPr>
                <p:nvPr/>
              </p:nvSpPr>
              <p:spPr>
                <a:xfrm>
                  <a:off x="10996246" y="2845539"/>
                  <a:ext cx="1043354" cy="369332"/>
                </a:xfrm>
                <a:prstGeom prst="rect">
                  <a:avLst/>
                </a:prstGeom>
                <a:blipFill>
                  <a:blip r:embed="rId4"/>
                  <a:stretch>
                    <a:fillRect b="-13793"/>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B5E69CD0-7635-270A-62ED-BF89D3996401}"/>
                </a:ext>
              </a:extLst>
            </p:cNvPr>
            <p:cNvCxnSpPr/>
            <p:nvPr/>
          </p:nvCxnSpPr>
          <p:spPr>
            <a:xfrm>
              <a:off x="10527323" y="3091760"/>
              <a:ext cx="515815"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A9531C3-C36D-62F5-0C63-7BFAFE31D7EF}"/>
                </a:ext>
              </a:extLst>
            </p:cNvPr>
            <p:cNvSpPr/>
            <p:nvPr/>
          </p:nvSpPr>
          <p:spPr>
            <a:xfrm>
              <a:off x="9519138" y="1641231"/>
              <a:ext cx="2485293" cy="1992923"/>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C652780-F179-05A1-EC8B-1B40C6CF8700}"/>
                    </a:ext>
                  </a:extLst>
                </p:cNvPr>
                <p:cNvSpPr txBox="1"/>
                <p:nvPr/>
              </p:nvSpPr>
              <p:spPr>
                <a:xfrm>
                  <a:off x="9758952" y="2294725"/>
                  <a:ext cx="2068612" cy="373372"/>
                </a:xfrm>
                <a:prstGeom prst="rect">
                  <a:avLst/>
                </a:prstGeom>
                <a:noFill/>
              </p:spPr>
              <p:txBody>
                <a:bodyPr wrap="square">
                  <a:spAutoFit/>
                </a:bodyPr>
                <a:lstStyle/>
                <a:p>
                  <a:pPr>
                    <a:lnSpc>
                      <a:spcPct val="110000"/>
                    </a:lnSpc>
                  </a:pPr>
                  <a:r>
                    <a:rPr lang="en-GB" altLang="en-US" sz="1400" dirty="0"/>
                    <a:t>holding cost= </a:t>
                  </a:r>
                  <a14:m>
                    <m:oMath xmlns:m="http://schemas.openxmlformats.org/officeDocument/2006/math">
                      <m:r>
                        <a:rPr lang="en-GB" altLang="en-US" sz="1800" b="1" i="1" dirty="0" smtClean="0">
                          <a:solidFill>
                            <a:schemeClr val="accent5"/>
                          </a:solidFill>
                          <a:latin typeface="Cambria Math" panose="02040503050406030204" pitchFamily="18" charset="0"/>
                        </a:rPr>
                        <m:t>½</m:t>
                      </m:r>
                      <m:r>
                        <a:rPr lang="en-GB" altLang="en-US" sz="1800" b="1" i="1" dirty="0" smtClean="0">
                          <a:solidFill>
                            <a:schemeClr val="accent5"/>
                          </a:solidFill>
                          <a:latin typeface="Cambria Math" panose="02040503050406030204" pitchFamily="18" charset="0"/>
                        </a:rPr>
                        <m:t>𝒉𝑸</m:t>
                      </m:r>
                    </m:oMath>
                  </a14:m>
                  <a:endParaRPr lang="en-GB" altLang="en-US" sz="1800" b="1" dirty="0">
                    <a:solidFill>
                      <a:schemeClr val="accent5"/>
                    </a:solidFill>
                  </a:endParaRPr>
                </a:p>
              </p:txBody>
            </p:sp>
          </mc:Choice>
          <mc:Fallback xmlns="">
            <p:sp>
              <p:nvSpPr>
                <p:cNvPr id="9" name="TextBox 8">
                  <a:extLst>
                    <a:ext uri="{FF2B5EF4-FFF2-40B4-BE49-F238E27FC236}">
                      <a16:creationId xmlns:a16="http://schemas.microsoft.com/office/drawing/2014/main" id="{9C652780-F179-05A1-EC8B-1B40C6CF8700}"/>
                    </a:ext>
                  </a:extLst>
                </p:cNvPr>
                <p:cNvSpPr txBox="1">
                  <a:spLocks noRot="1" noChangeAspect="1" noMove="1" noResize="1" noEditPoints="1" noAdjustHandles="1" noChangeArrowheads="1" noChangeShapeType="1" noTextEdit="1"/>
                </p:cNvSpPr>
                <p:nvPr/>
              </p:nvSpPr>
              <p:spPr>
                <a:xfrm>
                  <a:off x="9758952" y="2294725"/>
                  <a:ext cx="2068612" cy="373372"/>
                </a:xfrm>
                <a:prstGeom prst="rect">
                  <a:avLst/>
                </a:prstGeom>
                <a:blipFill>
                  <a:blip r:embed="rId5"/>
                  <a:stretch>
                    <a:fillRect l="-610" b="-12903"/>
                  </a:stretch>
                </a:blipFill>
              </p:spPr>
              <p:txBody>
                <a:bodyPr/>
                <a:lstStyle/>
                <a:p>
                  <a:r>
                    <a:rPr lang="en-GB">
                      <a:noFill/>
                    </a:rPr>
                    <a:t> </a:t>
                  </a:r>
                </a:p>
              </p:txBody>
            </p:sp>
          </mc:Fallback>
        </mc:AlternateContent>
      </p:grpSp>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27F097D5-98A6-17D9-1AEB-30A0D23768C6}"/>
                  </a:ext>
                </a:extLst>
              </p14:cNvPr>
              <p14:cNvContentPartPr/>
              <p14:nvPr/>
            </p14:nvContentPartPr>
            <p14:xfrm>
              <a:off x="0" y="1409760"/>
              <a:ext cx="12191400" cy="5029560"/>
            </p14:xfrm>
          </p:contentPart>
        </mc:Choice>
        <mc:Fallback>
          <p:pic>
            <p:nvPicPr>
              <p:cNvPr id="10" name="Ink 9">
                <a:extLst>
                  <a:ext uri="{FF2B5EF4-FFF2-40B4-BE49-F238E27FC236}">
                    <a16:creationId xmlns:a16="http://schemas.microsoft.com/office/drawing/2014/main" id="{27F097D5-98A6-17D9-1AEB-30A0D23768C6}"/>
                  </a:ext>
                </a:extLst>
              </p:cNvPr>
              <p:cNvPicPr/>
              <p:nvPr/>
            </p:nvPicPr>
            <p:blipFill>
              <a:blip r:embed="rId7"/>
              <a:stretch>
                <a:fillRect/>
              </a:stretch>
            </p:blipFill>
            <p:spPr>
              <a:xfrm>
                <a:off x="-9360" y="1400400"/>
                <a:ext cx="12210120" cy="5048280"/>
              </a:xfrm>
              <a:prstGeom prst="rect">
                <a:avLst/>
              </a:prstGeom>
            </p:spPr>
          </p:pic>
        </mc:Fallback>
      </mc:AlternateContent>
    </p:spTree>
    <p:extLst>
      <p:ext uri="{BB962C8B-B14F-4D97-AF65-F5344CB8AC3E}">
        <p14:creationId xmlns:p14="http://schemas.microsoft.com/office/powerpoint/2010/main" val="1741773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alpha val="50859"/>
          </a:schemeClr>
        </a:solidFill>
        <a:effectLst/>
      </p:bgPr>
    </p:bg>
    <p:spTree>
      <p:nvGrpSpPr>
        <p:cNvPr id="1" name="">
          <a:extLst>
            <a:ext uri="{FF2B5EF4-FFF2-40B4-BE49-F238E27FC236}">
              <a16:creationId xmlns:a16="http://schemas.microsoft.com/office/drawing/2014/main" id="{7E094BB4-D564-1B0E-9803-40239FC570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A0F7E2-85E4-C47E-E24F-FBDCB3906ADE}"/>
              </a:ext>
            </a:extLst>
          </p:cNvPr>
          <p:cNvSpPr txBox="1"/>
          <p:nvPr/>
        </p:nvSpPr>
        <p:spPr>
          <a:xfrm>
            <a:off x="9705975" y="6415293"/>
            <a:ext cx="21595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10263B">
                    <a:lumMod val="75000"/>
                    <a:lumOff val="25000"/>
                  </a:srgbClr>
                </a:solidFill>
                <a:effectLst/>
                <a:uLnTx/>
                <a:uFillTx/>
                <a:latin typeface="Arial" panose="020B0604020202020204"/>
                <a:ea typeface="+mn-ea"/>
                <a:cs typeface="+mn-cs"/>
              </a:rPr>
              <a:t>Problem &amp; Solution</a:t>
            </a:r>
          </a:p>
        </p:txBody>
      </p:sp>
      <p:sp>
        <p:nvSpPr>
          <p:cNvPr id="2" name="TextBox 1">
            <a:extLst>
              <a:ext uri="{FF2B5EF4-FFF2-40B4-BE49-F238E27FC236}">
                <a16:creationId xmlns:a16="http://schemas.microsoft.com/office/drawing/2014/main" id="{07417901-B25A-F84F-D473-F1DF5A65BA03}"/>
              </a:ext>
            </a:extLst>
          </p:cNvPr>
          <p:cNvSpPr txBox="1"/>
          <p:nvPr/>
        </p:nvSpPr>
        <p:spPr>
          <a:xfrm>
            <a:off x="228600" y="1062265"/>
            <a:ext cx="4025348" cy="5632311"/>
          </a:xfrm>
          <a:prstGeom prst="rect">
            <a:avLst/>
          </a:prstGeom>
          <a:noFill/>
        </p:spPr>
        <p:txBody>
          <a:bodyPr wrap="square">
            <a:spAutoFit/>
          </a:bodyPr>
          <a:lstStyle/>
          <a:p>
            <a:pPr algn="just"/>
            <a:r>
              <a:rPr lang="en-GB" sz="2000" dirty="0"/>
              <a:t>(1b) If both items are ordered and received simultaneously, the setup cost of $100 applies to the combined order. </a:t>
            </a:r>
          </a:p>
          <a:p>
            <a:pPr algn="just"/>
            <a:endParaRPr lang="en-GB" sz="2000" dirty="0"/>
          </a:p>
          <a:p>
            <a:pPr algn="just"/>
            <a:r>
              <a:rPr lang="en-GB" sz="2000" dirty="0"/>
              <a:t>Compare the average annual cost of holding and setup:</a:t>
            </a:r>
          </a:p>
          <a:p>
            <a:pPr algn="just"/>
            <a:endParaRPr lang="en-GB" sz="2000" dirty="0"/>
          </a:p>
          <a:p>
            <a:pPr algn="just"/>
            <a:r>
              <a:rPr lang="en-GB" sz="2000" dirty="0"/>
              <a:t>if these items are ordered separately; </a:t>
            </a:r>
          </a:p>
          <a:p>
            <a:pPr algn="just"/>
            <a:endParaRPr lang="en-GB" sz="2000" dirty="0"/>
          </a:p>
          <a:p>
            <a:pPr algn="just"/>
            <a:r>
              <a:rPr lang="en-GB" sz="2000" dirty="0"/>
              <a:t>if they are both ordered when the hex nuts would normally be ordered; </a:t>
            </a:r>
          </a:p>
          <a:p>
            <a:pPr algn="just"/>
            <a:endParaRPr lang="en-GB" sz="2000" dirty="0"/>
          </a:p>
          <a:p>
            <a:pPr algn="just"/>
            <a:r>
              <a:rPr lang="en-GB" sz="2000" dirty="0"/>
              <a:t>and if they are both ordered when the molly screws would normally be ordered.</a:t>
            </a:r>
          </a:p>
        </p:txBody>
      </p:sp>
      <p:pic>
        <p:nvPicPr>
          <p:cNvPr id="3" name="Picture 2">
            <a:extLst>
              <a:ext uri="{FF2B5EF4-FFF2-40B4-BE49-F238E27FC236}">
                <a16:creationId xmlns:a16="http://schemas.microsoft.com/office/drawing/2014/main" id="{9965A5EF-28F0-B240-1299-3521CD3C4D41}"/>
              </a:ext>
            </a:extLst>
          </p:cNvPr>
          <p:cNvPicPr>
            <a:picLocks noChangeAspect="1"/>
          </p:cNvPicPr>
          <p:nvPr/>
        </p:nvPicPr>
        <p:blipFill>
          <a:blip r:embed="rId2"/>
          <a:stretch>
            <a:fillRect/>
          </a:stretch>
        </p:blipFill>
        <p:spPr>
          <a:xfrm>
            <a:off x="4510709" y="0"/>
            <a:ext cx="7734300" cy="6388100"/>
          </a:xfrm>
          <a:prstGeom prst="rect">
            <a:avLst/>
          </a:prstGeom>
        </p:spPr>
      </p:pic>
    </p:spTree>
    <p:extLst>
      <p:ext uri="{BB962C8B-B14F-4D97-AF65-F5344CB8AC3E}">
        <p14:creationId xmlns:p14="http://schemas.microsoft.com/office/powerpoint/2010/main" val="9755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26F176E-5682-B278-C504-2F2B5B526E11}"/>
              </a:ext>
            </a:extLst>
          </p:cNvPr>
          <p:cNvSpPr>
            <a:spLocks noGrp="1"/>
          </p:cNvSpPr>
          <p:nvPr>
            <p:ph type="title"/>
          </p:nvPr>
        </p:nvSpPr>
        <p:spPr/>
        <p:txBody>
          <a:bodyPr/>
          <a:lstStyle/>
          <a:p>
            <a:r>
              <a:rPr lang="en-GB" dirty="0">
                <a:latin typeface="Georgia" panose="02040502050405020303" pitchFamily="18" charset="0"/>
              </a:rPr>
              <a:t>EOQ</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BA51B268-D9B2-2988-E5EE-53B2EFC9302C}"/>
                  </a:ext>
                </a:extLst>
              </p:cNvPr>
              <p:cNvSpPr>
                <a:spLocks noGrp="1"/>
              </p:cNvSpPr>
              <p:nvPr>
                <p:ph idx="15"/>
              </p:nvPr>
            </p:nvSpPr>
            <p:spPr/>
            <p:txBody>
              <a:bodyPr>
                <a:normAutofit/>
              </a:bodyPr>
              <a:lstStyle/>
              <a:p>
                <a:pPr>
                  <a:lnSpc>
                    <a:spcPct val="110000"/>
                  </a:lnSpc>
                </a:pPr>
                <a:r>
                  <a:rPr lang="en-GB" altLang="en-US" sz="2400" dirty="0"/>
                  <a:t>Ordering cost for each cycle </a:t>
                </a:r>
                <a14:m>
                  <m:oMath xmlns:m="http://schemas.openxmlformats.org/officeDocument/2006/math">
                    <m:r>
                      <a:rPr lang="en-GB" altLang="en-US" sz="2400" i="1" dirty="0" smtClean="0">
                        <a:latin typeface="Cambria Math" panose="02040503050406030204" pitchFamily="18" charset="0"/>
                      </a:rPr>
                      <m:t>𝑇</m:t>
                    </m:r>
                    <m:r>
                      <a:rPr lang="en-GB" altLang="en-US" sz="2400" i="1" dirty="0" smtClean="0">
                        <a:latin typeface="Cambria Math" panose="02040503050406030204" pitchFamily="18" charset="0"/>
                      </a:rPr>
                      <m:t>:</m:t>
                    </m:r>
                  </m:oMath>
                </a14:m>
                <a:endParaRPr lang="en-GB" altLang="en-US" sz="2400" i="1" dirty="0">
                  <a:latin typeface="Cambria Math" panose="02040503050406030204" pitchFamily="18" charset="0"/>
                </a:endParaRPr>
              </a:p>
              <a:p>
                <a:pPr marL="0" indent="0">
                  <a:lnSpc>
                    <a:spcPct val="110000"/>
                  </a:lnSpc>
                  <a:buNone/>
                </a:pPr>
                <a14:m>
                  <m:oMathPara xmlns:m="http://schemas.openxmlformats.org/officeDocument/2006/math">
                    <m:oMathParaPr>
                      <m:jc m:val="centerGroup"/>
                    </m:oMathParaPr>
                    <m:oMath xmlns:m="http://schemas.openxmlformats.org/officeDocument/2006/math">
                      <m:r>
                        <a:rPr lang="en-GB" altLang="en-US" sz="2400" b="1" i="1" dirty="0" smtClean="0">
                          <a:solidFill>
                            <a:schemeClr val="accent5"/>
                          </a:solidFill>
                          <a:latin typeface="Cambria Math" panose="02040503050406030204" pitchFamily="18" charset="0"/>
                        </a:rPr>
                        <m:t> </m:t>
                      </m:r>
                      <m:r>
                        <a:rPr lang="en-GB" altLang="en-US" sz="2400" b="1" i="1" dirty="0" smtClean="0">
                          <a:solidFill>
                            <a:schemeClr val="accent5"/>
                          </a:solidFill>
                          <a:latin typeface="Cambria Math" panose="02040503050406030204" pitchFamily="18" charset="0"/>
                        </a:rPr>
                        <m:t>𝑲</m:t>
                      </m:r>
                      <m:r>
                        <a:rPr lang="en-GB" altLang="en-US" sz="2400" b="1" i="1" dirty="0" smtClean="0">
                          <a:solidFill>
                            <a:schemeClr val="accent5"/>
                          </a:solidFill>
                          <a:latin typeface="Cambria Math" panose="02040503050406030204" pitchFamily="18" charset="0"/>
                        </a:rPr>
                        <m:t> + </m:t>
                      </m:r>
                      <m:r>
                        <a:rPr lang="en-GB" altLang="en-US" sz="2400" b="1" i="1" dirty="0" err="1" smtClean="0">
                          <a:solidFill>
                            <a:schemeClr val="accent5"/>
                          </a:solidFill>
                          <a:latin typeface="Cambria Math" panose="02040503050406030204" pitchFamily="18" charset="0"/>
                        </a:rPr>
                        <m:t>𝒄𝑸</m:t>
                      </m:r>
                    </m:oMath>
                  </m:oMathPara>
                </a14:m>
                <a:endParaRPr lang="en-GB" altLang="en-US" sz="2400" b="1" dirty="0">
                  <a:solidFill>
                    <a:schemeClr val="accent5"/>
                  </a:solidFill>
                </a:endParaRPr>
              </a:p>
              <a:p>
                <a:pPr>
                  <a:lnSpc>
                    <a:spcPct val="110000"/>
                  </a:lnSpc>
                </a:pPr>
                <a:r>
                  <a:rPr lang="en-GB" altLang="en-US" sz="2400" dirty="0"/>
                  <a:t>Ordering cost per unit time</a:t>
                </a:r>
                <a14:m>
                  <m:oMath xmlns:m="http://schemas.openxmlformats.org/officeDocument/2006/math">
                    <m:r>
                      <a:rPr lang="en-GB" altLang="en-US" sz="2400" b="0" i="0" dirty="0" smtClean="0">
                        <a:latin typeface="Cambria Math" panose="02040503050406030204" pitchFamily="18" charset="0"/>
                      </a:rPr>
                      <m:t>:</m:t>
                    </m:r>
                  </m:oMath>
                </a14:m>
                <a:endParaRPr lang="en-GB" altLang="en-US" sz="2400" b="0" i="0" dirty="0">
                  <a:latin typeface="Cambria Math" panose="02040503050406030204" pitchFamily="18" charset="0"/>
                </a:endParaRPr>
              </a:p>
              <a:p>
                <a:pPr marL="0" indent="0">
                  <a:lnSpc>
                    <a:spcPct val="110000"/>
                  </a:lnSpc>
                  <a:buNone/>
                </a:pPr>
                <a:r>
                  <a:rPr lang="en-GB" altLang="en-US" sz="2400" dirty="0"/>
                  <a:t>		</a:t>
                </a:r>
                <a14:m>
                  <m:oMath xmlns:m="http://schemas.openxmlformats.org/officeDocument/2006/math">
                    <m:r>
                      <a:rPr lang="en-GB" altLang="en-US" sz="2400" i="1" dirty="0">
                        <a:latin typeface="Cambria Math" panose="02040503050406030204" pitchFamily="18" charset="0"/>
                      </a:rPr>
                      <m:t> </m:t>
                    </m:r>
                    <m:f>
                      <m:fPr>
                        <m:ctrlPr>
                          <a:rPr lang="en-GB" altLang="en-US" sz="2400" b="1" i="1" dirty="0" smtClean="0">
                            <a:solidFill>
                              <a:schemeClr val="accent5"/>
                            </a:solidFill>
                            <a:latin typeface="Cambria Math" panose="02040503050406030204" pitchFamily="18" charset="0"/>
                          </a:rPr>
                        </m:ctrlPr>
                      </m:fPr>
                      <m:num>
                        <m:r>
                          <a:rPr lang="en-GB" altLang="en-US" sz="2400" b="1" i="1" dirty="0" smtClean="0">
                            <a:solidFill>
                              <a:schemeClr val="accent5"/>
                            </a:solidFill>
                            <a:latin typeface="Cambria Math" panose="02040503050406030204" pitchFamily="18" charset="0"/>
                          </a:rPr>
                          <m:t>𝑲</m:t>
                        </m:r>
                        <m:r>
                          <a:rPr lang="en-GB" altLang="en-US" sz="2400" b="1" i="1" dirty="0" smtClean="0">
                            <a:solidFill>
                              <a:schemeClr val="accent5"/>
                            </a:solidFill>
                            <a:latin typeface="Cambria Math" panose="02040503050406030204" pitchFamily="18" charset="0"/>
                          </a:rPr>
                          <m:t> + </m:t>
                        </m:r>
                        <m:r>
                          <a:rPr lang="en-GB" altLang="en-US" sz="2400" b="1" i="1" dirty="0" err="1" smtClean="0">
                            <a:solidFill>
                              <a:schemeClr val="accent5"/>
                            </a:solidFill>
                            <a:latin typeface="Cambria Math" panose="02040503050406030204" pitchFamily="18" charset="0"/>
                          </a:rPr>
                          <m:t>𝒄𝑸</m:t>
                        </m:r>
                      </m:num>
                      <m:den>
                        <m:r>
                          <a:rPr lang="en-GB" altLang="en-US" sz="2400" b="1" i="1" dirty="0" smtClean="0">
                            <a:solidFill>
                              <a:schemeClr val="accent5"/>
                            </a:solidFill>
                            <a:latin typeface="Cambria Math" panose="02040503050406030204" pitchFamily="18" charset="0"/>
                          </a:rPr>
                          <m:t>𝑻</m:t>
                        </m:r>
                      </m:den>
                    </m:f>
                    <m:r>
                      <a:rPr lang="en-GB" altLang="en-US" sz="2400" b="0" i="1" dirty="0" smtClean="0">
                        <a:latin typeface="Cambria Math" panose="02040503050406030204" pitchFamily="18" charset="0"/>
                      </a:rPr>
                      <m:t> </m:t>
                    </m:r>
                  </m:oMath>
                </a14:m>
                <a:r>
                  <a:rPr lang="en-GB" altLang="en-US" sz="2400" dirty="0"/>
                  <a:t> and </a:t>
                </a:r>
                <a14:m>
                  <m:oMath xmlns:m="http://schemas.openxmlformats.org/officeDocument/2006/math">
                    <m:r>
                      <a:rPr lang="en-GB" altLang="en-US" sz="2400" b="1" i="1" dirty="0" smtClean="0">
                        <a:solidFill>
                          <a:schemeClr val="accent5"/>
                        </a:solidFill>
                        <a:latin typeface="Cambria Math" panose="02040503050406030204" pitchFamily="18" charset="0"/>
                      </a:rPr>
                      <m:t>𝑻</m:t>
                    </m:r>
                    <m:r>
                      <a:rPr lang="en-GB" altLang="en-US" sz="2400" b="1" i="1" dirty="0" smtClean="0">
                        <a:solidFill>
                          <a:schemeClr val="accent5"/>
                        </a:solidFill>
                        <a:latin typeface="Cambria Math" panose="02040503050406030204" pitchFamily="18" charset="0"/>
                      </a:rPr>
                      <m:t> =</m:t>
                    </m:r>
                    <m:f>
                      <m:fPr>
                        <m:ctrlPr>
                          <a:rPr lang="en-GB" altLang="en-US" sz="2400" b="1" i="1" dirty="0" smtClean="0">
                            <a:solidFill>
                              <a:schemeClr val="accent5"/>
                            </a:solidFill>
                            <a:latin typeface="Cambria Math" panose="02040503050406030204" pitchFamily="18" charset="0"/>
                          </a:rPr>
                        </m:ctrlPr>
                      </m:fPr>
                      <m:num>
                        <m:r>
                          <a:rPr lang="en-GB" altLang="en-US" sz="2400" b="1" i="1" dirty="0" smtClean="0">
                            <a:solidFill>
                              <a:schemeClr val="accent5"/>
                            </a:solidFill>
                            <a:latin typeface="Cambria Math" panose="02040503050406030204" pitchFamily="18" charset="0"/>
                          </a:rPr>
                          <m:t>𝑸</m:t>
                        </m:r>
                      </m:num>
                      <m:den>
                        <m:r>
                          <a:rPr lang="en-GB" altLang="en-US" sz="2400" b="1" i="1" dirty="0" smtClean="0">
                            <a:solidFill>
                              <a:schemeClr val="accent5"/>
                            </a:solidFill>
                            <a:latin typeface="Cambria Math" panose="02040503050406030204" pitchFamily="18" charset="0"/>
                            <a:ea typeface="Cambria Math" panose="02040503050406030204" pitchFamily="18" charset="0"/>
                          </a:rPr>
                          <m:t>𝝀</m:t>
                        </m:r>
                      </m:den>
                    </m:f>
                  </m:oMath>
                </a14:m>
                <a:r>
                  <a:rPr lang="en-GB" altLang="en-US" sz="2400" b="1" dirty="0">
                    <a:solidFill>
                      <a:schemeClr val="accent5"/>
                    </a:solidFill>
                    <a:latin typeface="Symbol" pitchFamily="2" charset="2"/>
                  </a:rPr>
                  <a:t> </a:t>
                </a:r>
                <a:endParaRPr lang="en-GB" altLang="en-US" sz="2400" b="1" dirty="0">
                  <a:latin typeface="Symbol" pitchFamily="2" charset="2"/>
                </a:endParaRPr>
              </a:p>
              <a:p>
                <a:pPr>
                  <a:lnSpc>
                    <a:spcPct val="110000"/>
                  </a:lnSpc>
                </a:pPr>
                <a:r>
                  <a:rPr lang="en-GB" altLang="en-US" sz="2400" dirty="0"/>
                  <a:t>Average inventory holding cost: </a:t>
                </a:r>
              </a:p>
              <a:p>
                <a:pPr marL="0" indent="0">
                  <a:lnSpc>
                    <a:spcPct val="110000"/>
                  </a:lnSpc>
                  <a:buNone/>
                </a:pPr>
                <a14:m>
                  <m:oMathPara xmlns:m="http://schemas.openxmlformats.org/officeDocument/2006/math">
                    <m:oMathParaPr>
                      <m:jc m:val="centerGroup"/>
                    </m:oMathParaPr>
                    <m:oMath xmlns:m="http://schemas.openxmlformats.org/officeDocument/2006/math">
                      <m:r>
                        <a:rPr lang="en-GB" altLang="en-US" sz="2400" b="1" i="1" dirty="0" smtClean="0">
                          <a:solidFill>
                            <a:schemeClr val="accent5"/>
                          </a:solidFill>
                          <a:latin typeface="Cambria Math" panose="02040503050406030204" pitchFamily="18" charset="0"/>
                        </a:rPr>
                        <m:t>½</m:t>
                      </m:r>
                      <m:r>
                        <a:rPr lang="en-GB" altLang="en-US" sz="2400" b="1" i="1" dirty="0" smtClean="0">
                          <a:solidFill>
                            <a:schemeClr val="accent5"/>
                          </a:solidFill>
                          <a:latin typeface="Cambria Math" panose="02040503050406030204" pitchFamily="18" charset="0"/>
                        </a:rPr>
                        <m:t>𝒉𝑸</m:t>
                      </m:r>
                    </m:oMath>
                  </m:oMathPara>
                </a14:m>
                <a:endParaRPr lang="en-GB" altLang="en-US" sz="2400" b="1" dirty="0">
                  <a:solidFill>
                    <a:schemeClr val="accent5"/>
                  </a:solidFill>
                </a:endParaRPr>
              </a:p>
            </p:txBody>
          </p:sp>
        </mc:Choice>
        <mc:Fallback xmlns="">
          <p:sp>
            <p:nvSpPr>
              <p:cNvPr id="7" name="Content Placeholder 6">
                <a:extLst>
                  <a:ext uri="{FF2B5EF4-FFF2-40B4-BE49-F238E27FC236}">
                    <a16:creationId xmlns:a16="http://schemas.microsoft.com/office/drawing/2014/main" id="{BA51B268-D9B2-2988-E5EE-53B2EFC9302C}"/>
                  </a:ext>
                </a:extLst>
              </p:cNvPr>
              <p:cNvSpPr>
                <a:spLocks noGrp="1" noRot="1" noChangeAspect="1" noMove="1" noResize="1" noEditPoints="1" noAdjustHandles="1" noChangeArrowheads="1" noChangeShapeType="1" noTextEdit="1"/>
              </p:cNvSpPr>
              <p:nvPr>
                <p:ph idx="15"/>
              </p:nvPr>
            </p:nvSpPr>
            <p:spPr>
              <a:blipFill>
                <a:blip r:embed="rId3"/>
                <a:stretch>
                  <a:fillRect l="-3406" t="-21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19EB01-9E5C-DC4E-F4EA-88040AD1A748}"/>
                  </a:ext>
                </a:extLst>
              </p:cNvPr>
              <p:cNvSpPr>
                <a:spLocks noGrp="1"/>
              </p:cNvSpPr>
              <p:nvPr>
                <p:ph idx="14"/>
              </p:nvPr>
            </p:nvSpPr>
            <p:spPr/>
            <p:txBody>
              <a:bodyPr>
                <a:noAutofit/>
              </a:bodyPr>
              <a:lstStyle/>
              <a:p>
                <a:pPr eaLnBrk="1" hangingPunct="1">
                  <a:lnSpc>
                    <a:spcPct val="110000"/>
                  </a:lnSpc>
                  <a:buFont typeface="Wingdings" pitchFamily="2" charset="2"/>
                  <a:buNone/>
                </a:pPr>
                <a14:m>
                  <m:oMathPara xmlns:m="http://schemas.openxmlformats.org/officeDocument/2006/math">
                    <m:oMathParaPr>
                      <m:jc m:val="centerGroup"/>
                    </m:oMathParaPr>
                    <m:oMath xmlns:m="http://schemas.openxmlformats.org/officeDocument/2006/math">
                      <m:r>
                        <a:rPr lang="en-GB" altLang="en-US" sz="2000" b="1" i="1" dirty="0" smtClean="0">
                          <a:latin typeface="Cambria Math" panose="02040503050406030204" pitchFamily="18" charset="0"/>
                        </a:rPr>
                        <m:t>𝑮</m:t>
                      </m:r>
                      <m:d>
                        <m:dPr>
                          <m:ctrlPr>
                            <a:rPr lang="en-GB" altLang="en-US" sz="2000" b="1" i="1" dirty="0" smtClean="0">
                              <a:latin typeface="Cambria Math" panose="02040503050406030204" pitchFamily="18" charset="0"/>
                            </a:rPr>
                          </m:ctrlPr>
                        </m:dPr>
                        <m:e>
                          <m:r>
                            <a:rPr lang="en-GB" altLang="en-US" sz="2000" b="1" i="1" dirty="0" smtClean="0">
                              <a:latin typeface="Cambria Math" panose="02040503050406030204" pitchFamily="18" charset="0"/>
                            </a:rPr>
                            <m:t>𝑸</m:t>
                          </m:r>
                        </m:e>
                      </m:d>
                      <m:r>
                        <a:rPr lang="en-GB" altLang="en-US" sz="2000" b="1" i="1" dirty="0" smtClean="0">
                          <a:latin typeface="Cambria Math" panose="02040503050406030204" pitchFamily="18" charset="0"/>
                        </a:rPr>
                        <m:t>=</m:t>
                      </m:r>
                      <m:f>
                        <m:fPr>
                          <m:ctrlPr>
                            <a:rPr lang="en-GB" altLang="en-US" sz="2000" b="1" i="1" dirty="0" smtClean="0">
                              <a:latin typeface="Cambria Math" panose="02040503050406030204" pitchFamily="18" charset="0"/>
                            </a:rPr>
                          </m:ctrlPr>
                        </m:fPr>
                        <m:num>
                          <m:r>
                            <a:rPr lang="en-GB" altLang="en-US" sz="2000" b="1" i="1" dirty="0" smtClean="0">
                              <a:latin typeface="Cambria Math" panose="02040503050406030204" pitchFamily="18" charset="0"/>
                            </a:rPr>
                            <m:t>𝑲</m:t>
                          </m:r>
                          <m:r>
                            <a:rPr lang="en-GB" altLang="en-US" sz="2000" b="1" i="1" dirty="0" smtClean="0">
                              <a:latin typeface="Cambria Math" panose="02040503050406030204" pitchFamily="18" charset="0"/>
                            </a:rPr>
                            <m:t> + </m:t>
                          </m:r>
                          <m:r>
                            <a:rPr lang="en-GB" altLang="en-US" sz="2000" b="1" i="1" dirty="0" err="1" smtClean="0">
                              <a:latin typeface="Cambria Math" panose="02040503050406030204" pitchFamily="18" charset="0"/>
                            </a:rPr>
                            <m:t>𝒄𝑸</m:t>
                          </m:r>
                        </m:num>
                        <m:den>
                          <m:r>
                            <a:rPr lang="en-GB" altLang="en-US" sz="2000" b="1" i="1" dirty="0" smtClean="0">
                              <a:latin typeface="Cambria Math" panose="02040503050406030204" pitchFamily="18" charset="0"/>
                            </a:rPr>
                            <m:t>𝑻</m:t>
                          </m:r>
                        </m:den>
                      </m:f>
                      <m:r>
                        <a:rPr lang="en-GB" altLang="en-US" sz="2000" b="1" i="1" dirty="0" smtClean="0">
                          <a:latin typeface="Cambria Math" panose="02040503050406030204" pitchFamily="18" charset="0"/>
                        </a:rPr>
                        <m:t> + ½</m:t>
                      </m:r>
                      <m:r>
                        <a:rPr lang="en-GB" altLang="en-US" sz="2000" b="1" i="1" dirty="0" smtClean="0">
                          <a:latin typeface="Cambria Math" panose="02040503050406030204" pitchFamily="18" charset="0"/>
                        </a:rPr>
                        <m:t>𝒉𝑸</m:t>
                      </m:r>
                    </m:oMath>
                  </m:oMathPara>
                </a14:m>
                <a:endParaRPr lang="en-GB" altLang="en-US" sz="2000" b="1" dirty="0"/>
              </a:p>
              <a:p>
                <a:pPr>
                  <a:lnSpc>
                    <a:spcPct val="110000"/>
                  </a:lnSpc>
                  <a:buNone/>
                </a:pPr>
                <a:r>
                  <a:rPr lang="en-GB" altLang="en-US" sz="2000" dirty="0"/>
                  <a:t>		         </a:t>
                </a:r>
                <a14:m>
                  <m:oMath xmlns:m="http://schemas.openxmlformats.org/officeDocument/2006/math">
                    <m:r>
                      <a:rPr lang="en-GB" altLang="en-US" sz="2000" b="0" i="0" dirty="0" smtClean="0">
                        <a:latin typeface="Cambria Math" panose="02040503050406030204" pitchFamily="18" charset="0"/>
                      </a:rPr>
                      <m:t>=</m:t>
                    </m:r>
                    <m:f>
                      <m:fPr>
                        <m:ctrlPr>
                          <a:rPr lang="en-GB" altLang="en-US" sz="2000" i="1" dirty="0" smtClean="0">
                            <a:latin typeface="Cambria Math" panose="02040503050406030204" pitchFamily="18" charset="0"/>
                          </a:rPr>
                        </m:ctrlPr>
                      </m:fPr>
                      <m:num>
                        <m:r>
                          <a:rPr lang="en-GB" altLang="en-US" sz="2000" i="1" dirty="0" smtClean="0">
                            <a:latin typeface="Cambria Math" panose="02040503050406030204" pitchFamily="18" charset="0"/>
                          </a:rPr>
                          <m:t>𝐾</m:t>
                        </m:r>
                        <m:r>
                          <a:rPr lang="en-GB" altLang="en-US" sz="2000" i="1" dirty="0" smtClean="0">
                            <a:latin typeface="Cambria Math" panose="02040503050406030204" pitchFamily="18" charset="0"/>
                          </a:rPr>
                          <m:t>+</m:t>
                        </m:r>
                        <m:r>
                          <a:rPr lang="en-GB" altLang="en-US" sz="2000" i="1" dirty="0" err="1" smtClean="0">
                            <a:latin typeface="Cambria Math" panose="02040503050406030204" pitchFamily="18" charset="0"/>
                          </a:rPr>
                          <m:t>𝑐𝑄</m:t>
                        </m:r>
                      </m:num>
                      <m:den>
                        <m:f>
                          <m:fPr>
                            <m:ctrlPr>
                              <a:rPr lang="en-GB" altLang="en-US" sz="2000" i="1" dirty="0" smtClean="0">
                                <a:latin typeface="Cambria Math" panose="02040503050406030204" pitchFamily="18" charset="0"/>
                              </a:rPr>
                            </m:ctrlPr>
                          </m:fPr>
                          <m:num>
                            <m:r>
                              <a:rPr lang="en-GB" altLang="en-US" sz="2000" i="1" dirty="0" smtClean="0">
                                <a:latin typeface="Cambria Math" panose="02040503050406030204" pitchFamily="18" charset="0"/>
                              </a:rPr>
                              <m:t>𝑄</m:t>
                            </m:r>
                          </m:num>
                          <m:den>
                            <m:r>
                              <a:rPr lang="en-GB" altLang="en-US" sz="2000" i="1" dirty="0">
                                <a:latin typeface="Cambria Math" panose="02040503050406030204" pitchFamily="18" charset="0"/>
                                <a:ea typeface="Cambria Math" panose="02040503050406030204" pitchFamily="18" charset="0"/>
                              </a:rPr>
                              <m:t>𝜆</m:t>
                            </m:r>
                          </m:den>
                        </m:f>
                      </m:den>
                    </m:f>
                    <m:r>
                      <a:rPr lang="en-GB" altLang="en-US" sz="2000" i="1" dirty="0" smtClean="0">
                        <a:latin typeface="Cambria Math" panose="02040503050406030204" pitchFamily="18" charset="0"/>
                      </a:rPr>
                      <m:t> + ½</m:t>
                    </m:r>
                    <m:r>
                      <a:rPr lang="en-GB" altLang="en-US" sz="2000" i="1" dirty="0" smtClean="0">
                        <a:latin typeface="Cambria Math" panose="02040503050406030204" pitchFamily="18" charset="0"/>
                      </a:rPr>
                      <m:t>h</m:t>
                    </m:r>
                    <m:r>
                      <a:rPr lang="en-GB" altLang="en-US" sz="2000" i="1" dirty="0" smtClean="0">
                        <a:latin typeface="Cambria Math" panose="02040503050406030204" pitchFamily="18" charset="0"/>
                      </a:rPr>
                      <m:t>𝑄</m:t>
                    </m:r>
                  </m:oMath>
                </a14:m>
                <a:endParaRPr lang="en-GB" altLang="en-US" sz="2000" dirty="0"/>
              </a:p>
              <a:p>
                <a:pPr>
                  <a:lnSpc>
                    <a:spcPct val="110000"/>
                  </a:lnSpc>
                  <a:buNone/>
                </a:pPr>
                <a:r>
                  <a:rPr lang="en-GB" altLang="en-US" sz="2000" dirty="0"/>
                  <a:t>		         </a:t>
                </a:r>
                <a14:m>
                  <m:oMath xmlns:m="http://schemas.openxmlformats.org/officeDocument/2006/math">
                    <m:r>
                      <a:rPr lang="en-GB" altLang="en-US" sz="2000" b="0" i="0" dirty="0" smtClean="0">
                        <a:latin typeface="Cambria Math" panose="02040503050406030204" pitchFamily="18" charset="0"/>
                      </a:rPr>
                      <m:t>=</m:t>
                    </m:r>
                    <m:f>
                      <m:fPr>
                        <m:ctrlPr>
                          <a:rPr lang="en-GB" altLang="en-US" sz="2000" i="1" dirty="0" smtClean="0">
                            <a:latin typeface="Cambria Math" panose="02040503050406030204" pitchFamily="18" charset="0"/>
                          </a:rPr>
                        </m:ctrlPr>
                      </m:fPr>
                      <m:num>
                        <m:r>
                          <a:rPr lang="en-GB" altLang="en-US" sz="2000" i="1" dirty="0" smtClean="0">
                            <a:latin typeface="Cambria Math" panose="02040503050406030204" pitchFamily="18" charset="0"/>
                          </a:rPr>
                          <m:t>𝐾</m:t>
                        </m:r>
                        <m:r>
                          <a:rPr lang="en-GB" altLang="en-US" sz="2000" i="1" dirty="0" smtClean="0">
                            <a:latin typeface="Cambria Math" panose="02040503050406030204" pitchFamily="18" charset="0"/>
                            <a:ea typeface="Cambria Math" panose="02040503050406030204" pitchFamily="18" charset="0"/>
                          </a:rPr>
                          <m:t>𝜆</m:t>
                        </m:r>
                      </m:num>
                      <m:den>
                        <m:r>
                          <a:rPr lang="en-GB" altLang="en-US" sz="2000" i="1" dirty="0" smtClean="0">
                            <a:latin typeface="Cambria Math" panose="02040503050406030204" pitchFamily="18" charset="0"/>
                          </a:rPr>
                          <m:t>𝑄</m:t>
                        </m:r>
                      </m:den>
                    </m:f>
                    <m:r>
                      <a:rPr lang="en-GB" altLang="en-US" sz="2000" i="1" dirty="0" smtClean="0">
                        <a:latin typeface="Cambria Math" panose="02040503050406030204" pitchFamily="18" charset="0"/>
                      </a:rPr>
                      <m:t> +</m:t>
                    </m:r>
                    <m:r>
                      <a:rPr lang="en-GB" altLang="en-US" sz="2000" i="1" dirty="0">
                        <a:latin typeface="Cambria Math" panose="02040503050406030204" pitchFamily="18" charset="0"/>
                        <a:ea typeface="Cambria Math" panose="02040503050406030204" pitchFamily="18" charset="0"/>
                      </a:rPr>
                      <m:t>𝜆</m:t>
                    </m:r>
                    <m:r>
                      <a:rPr lang="en-GB" altLang="en-US" sz="2000" i="1" dirty="0" smtClean="0">
                        <a:latin typeface="Cambria Math" panose="02040503050406030204" pitchFamily="18" charset="0"/>
                      </a:rPr>
                      <m:t>𝑐</m:t>
                    </m:r>
                    <m:r>
                      <a:rPr lang="en-GB" altLang="en-US" sz="2000" i="1" dirty="0" smtClean="0">
                        <a:latin typeface="Cambria Math" panose="02040503050406030204" pitchFamily="18" charset="0"/>
                      </a:rPr>
                      <m:t> + ½</m:t>
                    </m:r>
                    <m:r>
                      <a:rPr lang="en-GB" altLang="en-US" sz="2000" i="1" dirty="0" smtClean="0">
                        <a:latin typeface="Cambria Math" panose="02040503050406030204" pitchFamily="18" charset="0"/>
                      </a:rPr>
                      <m:t>h</m:t>
                    </m:r>
                    <m:r>
                      <a:rPr lang="en-GB" altLang="en-US" sz="2000" i="1" dirty="0" smtClean="0">
                        <a:latin typeface="Cambria Math" panose="02040503050406030204" pitchFamily="18" charset="0"/>
                      </a:rPr>
                      <m:t>𝑄</m:t>
                    </m:r>
                  </m:oMath>
                </a14:m>
                <a:endParaRPr lang="en-GB" altLang="en-US" sz="2000" dirty="0"/>
              </a:p>
              <a:p>
                <a:pPr eaLnBrk="1" hangingPunct="1">
                  <a:lnSpc>
                    <a:spcPct val="110000"/>
                  </a:lnSpc>
                  <a:buFont typeface="Wingdings" pitchFamily="2" charset="2"/>
                  <a:buNone/>
                </a:pPr>
                <a:r>
                  <a:rPr lang="en-GB" altLang="en-US" sz="2000" dirty="0"/>
                  <a:t>	To minimise </a:t>
                </a:r>
                <a14:m>
                  <m:oMath xmlns:m="http://schemas.openxmlformats.org/officeDocument/2006/math">
                    <m:r>
                      <a:rPr lang="en-GB" altLang="en-US" sz="2000" i="1" dirty="0" smtClean="0">
                        <a:latin typeface="Cambria Math" panose="02040503050406030204" pitchFamily="18" charset="0"/>
                      </a:rPr>
                      <m:t>𝐺</m:t>
                    </m:r>
                    <m:r>
                      <a:rPr lang="en-GB" altLang="en-US" sz="2000" i="1" dirty="0" smtClean="0">
                        <a:latin typeface="Cambria Math" panose="02040503050406030204" pitchFamily="18" charset="0"/>
                      </a:rPr>
                      <m:t>(</m:t>
                    </m:r>
                    <m:r>
                      <a:rPr lang="en-GB" altLang="en-US" sz="2000" i="1" dirty="0" smtClean="0">
                        <a:latin typeface="Cambria Math" panose="02040503050406030204" pitchFamily="18" charset="0"/>
                      </a:rPr>
                      <m:t>𝑄</m:t>
                    </m:r>
                    <m:r>
                      <a:rPr lang="en-GB" altLang="en-US" sz="2000" i="1" dirty="0" smtClean="0">
                        <a:latin typeface="Cambria Math" panose="02040503050406030204" pitchFamily="18" charset="0"/>
                      </a:rPr>
                      <m:t>) </m:t>
                    </m:r>
                  </m:oMath>
                </a14:m>
                <a:r>
                  <a:rPr lang="en-GB" altLang="en-US" sz="2000" dirty="0"/>
                  <a:t>set 1</a:t>
                </a:r>
                <a:r>
                  <a:rPr lang="en-GB" altLang="en-US" sz="2000" baseline="30000" dirty="0"/>
                  <a:t>st</a:t>
                </a:r>
                <a:r>
                  <a:rPr lang="en-GB" altLang="en-US" sz="2000" dirty="0"/>
                  <a:t> derivative = 0</a:t>
                </a:r>
              </a:p>
              <a:p>
                <a:pPr lvl="1">
                  <a:lnSpc>
                    <a:spcPct val="110000"/>
                  </a:lnSpc>
                  <a:buNone/>
                </a:pPr>
                <a:r>
                  <a:rPr lang="en-GB" altLang="en-US" sz="2000" dirty="0"/>
                  <a:t>	</a:t>
                </a:r>
                <a14:m>
                  <m:oMath xmlns:m="http://schemas.openxmlformats.org/officeDocument/2006/math">
                    <m:r>
                      <a:rPr lang="en-GB" altLang="en-US" sz="2000" i="1" dirty="0" smtClean="0">
                        <a:latin typeface="Cambria Math" panose="02040503050406030204" pitchFamily="18" charset="0"/>
                      </a:rPr>
                      <m:t>𝐺</m:t>
                    </m:r>
                    <m:r>
                      <a:rPr lang="en-GB" altLang="en-US" sz="2000" i="1" dirty="0" smtClean="0">
                        <a:latin typeface="Cambria Math" panose="02040503050406030204" pitchFamily="18" charset="0"/>
                      </a:rPr>
                      <m:t>’</m:t>
                    </m:r>
                    <m:d>
                      <m:dPr>
                        <m:ctrlPr>
                          <a:rPr lang="en-GB" altLang="en-US" sz="2000" i="1" dirty="0" smtClean="0">
                            <a:latin typeface="Cambria Math" panose="02040503050406030204" pitchFamily="18" charset="0"/>
                          </a:rPr>
                        </m:ctrlPr>
                      </m:dPr>
                      <m:e>
                        <m:r>
                          <a:rPr lang="en-GB" altLang="en-US" sz="2000" i="1" dirty="0" smtClean="0">
                            <a:latin typeface="Cambria Math" panose="02040503050406030204" pitchFamily="18" charset="0"/>
                          </a:rPr>
                          <m:t>𝑄</m:t>
                        </m:r>
                      </m:e>
                    </m:d>
                    <m:r>
                      <a:rPr lang="en-GB" altLang="en-US" sz="2000" b="0" i="1" dirty="0" smtClean="0">
                        <a:latin typeface="Cambria Math" panose="02040503050406030204" pitchFamily="18" charset="0"/>
                      </a:rPr>
                      <m:t>=−</m:t>
                    </m:r>
                    <m:f>
                      <m:fPr>
                        <m:ctrlPr>
                          <a:rPr lang="en-GB" altLang="en-US" sz="2000" b="0" i="1" dirty="0" smtClean="0">
                            <a:latin typeface="Cambria Math" panose="02040503050406030204" pitchFamily="18" charset="0"/>
                            <a:ea typeface="Cambria Math" panose="02040503050406030204" pitchFamily="18" charset="0"/>
                          </a:rPr>
                        </m:ctrlPr>
                      </m:fPr>
                      <m:num>
                        <m:r>
                          <a:rPr lang="en-GB" altLang="en-US" sz="2000" b="0" i="1" dirty="0" smtClean="0">
                            <a:latin typeface="Cambria Math" panose="02040503050406030204" pitchFamily="18" charset="0"/>
                          </a:rPr>
                          <m:t>𝐾</m:t>
                        </m:r>
                        <m:r>
                          <a:rPr lang="en-GB" altLang="en-US" sz="2000" b="0" i="1" dirty="0" smtClean="0">
                            <a:latin typeface="Cambria Math" panose="02040503050406030204" pitchFamily="18" charset="0"/>
                            <a:ea typeface="Cambria Math" panose="02040503050406030204" pitchFamily="18" charset="0"/>
                          </a:rPr>
                          <m:t>𝜆</m:t>
                        </m:r>
                      </m:num>
                      <m:den>
                        <m:sSup>
                          <m:sSupPr>
                            <m:ctrlPr>
                              <a:rPr lang="en-GB" altLang="en-US" sz="2000" b="0" i="1" dirty="0" smtClean="0">
                                <a:latin typeface="Cambria Math" panose="02040503050406030204" pitchFamily="18" charset="0"/>
                                <a:ea typeface="Cambria Math" panose="02040503050406030204" pitchFamily="18" charset="0"/>
                              </a:rPr>
                            </m:ctrlPr>
                          </m:sSupPr>
                          <m:e>
                            <m:r>
                              <a:rPr lang="en-GB" altLang="en-US" sz="2000" b="0" i="1" dirty="0" smtClean="0">
                                <a:latin typeface="Cambria Math" panose="02040503050406030204" pitchFamily="18" charset="0"/>
                                <a:ea typeface="Cambria Math" panose="02040503050406030204" pitchFamily="18" charset="0"/>
                              </a:rPr>
                              <m:t>𝑄</m:t>
                            </m:r>
                          </m:e>
                          <m:sup>
                            <m:r>
                              <a:rPr lang="en-GB" altLang="en-US" sz="2000" b="0" i="1" dirty="0" smtClean="0">
                                <a:latin typeface="Cambria Math" panose="02040503050406030204" pitchFamily="18" charset="0"/>
                                <a:ea typeface="Cambria Math" panose="02040503050406030204" pitchFamily="18" charset="0"/>
                              </a:rPr>
                              <m:t>2</m:t>
                            </m:r>
                          </m:sup>
                        </m:sSup>
                      </m:den>
                    </m:f>
                    <m:r>
                      <a:rPr lang="en-GB" altLang="en-US" sz="2000" b="0" i="0" dirty="0" smtClean="0">
                        <a:latin typeface="Cambria Math" panose="02040503050406030204" pitchFamily="18" charset="0"/>
                        <a:ea typeface="Cambria Math" panose="02040503050406030204" pitchFamily="18" charset="0"/>
                      </a:rPr>
                      <m:t>+</m:t>
                    </m:r>
                    <m:f>
                      <m:fPr>
                        <m:ctrlPr>
                          <a:rPr lang="en-GB" altLang="en-US" sz="2000" b="0" i="1" dirty="0" smtClean="0">
                            <a:latin typeface="Cambria Math" panose="02040503050406030204" pitchFamily="18" charset="0"/>
                            <a:ea typeface="Cambria Math" panose="02040503050406030204" pitchFamily="18" charset="0"/>
                          </a:rPr>
                        </m:ctrlPr>
                      </m:fPr>
                      <m:num>
                        <m:r>
                          <a:rPr lang="en-GB" altLang="en-US" sz="2000" b="0" i="0" dirty="0" smtClean="0">
                            <a:latin typeface="Cambria Math" panose="02040503050406030204" pitchFamily="18" charset="0"/>
                            <a:ea typeface="Cambria Math" panose="02040503050406030204" pitchFamily="18" charset="0"/>
                          </a:rPr>
                          <m:t>1</m:t>
                        </m:r>
                      </m:num>
                      <m:den>
                        <m:r>
                          <a:rPr lang="en-GB" altLang="en-US" sz="2000" b="0" i="0" dirty="0" smtClean="0">
                            <a:latin typeface="Cambria Math" panose="02040503050406030204" pitchFamily="18" charset="0"/>
                            <a:ea typeface="Cambria Math" panose="02040503050406030204" pitchFamily="18" charset="0"/>
                          </a:rPr>
                          <m:t>2</m:t>
                        </m:r>
                      </m:den>
                    </m:f>
                    <m:r>
                      <m:rPr>
                        <m:sty m:val="p"/>
                      </m:rPr>
                      <a:rPr lang="en-GB" altLang="en-US" sz="2000" b="0" i="0" dirty="0" smtClean="0">
                        <a:latin typeface="Cambria Math" panose="02040503050406030204" pitchFamily="18" charset="0"/>
                        <a:ea typeface="Cambria Math" panose="02040503050406030204" pitchFamily="18" charset="0"/>
                      </a:rPr>
                      <m:t>h</m:t>
                    </m:r>
                    <m:r>
                      <a:rPr lang="en-GB" altLang="en-US" sz="2000" b="0" i="0" dirty="0" smtClean="0">
                        <a:latin typeface="Cambria Math" panose="02040503050406030204" pitchFamily="18" charset="0"/>
                        <a:ea typeface="Cambria Math" panose="02040503050406030204" pitchFamily="18" charset="0"/>
                      </a:rPr>
                      <m:t>=</m:t>
                    </m:r>
                    <m:r>
                      <a:rPr lang="en-GB" altLang="en-US" sz="2000" b="0" i="0" dirty="0" smtClean="0">
                        <a:latin typeface="Cambria Math" panose="02040503050406030204" pitchFamily="18" charset="0"/>
                        <a:ea typeface="Cambria Math" panose="02040503050406030204" pitchFamily="18" charset="0"/>
                      </a:rPr>
                      <m:t>0</m:t>
                    </m:r>
                  </m:oMath>
                </a14:m>
                <a:r>
                  <a:rPr lang="en-GB" altLang="en-US" sz="2000" dirty="0"/>
                  <a:t> 	</a:t>
                </a:r>
              </a:p>
              <a:p>
                <a:pPr>
                  <a:lnSpc>
                    <a:spcPct val="110000"/>
                  </a:lnSpc>
                  <a:buNone/>
                </a:pPr>
                <a:r>
                  <a:rPr lang="en-GB" altLang="en-US" sz="2000" b="1" dirty="0">
                    <a:solidFill>
                      <a:srgbClr val="FF0000"/>
                    </a:solidFill>
                  </a:rPr>
                  <a:t>		</a:t>
                </a:r>
                <a14:m>
                  <m:oMath xmlns:m="http://schemas.openxmlformats.org/officeDocument/2006/math">
                    <m:sSup>
                      <m:sSupPr>
                        <m:ctrlPr>
                          <a:rPr lang="en-GB" altLang="en-US" sz="2000" b="1" i="1" dirty="0" smtClean="0">
                            <a:solidFill>
                              <a:srgbClr val="C00000"/>
                            </a:solidFill>
                            <a:latin typeface="Cambria Math" panose="02040503050406030204" pitchFamily="18" charset="0"/>
                          </a:rPr>
                        </m:ctrlPr>
                      </m:sSupPr>
                      <m:e>
                        <m:r>
                          <a:rPr lang="en-GB" altLang="en-US" sz="2000" b="1" i="1" dirty="0" smtClean="0">
                            <a:solidFill>
                              <a:srgbClr val="C00000"/>
                            </a:solidFill>
                            <a:latin typeface="Cambria Math" panose="02040503050406030204" pitchFamily="18" charset="0"/>
                          </a:rPr>
                          <m:t>𝑸</m:t>
                        </m:r>
                      </m:e>
                      <m:sup>
                        <m:r>
                          <a:rPr lang="en-GB" altLang="en-US" sz="2000" b="1" i="1" dirty="0" smtClean="0">
                            <a:solidFill>
                              <a:srgbClr val="C00000"/>
                            </a:solidFill>
                            <a:latin typeface="Cambria Math" panose="02040503050406030204" pitchFamily="18" charset="0"/>
                          </a:rPr>
                          <m:t>∗</m:t>
                        </m:r>
                      </m:sup>
                    </m:sSup>
                    <m:r>
                      <a:rPr lang="en-GB" altLang="en-US" sz="2000" b="1" i="1" dirty="0" smtClean="0">
                        <a:solidFill>
                          <a:srgbClr val="C00000"/>
                        </a:solidFill>
                        <a:latin typeface="Cambria Math" panose="02040503050406030204" pitchFamily="18" charset="0"/>
                      </a:rPr>
                      <m:t>= </m:t>
                    </m:r>
                    <m:r>
                      <a:rPr lang="en-GB" altLang="en-US" sz="2000" b="1" i="1" dirty="0" smtClean="0">
                        <a:solidFill>
                          <a:srgbClr val="C00000"/>
                        </a:solidFill>
                        <a:latin typeface="Cambria Math" panose="02040503050406030204" pitchFamily="18" charset="0"/>
                      </a:rPr>
                      <m:t>𝑬𝑶𝑸</m:t>
                    </m:r>
                    <m:r>
                      <a:rPr lang="en-GB" altLang="en-US" sz="2000" b="1" i="1" dirty="0" smtClean="0">
                        <a:solidFill>
                          <a:srgbClr val="C00000"/>
                        </a:solidFill>
                        <a:latin typeface="Cambria Math" panose="02040503050406030204" pitchFamily="18" charset="0"/>
                      </a:rPr>
                      <m:t> = </m:t>
                    </m:r>
                    <m:sSup>
                      <m:sSupPr>
                        <m:ctrlPr>
                          <a:rPr lang="en-GB" altLang="en-US" sz="2000" b="1" i="1" dirty="0" smtClean="0">
                            <a:solidFill>
                              <a:srgbClr val="C00000"/>
                            </a:solidFill>
                            <a:latin typeface="Cambria Math" panose="02040503050406030204" pitchFamily="18" charset="0"/>
                          </a:rPr>
                        </m:ctrlPr>
                      </m:sSupPr>
                      <m:e>
                        <m:d>
                          <m:dPr>
                            <m:ctrlPr>
                              <a:rPr lang="en-GB" altLang="en-US" sz="2000" b="1" i="1" dirty="0" smtClean="0">
                                <a:solidFill>
                                  <a:srgbClr val="C00000"/>
                                </a:solidFill>
                                <a:latin typeface="Cambria Math" panose="02040503050406030204" pitchFamily="18" charset="0"/>
                              </a:rPr>
                            </m:ctrlPr>
                          </m:dPr>
                          <m:e>
                            <m:f>
                              <m:fPr>
                                <m:ctrlPr>
                                  <a:rPr lang="en-GB" altLang="en-US" sz="2000" b="1" i="1" dirty="0" smtClean="0">
                                    <a:solidFill>
                                      <a:srgbClr val="C00000"/>
                                    </a:solidFill>
                                    <a:latin typeface="Cambria Math" panose="02040503050406030204" pitchFamily="18" charset="0"/>
                                  </a:rPr>
                                </m:ctrlPr>
                              </m:fPr>
                              <m:num>
                                <m:r>
                                  <a:rPr lang="en-GB" altLang="en-US" sz="2000" b="1" i="1" dirty="0" smtClean="0">
                                    <a:solidFill>
                                      <a:srgbClr val="C00000"/>
                                    </a:solidFill>
                                    <a:latin typeface="Cambria Math" panose="02040503050406030204" pitchFamily="18" charset="0"/>
                                  </a:rPr>
                                  <m:t>𝟐</m:t>
                                </m:r>
                                <m:r>
                                  <a:rPr lang="en-GB" altLang="en-US" sz="2000" b="1" i="1" dirty="0" smtClean="0">
                                    <a:solidFill>
                                      <a:srgbClr val="C00000"/>
                                    </a:solidFill>
                                    <a:latin typeface="Cambria Math" panose="02040503050406030204" pitchFamily="18" charset="0"/>
                                  </a:rPr>
                                  <m:t>𝑲</m:t>
                                </m:r>
                                <m:r>
                                  <m:rPr>
                                    <m:nor/>
                                  </m:rPr>
                                  <a:rPr lang="en-GB" altLang="en-US" sz="2000" dirty="0">
                                    <a:solidFill>
                                      <a:srgbClr val="C00000"/>
                                    </a:solidFill>
                                    <a:latin typeface="Symbol" pitchFamily="2" charset="2"/>
                                  </a:rPr>
                                  <m:t>l</m:t>
                                </m:r>
                              </m:num>
                              <m:den>
                                <m:r>
                                  <a:rPr lang="en-GB" altLang="en-US" sz="2000" b="1" i="1" dirty="0" smtClean="0">
                                    <a:solidFill>
                                      <a:srgbClr val="C00000"/>
                                    </a:solidFill>
                                    <a:latin typeface="Cambria Math" panose="02040503050406030204" pitchFamily="18" charset="0"/>
                                  </a:rPr>
                                  <m:t>𝒉</m:t>
                                </m:r>
                              </m:den>
                            </m:f>
                          </m:e>
                        </m:d>
                      </m:e>
                      <m:sup>
                        <m:f>
                          <m:fPr>
                            <m:ctrlPr>
                              <a:rPr lang="en-GB" altLang="en-US" sz="2000" b="1" i="1" dirty="0" smtClean="0">
                                <a:solidFill>
                                  <a:srgbClr val="C00000"/>
                                </a:solidFill>
                                <a:latin typeface="Cambria Math" panose="02040503050406030204" pitchFamily="18" charset="0"/>
                              </a:rPr>
                            </m:ctrlPr>
                          </m:fPr>
                          <m:num>
                            <m:r>
                              <a:rPr lang="en-GB" altLang="en-US" sz="2000" b="1" i="1" dirty="0" smtClean="0">
                                <a:solidFill>
                                  <a:srgbClr val="C00000"/>
                                </a:solidFill>
                                <a:latin typeface="Cambria Math" panose="02040503050406030204" pitchFamily="18" charset="0"/>
                              </a:rPr>
                              <m:t>𝟏</m:t>
                            </m:r>
                          </m:num>
                          <m:den>
                            <m:r>
                              <a:rPr lang="en-GB" altLang="en-US" sz="2000" b="1" i="1" dirty="0" smtClean="0">
                                <a:solidFill>
                                  <a:srgbClr val="C00000"/>
                                </a:solidFill>
                                <a:latin typeface="Cambria Math" panose="02040503050406030204" pitchFamily="18" charset="0"/>
                              </a:rPr>
                              <m:t>𝟐</m:t>
                            </m:r>
                          </m:den>
                        </m:f>
                      </m:sup>
                    </m:sSup>
                  </m:oMath>
                </a14:m>
                <a:endParaRPr lang="en-GB" altLang="en-US" sz="2000" b="1" baseline="30000" dirty="0">
                  <a:solidFill>
                    <a:srgbClr val="FF0000"/>
                  </a:solidFill>
                </a:endParaRPr>
              </a:p>
              <a:p>
                <a:pPr eaLnBrk="1" hangingPunct="1">
                  <a:lnSpc>
                    <a:spcPct val="160000"/>
                  </a:lnSpc>
                  <a:buFont typeface="Wingdings" pitchFamily="2" charset="2"/>
                  <a:buNone/>
                </a:pPr>
                <a:r>
                  <a:rPr lang="en-GB" altLang="en-US" sz="2000" dirty="0"/>
                  <a:t>	(Check </a:t>
                </a:r>
                <a14:m>
                  <m:oMath xmlns:m="http://schemas.openxmlformats.org/officeDocument/2006/math">
                    <m:r>
                      <a:rPr lang="en-GB" altLang="en-US" sz="2000" i="1" dirty="0" smtClean="0">
                        <a:latin typeface="Cambria Math" panose="02040503050406030204" pitchFamily="18" charset="0"/>
                      </a:rPr>
                      <m:t>𝐺</m:t>
                    </m:r>
                    <m:r>
                      <a:rPr lang="en-GB" altLang="en-US" sz="2000" i="1" dirty="0" smtClean="0">
                        <a:latin typeface="Cambria Math" panose="02040503050406030204" pitchFamily="18" charset="0"/>
                      </a:rPr>
                      <m:t>’’</m:t>
                    </m:r>
                    <m:d>
                      <m:dPr>
                        <m:ctrlPr>
                          <a:rPr lang="en-GB" altLang="en-US" sz="2000" i="1" dirty="0" smtClean="0">
                            <a:latin typeface="Cambria Math" panose="02040503050406030204" pitchFamily="18" charset="0"/>
                          </a:rPr>
                        </m:ctrlPr>
                      </m:dPr>
                      <m:e>
                        <m:r>
                          <a:rPr lang="en-GB" altLang="en-US" sz="2000" i="1" dirty="0" smtClean="0">
                            <a:latin typeface="Cambria Math" panose="02040503050406030204" pitchFamily="18" charset="0"/>
                          </a:rPr>
                          <m:t>𝑄</m:t>
                        </m:r>
                      </m:e>
                    </m:d>
                    <m:r>
                      <a:rPr lang="en-GB" altLang="en-US" sz="2000" i="1" dirty="0" smtClean="0">
                        <a:latin typeface="Cambria Math" panose="02040503050406030204" pitchFamily="18" charset="0"/>
                      </a:rPr>
                      <m:t>=</m:t>
                    </m:r>
                    <m:f>
                      <m:fPr>
                        <m:ctrlPr>
                          <a:rPr lang="en-GB" altLang="en-US" sz="2000" i="1" dirty="0" smtClean="0">
                            <a:latin typeface="Cambria Math" panose="02040503050406030204" pitchFamily="18" charset="0"/>
                          </a:rPr>
                        </m:ctrlPr>
                      </m:fPr>
                      <m:num>
                        <m:r>
                          <a:rPr lang="en-GB" altLang="en-US" sz="2000" i="1" dirty="0" smtClean="0">
                            <a:latin typeface="Cambria Math" panose="02040503050406030204" pitchFamily="18" charset="0"/>
                          </a:rPr>
                          <m:t>2</m:t>
                        </m:r>
                        <m:r>
                          <a:rPr lang="en-GB" altLang="en-US" sz="2000" i="1" dirty="0" smtClean="0">
                            <a:latin typeface="Cambria Math" panose="02040503050406030204" pitchFamily="18" charset="0"/>
                          </a:rPr>
                          <m:t>𝐾</m:t>
                        </m:r>
                        <m:r>
                          <a:rPr lang="en-GB" altLang="en-US" sz="2000" i="1" dirty="0" smtClean="0">
                            <a:latin typeface="Cambria Math" panose="02040503050406030204" pitchFamily="18" charset="0"/>
                            <a:ea typeface="Cambria Math" panose="02040503050406030204" pitchFamily="18" charset="0"/>
                          </a:rPr>
                          <m:t>𝜆</m:t>
                        </m:r>
                      </m:num>
                      <m:den>
                        <m:r>
                          <a:rPr lang="en-GB" altLang="en-US" sz="2000" i="1" dirty="0" smtClean="0">
                            <a:latin typeface="Cambria Math" panose="02040503050406030204" pitchFamily="18" charset="0"/>
                          </a:rPr>
                          <m:t>𝑄</m:t>
                        </m:r>
                        <m:r>
                          <a:rPr lang="en-GB" altLang="en-US" sz="2000" i="1" baseline="30000" dirty="0" smtClean="0">
                            <a:latin typeface="Cambria Math" panose="02040503050406030204" pitchFamily="18" charset="0"/>
                          </a:rPr>
                          <m:t>3</m:t>
                        </m:r>
                      </m:den>
                    </m:f>
                    <m:r>
                      <a:rPr lang="en-GB" altLang="en-US" sz="2000" i="1" dirty="0" smtClean="0">
                        <a:latin typeface="Cambria Math" panose="02040503050406030204" pitchFamily="18" charset="0"/>
                      </a:rPr>
                      <m:t>&gt;</m:t>
                    </m:r>
                    <m:r>
                      <a:rPr lang="en-GB" altLang="en-US" sz="2000" i="1" dirty="0" smtClean="0">
                        <a:latin typeface="Cambria Math" panose="02040503050406030204" pitchFamily="18" charset="0"/>
                      </a:rPr>
                      <m:t>0</m:t>
                    </m:r>
                    <m:r>
                      <a:rPr lang="en-GB" altLang="en-US" sz="2000" i="1" dirty="0" smtClean="0">
                        <a:latin typeface="Cambria Math" panose="02040503050406030204" pitchFamily="18" charset="0"/>
                      </a:rPr>
                      <m:t> </m:t>
                    </m:r>
                  </m:oMath>
                </a14:m>
                <a:r>
                  <a:rPr lang="en-GB" altLang="en-US" sz="2000" dirty="0"/>
                  <a:t>for </a:t>
                </a:r>
                <a14:m>
                  <m:oMath xmlns:m="http://schemas.openxmlformats.org/officeDocument/2006/math">
                    <m:r>
                      <a:rPr lang="en-GB" altLang="en-US" sz="2000" i="1" dirty="0" smtClean="0">
                        <a:latin typeface="Cambria Math" panose="02040503050406030204" pitchFamily="18" charset="0"/>
                      </a:rPr>
                      <m:t>𝑄</m:t>
                    </m:r>
                    <m:r>
                      <a:rPr lang="en-GB" altLang="en-US" sz="2000" i="1" dirty="0" smtClean="0">
                        <a:latin typeface="Cambria Math" panose="02040503050406030204" pitchFamily="18" charset="0"/>
                      </a:rPr>
                      <m:t> &gt; </m:t>
                    </m:r>
                    <m:r>
                      <a:rPr lang="en-GB" altLang="en-US" sz="2000" i="1" dirty="0" smtClean="0">
                        <a:latin typeface="Cambria Math" panose="02040503050406030204" pitchFamily="18" charset="0"/>
                      </a:rPr>
                      <m:t>0</m:t>
                    </m:r>
                  </m:oMath>
                </a14:m>
                <a:r>
                  <a:rPr lang="en-GB" altLang="en-US" sz="2000" dirty="0"/>
                  <a:t>)</a:t>
                </a:r>
              </a:p>
            </p:txBody>
          </p:sp>
        </mc:Choice>
        <mc:Fallback xmlns="">
          <p:sp>
            <p:nvSpPr>
              <p:cNvPr id="4" name="Content Placeholder 3">
                <a:extLst>
                  <a:ext uri="{FF2B5EF4-FFF2-40B4-BE49-F238E27FC236}">
                    <a16:creationId xmlns:a16="http://schemas.microsoft.com/office/drawing/2014/main" id="{7D19EB01-9E5C-DC4E-F4EA-88040AD1A748}"/>
                  </a:ext>
                </a:extLst>
              </p:cNvPr>
              <p:cNvSpPr>
                <a:spLocks noGrp="1" noRot="1" noChangeAspect="1" noMove="1" noResize="1" noEditPoints="1" noAdjustHandles="1" noChangeArrowheads="1" noChangeShapeType="1" noTextEdit="1"/>
              </p:cNvSpPr>
              <p:nvPr>
                <p:ph idx="14"/>
              </p:nvPr>
            </p:nvSpPr>
            <p:spPr>
              <a:blipFill>
                <a:blip r:embed="rId4"/>
                <a:stretch>
                  <a:fillRect b="-9770"/>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29D6F34C-B485-B0ED-8759-5935C81A4420}"/>
              </a:ext>
            </a:extLst>
          </p:cNvPr>
          <p:cNvSpPr>
            <a:spLocks noGrp="1"/>
          </p:cNvSpPr>
          <p:nvPr>
            <p:ph type="sldNum" sz="quarter" idx="4"/>
          </p:nvPr>
        </p:nvSpPr>
        <p:spPr/>
        <p:txBody>
          <a:bodyPr/>
          <a:lstStyle/>
          <a:p>
            <a:fld id="{820EACED-CA5D-B048-836B-BF30EF0E914A}" type="slidenum">
              <a:rPr lang="en-US" smtClean="0"/>
              <a:pPr/>
              <a:t>10</a:t>
            </a:fld>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3EC5A1-78C6-5A2B-F77B-7487AAFEC8E8}"/>
                  </a:ext>
                </a:extLst>
              </p:cNvPr>
              <p:cNvSpPr txBox="1"/>
              <p:nvPr/>
            </p:nvSpPr>
            <p:spPr>
              <a:xfrm>
                <a:off x="0" y="1396914"/>
                <a:ext cx="7676147" cy="830997"/>
              </a:xfrm>
              <a:prstGeom prst="rect">
                <a:avLst/>
              </a:prstGeom>
              <a:solidFill>
                <a:schemeClr val="tx1">
                  <a:lumMod val="50000"/>
                  <a:lumOff val="5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GB" altLang="en-US" sz="2400" dirty="0"/>
                        <m:t>Average</m:t>
                      </m:r>
                      <m:r>
                        <m:rPr>
                          <m:nor/>
                        </m:rPr>
                        <a:rPr lang="en-GB" altLang="en-US" sz="2400" dirty="0"/>
                        <m:t> </m:t>
                      </m:r>
                      <m:r>
                        <m:rPr>
                          <m:nor/>
                        </m:rPr>
                        <a:rPr lang="en-GB" altLang="en-US" sz="2400" dirty="0"/>
                        <m:t>cost</m:t>
                      </m:r>
                      <m:r>
                        <m:rPr>
                          <m:nor/>
                        </m:rPr>
                        <a:rPr lang="en-GB" altLang="en-US" sz="2400" dirty="0"/>
                        <m:t> </m:t>
                      </m:r>
                      <m:r>
                        <m:rPr>
                          <m:nor/>
                        </m:rPr>
                        <a:rPr lang="en-GB" altLang="en-US" sz="2400" dirty="0"/>
                        <m:t>per</m:t>
                      </m:r>
                      <m:r>
                        <m:rPr>
                          <m:nor/>
                        </m:rPr>
                        <a:rPr lang="en-GB" altLang="en-US" sz="2400" dirty="0"/>
                        <m:t> </m:t>
                      </m:r>
                      <m:r>
                        <m:rPr>
                          <m:nor/>
                        </m:rPr>
                        <a:rPr lang="en-GB" altLang="en-US" sz="2400" dirty="0"/>
                        <m:t>unit</m:t>
                      </m:r>
                      <m:r>
                        <m:rPr>
                          <m:nor/>
                        </m:rPr>
                        <a:rPr lang="en-GB" altLang="en-US" sz="2400" dirty="0"/>
                        <m:t> </m:t>
                      </m:r>
                      <m:r>
                        <m:rPr>
                          <m:nor/>
                        </m:rPr>
                        <a:rPr lang="en-GB" altLang="en-US" sz="2400" dirty="0"/>
                        <m:t>time</m:t>
                      </m:r>
                      <m:r>
                        <m:rPr>
                          <m:nor/>
                        </m:rPr>
                        <a:rPr lang="en-GB" altLang="en-US" sz="2400" dirty="0"/>
                        <m:t> </m:t>
                      </m:r>
                      <m:r>
                        <a:rPr lang="en-GB" altLang="en-US" sz="2400" i="1" dirty="0">
                          <a:latin typeface="Cambria Math" panose="02040503050406030204" pitchFamily="18" charset="0"/>
                        </a:rPr>
                        <m:t>𝐺</m:t>
                      </m:r>
                      <m:r>
                        <a:rPr lang="en-GB" altLang="en-US" sz="2400" i="1" dirty="0">
                          <a:latin typeface="Cambria Math" panose="02040503050406030204" pitchFamily="18" charset="0"/>
                        </a:rPr>
                        <m:t>(</m:t>
                      </m:r>
                      <m:r>
                        <a:rPr lang="en-GB" altLang="en-US" sz="2400" i="1" dirty="0">
                          <a:latin typeface="Cambria Math" panose="02040503050406030204" pitchFamily="18" charset="0"/>
                        </a:rPr>
                        <m:t>𝑄</m:t>
                      </m:r>
                      <m:r>
                        <a:rPr lang="en-GB" altLang="en-US" sz="2400" i="1" dirty="0">
                          <a:latin typeface="Cambria Math" panose="02040503050406030204" pitchFamily="18" charset="0"/>
                        </a:rPr>
                        <m:t>)</m:t>
                      </m:r>
                      <m:r>
                        <m:rPr>
                          <m:nor/>
                        </m:rPr>
                        <a:rPr lang="en-GB" altLang="en-US" sz="2400" b="0" i="0" dirty="0" smtClean="0">
                          <a:latin typeface="Cambria Math" panose="02040503050406030204" pitchFamily="18" charset="0"/>
                        </a:rPr>
                        <m:t>= </m:t>
                      </m:r>
                    </m:oMath>
                  </m:oMathPara>
                </a14:m>
                <a:endParaRPr lang="en-GB" altLang="en-US" sz="2400"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en-GB" sz="2400" b="0" i="1" kern="1200">
                          <a:solidFill>
                            <a:schemeClr val="tx1"/>
                          </a:solidFill>
                        </a:rPr>
                        <m:t>Ordering</m:t>
                      </m:r>
                      <m:r>
                        <m:rPr>
                          <m:nor/>
                        </m:rPr>
                        <a:rPr lang="en-GB" sz="2400" b="0" i="1" kern="1200">
                          <a:solidFill>
                            <a:schemeClr val="tx1"/>
                          </a:solidFill>
                        </a:rPr>
                        <m:t> </m:t>
                      </m:r>
                      <m:r>
                        <m:rPr>
                          <m:nor/>
                        </m:rPr>
                        <a:rPr lang="en-GB" sz="2400" b="0" i="1" kern="1200">
                          <a:solidFill>
                            <a:schemeClr val="tx1"/>
                          </a:solidFill>
                        </a:rPr>
                        <m:t>cost</m:t>
                      </m:r>
                      <m:r>
                        <m:rPr>
                          <m:nor/>
                        </m:rPr>
                        <a:rPr lang="en-GB" sz="2400" b="0" i="1" kern="1200">
                          <a:solidFill>
                            <a:schemeClr val="tx1"/>
                          </a:solidFill>
                        </a:rPr>
                        <m:t> </m:t>
                      </m:r>
                      <m:r>
                        <m:rPr>
                          <m:nor/>
                        </m:rPr>
                        <a:rPr lang="en-GB" sz="2400" b="0" i="1" kern="1200">
                          <a:solidFill>
                            <a:schemeClr val="tx1"/>
                          </a:solidFill>
                        </a:rPr>
                        <m:t>per</m:t>
                      </m:r>
                      <m:r>
                        <m:rPr>
                          <m:nor/>
                        </m:rPr>
                        <a:rPr lang="en-GB" sz="2400" b="0" i="1" kern="1200">
                          <a:solidFill>
                            <a:schemeClr val="tx1"/>
                          </a:solidFill>
                        </a:rPr>
                        <m:t> </m:t>
                      </m:r>
                      <m:r>
                        <m:rPr>
                          <m:nor/>
                        </m:rPr>
                        <a:rPr lang="en-GB" sz="2400" b="0" i="1" kern="1200">
                          <a:solidFill>
                            <a:schemeClr val="tx1"/>
                          </a:solidFill>
                        </a:rPr>
                        <m:t>unit</m:t>
                      </m:r>
                      <m:r>
                        <m:rPr>
                          <m:nor/>
                        </m:rPr>
                        <a:rPr lang="en-GB" sz="2400" b="0" i="1" kern="1200">
                          <a:solidFill>
                            <a:schemeClr val="tx1"/>
                          </a:solidFill>
                        </a:rPr>
                        <m:t> </m:t>
                      </m:r>
                      <m:r>
                        <m:rPr>
                          <m:nor/>
                        </m:rPr>
                        <a:rPr lang="en-GB" sz="2400" b="0" i="1" kern="1200">
                          <a:solidFill>
                            <a:schemeClr val="tx1"/>
                          </a:solidFill>
                        </a:rPr>
                        <m:t>time</m:t>
                      </m:r>
                      <m:r>
                        <a:rPr lang="en-GB" sz="2400" b="0" i="0" kern="1200">
                          <a:solidFill>
                            <a:schemeClr val="tx1"/>
                          </a:solidFill>
                          <a:latin typeface="Cambria Math" panose="02040503050406030204" pitchFamily="18" charset="0"/>
                        </a:rPr>
                        <m:t>+</m:t>
                      </m:r>
                      <m:r>
                        <m:rPr>
                          <m:nor/>
                        </m:rPr>
                        <a:rPr lang="en-GB" sz="2400" b="0" i="1" kern="1200">
                          <a:solidFill>
                            <a:schemeClr val="tx1"/>
                          </a:solidFill>
                        </a:rPr>
                        <m:t>Holding</m:t>
                      </m:r>
                      <m:r>
                        <m:rPr>
                          <m:nor/>
                        </m:rPr>
                        <a:rPr lang="en-GB" sz="2400" b="0" i="1" kern="1200">
                          <a:solidFill>
                            <a:schemeClr val="tx1"/>
                          </a:solidFill>
                        </a:rPr>
                        <m:t> </m:t>
                      </m:r>
                      <m:r>
                        <m:rPr>
                          <m:nor/>
                        </m:rPr>
                        <a:rPr lang="en-GB" sz="2400" b="0" i="1" kern="1200">
                          <a:solidFill>
                            <a:schemeClr val="tx1"/>
                          </a:solidFill>
                        </a:rPr>
                        <m:t>cost</m:t>
                      </m:r>
                      <m:r>
                        <m:rPr>
                          <m:nor/>
                        </m:rPr>
                        <a:rPr lang="en-GB" sz="2400" b="0" i="1" kern="1200">
                          <a:solidFill>
                            <a:schemeClr val="tx1"/>
                          </a:solidFill>
                        </a:rPr>
                        <m:t> </m:t>
                      </m:r>
                      <m:r>
                        <m:rPr>
                          <m:nor/>
                        </m:rPr>
                        <a:rPr lang="en-GB" sz="2400" b="0" i="1" kern="1200">
                          <a:solidFill>
                            <a:schemeClr val="tx1"/>
                          </a:solidFill>
                        </a:rPr>
                        <m:t>per</m:t>
                      </m:r>
                      <m:r>
                        <m:rPr>
                          <m:nor/>
                        </m:rPr>
                        <a:rPr lang="en-GB" sz="2400" b="0" i="1" kern="1200">
                          <a:solidFill>
                            <a:schemeClr val="tx1"/>
                          </a:solidFill>
                        </a:rPr>
                        <m:t> </m:t>
                      </m:r>
                      <m:r>
                        <m:rPr>
                          <m:nor/>
                        </m:rPr>
                        <a:rPr lang="en-GB" sz="2400" b="0" i="1" kern="1200">
                          <a:solidFill>
                            <a:schemeClr val="tx1"/>
                          </a:solidFill>
                        </a:rPr>
                        <m:t>unit</m:t>
                      </m:r>
                      <m:r>
                        <m:rPr>
                          <m:nor/>
                        </m:rPr>
                        <a:rPr lang="en-GB" sz="2400" b="0" i="1" kern="1200">
                          <a:solidFill>
                            <a:schemeClr val="tx1"/>
                          </a:solidFill>
                        </a:rPr>
                        <m:t> </m:t>
                      </m:r>
                      <m:r>
                        <m:rPr>
                          <m:nor/>
                        </m:rPr>
                        <a:rPr lang="en-GB" sz="2400" b="0" i="1" kern="1200">
                          <a:solidFill>
                            <a:schemeClr val="tx1"/>
                          </a:solidFill>
                        </a:rPr>
                        <m:t>time</m:t>
                      </m:r>
                      <m:r>
                        <a:rPr lang="en-GB" sz="2400" b="0" i="0" kern="1200">
                          <a:solidFill>
                            <a:schemeClr val="tx1"/>
                          </a:solidFill>
                          <a:latin typeface="Cambria Math" panose="02040503050406030204" pitchFamily="18" charset="0"/>
                        </a:rPr>
                        <m:t>.</m:t>
                      </m:r>
                    </m:oMath>
                  </m:oMathPara>
                </a14:m>
                <a:endParaRPr lang="en-GB" sz="2400" b="0" dirty="0"/>
              </a:p>
            </p:txBody>
          </p:sp>
        </mc:Choice>
        <mc:Fallback xmlns="">
          <p:sp>
            <p:nvSpPr>
              <p:cNvPr id="11" name="TextBox 10">
                <a:extLst>
                  <a:ext uri="{FF2B5EF4-FFF2-40B4-BE49-F238E27FC236}">
                    <a16:creationId xmlns:a16="http://schemas.microsoft.com/office/drawing/2014/main" id="{2F3EC5A1-78C6-5A2B-F77B-7487AAFEC8E8}"/>
                  </a:ext>
                </a:extLst>
              </p:cNvPr>
              <p:cNvSpPr txBox="1">
                <a:spLocks noRot="1" noChangeAspect="1" noMove="1" noResize="1" noEditPoints="1" noAdjustHandles="1" noChangeArrowheads="1" noChangeShapeType="1" noTextEdit="1"/>
              </p:cNvSpPr>
              <p:nvPr/>
            </p:nvSpPr>
            <p:spPr>
              <a:xfrm>
                <a:off x="0" y="1396914"/>
                <a:ext cx="7676147" cy="830997"/>
              </a:xfrm>
              <a:prstGeom prst="rect">
                <a:avLst/>
              </a:prstGeom>
              <a:blipFill>
                <a:blip r:embed="rId5"/>
                <a:stretch>
                  <a:fillRect l="-496" t="-2985" b="-10448"/>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243397E5-8026-1207-DF23-51B000EF07E5}"/>
                  </a:ext>
                </a:extLst>
              </p14:cNvPr>
              <p14:cNvContentPartPr/>
              <p14:nvPr/>
            </p14:nvContentPartPr>
            <p14:xfrm>
              <a:off x="940680" y="2155680"/>
              <a:ext cx="10016640" cy="3659040"/>
            </p14:xfrm>
          </p:contentPart>
        </mc:Choice>
        <mc:Fallback>
          <p:pic>
            <p:nvPicPr>
              <p:cNvPr id="2" name="Ink 1">
                <a:extLst>
                  <a:ext uri="{FF2B5EF4-FFF2-40B4-BE49-F238E27FC236}">
                    <a16:creationId xmlns:a16="http://schemas.microsoft.com/office/drawing/2014/main" id="{243397E5-8026-1207-DF23-51B000EF07E5}"/>
                  </a:ext>
                </a:extLst>
              </p:cNvPr>
              <p:cNvPicPr/>
              <p:nvPr/>
            </p:nvPicPr>
            <p:blipFill>
              <a:blip r:embed="rId7"/>
              <a:stretch>
                <a:fillRect/>
              </a:stretch>
            </p:blipFill>
            <p:spPr>
              <a:xfrm>
                <a:off x="931320" y="2146320"/>
                <a:ext cx="10035360" cy="3677760"/>
              </a:xfrm>
              <a:prstGeom prst="rect">
                <a:avLst/>
              </a:prstGeom>
            </p:spPr>
          </p:pic>
        </mc:Fallback>
      </mc:AlternateContent>
    </p:spTree>
    <p:extLst>
      <p:ext uri="{BB962C8B-B14F-4D97-AF65-F5344CB8AC3E}">
        <p14:creationId xmlns:p14="http://schemas.microsoft.com/office/powerpoint/2010/main" val="2229932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6675-EE77-6F09-BFA6-2669752E3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4CCB4-2639-E105-8180-7953CBDF3A83}"/>
              </a:ext>
            </a:extLst>
          </p:cNvPr>
          <p:cNvSpPr>
            <a:spLocks noGrp="1"/>
          </p:cNvSpPr>
          <p:nvPr>
            <p:ph type="title"/>
          </p:nvPr>
        </p:nvSpPr>
        <p:spPr>
          <a:xfrm>
            <a:off x="1999006" y="174741"/>
            <a:ext cx="11253615" cy="900000"/>
          </a:xfrm>
        </p:spPr>
        <p:txBody>
          <a:bodyPr>
            <a:normAutofit/>
          </a:bodyPr>
          <a:lstStyle/>
          <a:p>
            <a:r>
              <a:rPr lang="en-GB" dirty="0"/>
              <a:t>Important Reminder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97C6477-6640-351F-92F5-91F28CBF15A5}"/>
                  </a:ext>
                </a:extLst>
              </p:cNvPr>
              <p:cNvSpPr>
                <a:spLocks noGrp="1"/>
              </p:cNvSpPr>
              <p:nvPr>
                <p:ph idx="14"/>
              </p:nvPr>
            </p:nvSpPr>
            <p:spPr/>
            <p:txBody>
              <a:bodyPr>
                <a:normAutofit fontScale="85000" lnSpcReduction="20000"/>
              </a:bodyPr>
              <a:lstStyle/>
              <a:p>
                <a:pPr marL="0" indent="0">
                  <a:buNone/>
                </a:pPr>
                <a:r>
                  <a:rPr lang="en-GB" b="1" dirty="0"/>
                  <a:t>Formulas:</a:t>
                </a:r>
                <a:endParaRPr lang="en-GB" dirty="0"/>
              </a:p>
              <a:p>
                <a:pPr marL="0" indent="0">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𝑄</m:t>
                          </m:r>
                        </m:e>
                        <m:sub>
                          <m:r>
                            <a:rPr lang="ar-AE" i="1">
                              <a:latin typeface="Cambria Math" panose="02040503050406030204" pitchFamily="18" charset="0"/>
                            </a:rPr>
                            <m:t>𝑃𝑂𝑄</m:t>
                          </m:r>
                        </m:sub>
                        <m:sup>
                          <m:r>
                            <a:rPr lang="ar-AE">
                              <a:latin typeface="Cambria Math" panose="02040503050406030204" pitchFamily="18" charset="0"/>
                            </a:rPr>
                            <m:t>∗</m:t>
                          </m:r>
                        </m:sup>
                      </m:sSubSup>
                      <m:r>
                        <a:rPr lang="ar-AE">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a:latin typeface="Cambria Math" panose="02040503050406030204" pitchFamily="18" charset="0"/>
                                </a:rPr>
                                <m:t>2</m:t>
                              </m:r>
                              <m:r>
                                <a:rPr lang="ar-AE" i="1">
                                  <a:latin typeface="Cambria Math" panose="02040503050406030204" pitchFamily="18" charset="0"/>
                                </a:rPr>
                                <m:t>𝐾</m:t>
                              </m:r>
                              <m:r>
                                <a:rPr lang="ar-AE" i="1">
                                  <a:latin typeface="Cambria Math" panose="02040503050406030204" pitchFamily="18" charset="0"/>
                                </a:rPr>
                                <m:t>𝜆</m:t>
                              </m:r>
                            </m:num>
                            <m:den>
                              <m:r>
                                <a:rPr lang="ar-AE" i="1">
                                  <a:latin typeface="Cambria Math" panose="02040503050406030204" pitchFamily="18" charset="0"/>
                                </a:rPr>
                                <m:t>h</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𝜆</m:t>
                                      </m:r>
                                    </m:num>
                                    <m:den>
                                      <m:r>
                                        <a:rPr lang="ar-AE" i="1">
                                          <a:latin typeface="Cambria Math" panose="02040503050406030204" pitchFamily="18" charset="0"/>
                                        </a:rPr>
                                        <m:t>𝑃</m:t>
                                      </m:r>
                                    </m:den>
                                  </m:f>
                                </m:e>
                              </m:d>
                            </m:den>
                          </m:f>
                        </m:e>
                      </m:rad>
                    </m:oMath>
                  </m:oMathPara>
                </a14:m>
                <a:endParaRPr lang="ar-AE" dirty="0"/>
              </a:p>
              <a:p>
                <a:pPr marL="0" indent="0">
                  <a:buNone/>
                </a:pPr>
                <a:r>
                  <a:rPr lang="en-GB" dirty="0"/>
                  <a:t>		</a:t>
                </a:r>
              </a:p>
              <a:p>
                <a:pPr marL="0" indent="0">
                  <a:buNone/>
                </a:pPr>
                <a:r>
                  <a:rPr lang="en-GB" dirty="0"/>
                  <a:t>		h’= </a:t>
                </a:r>
                <a14:m>
                  <m:oMath xmlns:m="http://schemas.openxmlformats.org/officeDocument/2006/math">
                    <m:r>
                      <a:rPr lang="ar-AE" i="1">
                        <a:latin typeface="Cambria Math" panose="02040503050406030204" pitchFamily="18" charset="0"/>
                      </a:rPr>
                      <m:t>h</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𝜆</m:t>
                            </m:r>
                          </m:num>
                          <m:den>
                            <m:r>
                              <a:rPr lang="ar-AE" i="1">
                                <a:latin typeface="Cambria Math" panose="02040503050406030204" pitchFamily="18" charset="0"/>
                              </a:rPr>
                              <m:t>𝑃</m:t>
                            </m:r>
                          </m:den>
                        </m:f>
                      </m:e>
                    </m:d>
                  </m:oMath>
                </a14:m>
                <a:endParaRPr lang="en-GB"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𝑇</m:t>
                      </m:r>
                      <m:r>
                        <a:rPr lang="ar-AE">
                          <a:latin typeface="Cambria Math" panose="02040503050406030204" pitchFamily="18" charset="0"/>
                        </a:rPr>
                        <m:t>=</m:t>
                      </m:r>
                      <m:f>
                        <m:fPr>
                          <m:ctrlPr>
                            <a:rPr lang="ar-AE" i="1">
                              <a:latin typeface="Cambria Math" panose="02040503050406030204" pitchFamily="18" charset="0"/>
                            </a:rPr>
                          </m:ctrlPr>
                        </m:fPr>
                        <m:num>
                          <m:sSubSup>
                            <m:sSubSupPr>
                              <m:ctrlPr>
                                <a:rPr lang="ar-AE" i="1">
                                  <a:latin typeface="Cambria Math" panose="02040503050406030204" pitchFamily="18" charset="0"/>
                                </a:rPr>
                              </m:ctrlPr>
                            </m:sSubSupPr>
                            <m:e>
                              <m:r>
                                <a:rPr lang="ar-AE" i="1">
                                  <a:latin typeface="Cambria Math" panose="02040503050406030204" pitchFamily="18" charset="0"/>
                                </a:rPr>
                                <m:t>𝑄</m:t>
                              </m:r>
                            </m:e>
                            <m:sub>
                              <m:r>
                                <a:rPr lang="ar-AE" i="1">
                                  <a:latin typeface="Cambria Math" panose="02040503050406030204" pitchFamily="18" charset="0"/>
                                </a:rPr>
                                <m:t>𝑃𝑂𝑄</m:t>
                              </m:r>
                            </m:sub>
                            <m:sup>
                              <m:r>
                                <a:rPr lang="ar-AE">
                                  <a:latin typeface="Cambria Math" panose="02040503050406030204" pitchFamily="18" charset="0"/>
                                </a:rPr>
                                <m:t>∗</m:t>
                              </m:r>
                            </m:sup>
                          </m:sSubSup>
                        </m:num>
                        <m:den>
                          <m:r>
                            <a:rPr lang="ar-AE" i="1">
                              <a:latin typeface="Cambria Math" panose="02040503050406030204" pitchFamily="18" charset="0"/>
                            </a:rPr>
                            <m:t>𝜆</m:t>
                          </m:r>
                        </m:den>
                      </m:f>
                    </m:oMath>
                  </m:oMathPara>
                </a14:m>
                <a:endParaRPr lang="ar-AE" dirty="0"/>
              </a:p>
              <a:p>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Optimal cost 𝑮(𝑸∗) = </a:t>
                </a:r>
                <a14:m>
                  <m:oMath xmlns:m="http://schemas.openxmlformats.org/officeDocument/2006/math">
                    <m:rad>
                      <m:radPr>
                        <m:degHide m:val="on"/>
                        <m:ctrlPr>
                          <a:rPr lang="en-GB" i="1" smtClean="0">
                            <a:latin typeface="Cambria Math" panose="02040503050406030204" pitchFamily="18" charset="0"/>
                            <a:cs typeface="Arial" panose="020B0604020202020204" pitchFamily="34" charset="0"/>
                          </a:rPr>
                        </m:ctrlPr>
                      </m:radPr>
                      <m:deg/>
                      <m:e>
                        <m:r>
                          <m:rPr>
                            <m:nor/>
                          </m:rPr>
                          <a:rPr lang="en-GB" dirty="0">
                            <a:latin typeface="Arial" panose="020B0604020202020204" pitchFamily="34" charset="0"/>
                            <a:cs typeface="Arial" panose="020B0604020202020204" pitchFamily="34" charset="0"/>
                          </a:rPr>
                          <m:t>(</m:t>
                        </m:r>
                        <m:r>
                          <m:rPr>
                            <m:nor/>
                          </m:rPr>
                          <a:rPr lang="en-GB" dirty="0">
                            <a:latin typeface="Arial" panose="020B0604020202020204" pitchFamily="34" charset="0"/>
                            <a:cs typeface="Arial" panose="020B0604020202020204" pitchFamily="34" charset="0"/>
                          </a:rPr>
                          <m:t>𝟐</m:t>
                        </m:r>
                        <m:r>
                          <m:rPr>
                            <m:nor/>
                          </m:rPr>
                          <a:rPr lang="en-GB" dirty="0">
                            <a:latin typeface="Arial" panose="020B0604020202020204" pitchFamily="34" charset="0"/>
                            <a:cs typeface="Arial" panose="020B0604020202020204" pitchFamily="34" charset="0"/>
                          </a:rPr>
                          <m:t>𝑲</m:t>
                        </m:r>
                        <m:r>
                          <m:rPr>
                            <m:nor/>
                          </m:rPr>
                          <a:rPr lang="el-GR" dirty="0">
                            <a:latin typeface="Arial" panose="020B0604020202020204" pitchFamily="34" charset="0"/>
                            <a:cs typeface="Arial" panose="020B0604020202020204" pitchFamily="34" charset="0"/>
                          </a:rPr>
                          <m:t>λ</m:t>
                        </m:r>
                        <m:r>
                          <m:rPr>
                            <m:nor/>
                          </m:rPr>
                          <a:rPr lang="el-GR" dirty="0">
                            <a:latin typeface="Arial" panose="020B0604020202020204" pitchFamily="34" charset="0"/>
                            <a:cs typeface="Arial" panose="020B0604020202020204" pitchFamily="34" charset="0"/>
                          </a:rPr>
                          <m:t>𝒉</m:t>
                        </m:r>
                        <m:r>
                          <m:rPr>
                            <m:nor/>
                          </m:rPr>
                          <a:rPr lang="el-GR" dirty="0">
                            <a:latin typeface="Arial" panose="020B0604020202020204" pitchFamily="34" charset="0"/>
                            <a:cs typeface="Arial" panose="020B0604020202020204" pitchFamily="34" charset="0"/>
                          </a:rPr>
                          <m:t>’</m:t>
                        </m:r>
                        <m:r>
                          <m:rPr>
                            <m:nor/>
                          </m:rPr>
                          <a:rPr lang="el-GR" dirty="0">
                            <a:latin typeface="Arial" panose="020B0604020202020204" pitchFamily="34" charset="0"/>
                            <a:cs typeface="Arial" panose="020B0604020202020204" pitchFamily="34" charset="0"/>
                          </a:rPr>
                          <m:t>)</m:t>
                        </m:r>
                      </m:e>
                    </m:rad>
                  </m:oMath>
                </a14:m>
                <a:endParaRPr lang="en-GB" dirty="0"/>
              </a:p>
            </p:txBody>
          </p:sp>
        </mc:Choice>
        <mc:Fallback xmlns="">
          <p:sp>
            <p:nvSpPr>
              <p:cNvPr id="4" name="Content Placeholder 3">
                <a:extLst>
                  <a:ext uri="{FF2B5EF4-FFF2-40B4-BE49-F238E27FC236}">
                    <a16:creationId xmlns:a16="http://schemas.microsoft.com/office/drawing/2014/main" id="{E97C6477-6640-351F-92F5-91F28CBF15A5}"/>
                  </a:ext>
                </a:extLst>
              </p:cNvPr>
              <p:cNvSpPr>
                <a:spLocks noGrp="1" noRot="1" noChangeAspect="1" noMove="1" noResize="1" noEditPoints="1" noAdjustHandles="1" noChangeArrowheads="1" noChangeShapeType="1" noTextEdit="1"/>
              </p:cNvSpPr>
              <p:nvPr>
                <p:ph idx="14"/>
              </p:nvPr>
            </p:nvSpPr>
            <p:spPr>
              <a:blipFill>
                <a:blip r:embed="rId5"/>
                <a:stretch>
                  <a:fillRect l="-3650" t="-4310" b="-1437"/>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0F78740F-9928-43FD-8328-DE5C4A870F13}"/>
              </a:ext>
            </a:extLst>
          </p:cNvPr>
          <p:cNvSpPr>
            <a:spLocks noGrp="1"/>
          </p:cNvSpPr>
          <p:nvPr>
            <p:ph type="sldNum" sz="quarter" idx="4"/>
          </p:nvPr>
        </p:nvSpPr>
        <p:spPr/>
        <p:txBody>
          <a:bodyPr/>
          <a:lstStyle/>
          <a:p>
            <a:fld id="{820EACED-CA5D-B048-836B-BF30EF0E914A}" type="slidenum">
              <a:rPr lang="en-US" smtClean="0"/>
              <a:pPr/>
              <a:t>11</a:t>
            </a:fld>
            <a:endParaRPr lang="en-US"/>
          </a:p>
        </p:txBody>
      </p:sp>
      <p:sp>
        <p:nvSpPr>
          <p:cNvPr id="12" name="TextBox 11">
            <a:extLst>
              <a:ext uri="{FF2B5EF4-FFF2-40B4-BE49-F238E27FC236}">
                <a16:creationId xmlns:a16="http://schemas.microsoft.com/office/drawing/2014/main" id="{D818536F-49DC-BEA4-015B-4AE9BCF5D32B}"/>
              </a:ext>
            </a:extLst>
          </p:cNvPr>
          <p:cNvSpPr txBox="1"/>
          <p:nvPr/>
        </p:nvSpPr>
        <p:spPr>
          <a:xfrm>
            <a:off x="425449" y="1517078"/>
            <a:ext cx="5534479" cy="4708981"/>
          </a:xfrm>
          <a:prstGeom prst="rect">
            <a:avLst/>
          </a:prstGeom>
          <a:noFill/>
        </p:spPr>
        <p:txBody>
          <a:bodyPr wrap="square">
            <a:spAutoFit/>
          </a:bodyPr>
          <a:lstStyle/>
          <a:p>
            <a:pPr>
              <a:buNone/>
            </a:pPr>
            <a:r>
              <a:rPr lang="en-GB" sz="2000" dirty="0"/>
              <a:t>In some inventory problems, you may be asked to </a:t>
            </a:r>
            <a:r>
              <a:rPr lang="en-GB" sz="2000" b="1" dirty="0"/>
              <a:t>compare the cost of purchasing an item with the cost of producing it yourself</a:t>
            </a:r>
            <a:r>
              <a:rPr lang="en-GB" sz="2000" dirty="0"/>
              <a:t>.</a:t>
            </a:r>
            <a:br>
              <a:rPr lang="en-GB" sz="2000" dirty="0"/>
            </a:br>
            <a:r>
              <a:rPr lang="en-GB" sz="2000" dirty="0"/>
              <a:t>In these situations, you will also need to use the </a:t>
            </a:r>
            <a:r>
              <a:rPr lang="en-GB" sz="2000" b="1" dirty="0"/>
              <a:t>POQ </a:t>
            </a:r>
            <a:r>
              <a:rPr lang="en-GB" sz="2000" dirty="0"/>
              <a:t>model.</a:t>
            </a:r>
          </a:p>
          <a:p>
            <a:pPr>
              <a:buNone/>
            </a:pPr>
            <a:endParaRPr lang="en-GB" sz="2000" dirty="0"/>
          </a:p>
          <a:p>
            <a:pPr>
              <a:buNone/>
            </a:pPr>
            <a:r>
              <a:rPr lang="en-GB" sz="2000" dirty="0"/>
              <a:t>When using POQ:</a:t>
            </a:r>
          </a:p>
          <a:p>
            <a:pPr>
              <a:buFont typeface="Arial" panose="020B0604020202020204" pitchFamily="34" charset="0"/>
              <a:buChar char="•"/>
            </a:pPr>
            <a:r>
              <a:rPr lang="en-GB" sz="2000" dirty="0"/>
              <a:t>The </a:t>
            </a:r>
            <a:r>
              <a:rPr lang="en-GB" sz="2000" b="1" dirty="0"/>
              <a:t>ordering cost (K)</a:t>
            </a:r>
            <a:r>
              <a:rPr lang="en-GB" sz="2000" dirty="0"/>
              <a:t> from EOQ is replaced by a </a:t>
            </a:r>
            <a:r>
              <a:rPr lang="en-GB" sz="2000" b="1" dirty="0"/>
              <a:t>setup cost (K)</a:t>
            </a:r>
            <a:r>
              <a:rPr lang="en-GB" sz="2000" dirty="0"/>
              <a:t>.</a:t>
            </a:r>
          </a:p>
          <a:p>
            <a:pPr>
              <a:buFont typeface="Arial" panose="020B0604020202020204" pitchFamily="34" charset="0"/>
              <a:buChar char="•"/>
            </a:pPr>
            <a:r>
              <a:rPr lang="en-GB" sz="2000" dirty="0"/>
              <a:t>The holding cost </a:t>
            </a:r>
            <a:r>
              <a:rPr lang="en-GB" sz="2000" b="1" dirty="0"/>
              <a:t>h</a:t>
            </a:r>
            <a:r>
              <a:rPr lang="en-GB" sz="2000" dirty="0"/>
              <a:t> is adjusted to h’ (because production occurs </a:t>
            </a:r>
            <a:r>
              <a:rPr lang="en-GB" sz="2000" b="1" dirty="0"/>
              <a:t>gradually</a:t>
            </a:r>
            <a:r>
              <a:rPr lang="en-GB" sz="2000" dirty="0"/>
              <a:t>, not all at once).</a:t>
            </a:r>
          </a:p>
          <a:p>
            <a:pPr>
              <a:buFont typeface="Arial" panose="020B0604020202020204" pitchFamily="34" charset="0"/>
              <a:buChar char="•"/>
            </a:pPr>
            <a:endParaRPr lang="en-GB" sz="2000" dirty="0"/>
          </a:p>
          <a:p>
            <a:pPr>
              <a:buNone/>
            </a:pPr>
            <a:r>
              <a:rPr lang="en-GB" sz="2000" dirty="0"/>
              <a:t>The logic of the calculations remains similar to EOQ, but the formulas differ to reflect the production rate.</a:t>
            </a:r>
          </a:p>
        </p:txBody>
      </p:sp>
      <p:pic>
        <p:nvPicPr>
          <p:cNvPr id="14" name="Graphic 13" descr="Megaphone1 with solid fill">
            <a:extLst>
              <a:ext uri="{FF2B5EF4-FFF2-40B4-BE49-F238E27FC236}">
                <a16:creationId xmlns:a16="http://schemas.microsoft.com/office/drawing/2014/main" id="{645C9F22-8A8C-FC25-27F0-5C556DFE08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4606" y="174741"/>
            <a:ext cx="914400" cy="914400"/>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B8DC788D-1472-DAA6-FA1D-9BF3BE449425}"/>
                  </a:ext>
                </a:extLst>
              </p14:cNvPr>
              <p14:cNvContentPartPr/>
              <p14:nvPr/>
            </p14:nvContentPartPr>
            <p14:xfrm>
              <a:off x="8256600" y="3693960"/>
              <a:ext cx="2314800" cy="704520"/>
            </p14:xfrm>
          </p:contentPart>
        </mc:Choice>
        <mc:Fallback>
          <p:pic>
            <p:nvPicPr>
              <p:cNvPr id="3" name="Ink 2">
                <a:extLst>
                  <a:ext uri="{FF2B5EF4-FFF2-40B4-BE49-F238E27FC236}">
                    <a16:creationId xmlns:a16="http://schemas.microsoft.com/office/drawing/2014/main" id="{B8DC788D-1472-DAA6-FA1D-9BF3BE449425}"/>
                  </a:ext>
                </a:extLst>
              </p:cNvPr>
              <p:cNvPicPr/>
              <p:nvPr/>
            </p:nvPicPr>
            <p:blipFill>
              <a:blip r:embed="rId9"/>
              <a:stretch>
                <a:fillRect/>
              </a:stretch>
            </p:blipFill>
            <p:spPr>
              <a:xfrm>
                <a:off x="8247240" y="3684600"/>
                <a:ext cx="2333520" cy="723240"/>
              </a:xfrm>
              <a:prstGeom prst="rect">
                <a:avLst/>
              </a:prstGeom>
            </p:spPr>
          </p:pic>
        </mc:Fallback>
      </mc:AlternateContent>
    </p:spTree>
    <p:extLst>
      <p:ext uri="{BB962C8B-B14F-4D97-AF65-F5344CB8AC3E}">
        <p14:creationId xmlns:p14="http://schemas.microsoft.com/office/powerpoint/2010/main" val="597039081"/>
      </p:ext>
    </p:extLst>
  </p:cSld>
  <p:clrMapOvr>
    <a:masterClrMapping/>
  </p:clrMapOvr>
  <mc:AlternateContent xmlns:mc="http://schemas.openxmlformats.org/markup-compatibility/2006" xmlns:p14="http://schemas.microsoft.com/office/powerpoint/2010/main">
    <mc:Choice Requires="p14">
      <p:transition spd="slow" p14:dur="2000" advTm="282282"/>
    </mc:Choice>
    <mc:Fallback xmlns="">
      <p:transition spd="slow" advTm="28228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EB71-9B1B-9C87-C5AD-05088D5FFBC8}"/>
              </a:ext>
            </a:extLst>
          </p:cNvPr>
          <p:cNvSpPr>
            <a:spLocks noGrp="1"/>
          </p:cNvSpPr>
          <p:nvPr>
            <p:ph type="title"/>
          </p:nvPr>
        </p:nvSpPr>
        <p:spPr>
          <a:xfrm>
            <a:off x="971355" y="8788"/>
            <a:ext cx="5211677" cy="900000"/>
          </a:xfrm>
        </p:spPr>
        <p:txBody>
          <a:bodyPr anchor="t">
            <a:normAutofit/>
          </a:bodyPr>
          <a:lstStyle/>
          <a:p>
            <a:r>
              <a:rPr lang="en-GB" dirty="0"/>
              <a:t>Problem 2 </a:t>
            </a:r>
          </a:p>
        </p:txBody>
      </p:sp>
      <p:sp>
        <p:nvSpPr>
          <p:cNvPr id="3" name="Content Placeholder 2">
            <a:extLst>
              <a:ext uri="{FF2B5EF4-FFF2-40B4-BE49-F238E27FC236}">
                <a16:creationId xmlns:a16="http://schemas.microsoft.com/office/drawing/2014/main" id="{DFF1CB80-F6A7-B5D2-EF02-A8F67AE1F5B6}"/>
              </a:ext>
            </a:extLst>
          </p:cNvPr>
          <p:cNvSpPr>
            <a:spLocks noGrp="1"/>
          </p:cNvSpPr>
          <p:nvPr>
            <p:ph idx="14"/>
          </p:nvPr>
        </p:nvSpPr>
        <p:spPr>
          <a:xfrm>
            <a:off x="6450776" y="458788"/>
            <a:ext cx="5544000" cy="5761037"/>
          </a:xfrm>
        </p:spPr>
        <p:txBody>
          <a:bodyPr>
            <a:normAutofit/>
          </a:bodyPr>
          <a:lstStyle/>
          <a:p>
            <a:pPr marL="0" indent="0">
              <a:buNone/>
            </a:pPr>
            <a:endParaRPr lang="en-GB" sz="2000" dirty="0"/>
          </a:p>
          <a:p>
            <a:pPr marL="0" indent="0">
              <a:buNone/>
            </a:pPr>
            <a:r>
              <a:rPr lang="en-GB" sz="2000" dirty="0"/>
              <a:t>(2a) Calculate Q and R using a managerial approach so that there is no stock-out in 90% of the order cycles. </a:t>
            </a:r>
          </a:p>
          <a:p>
            <a:pPr marL="0" indent="0">
              <a:buNone/>
            </a:pPr>
            <a:endParaRPr lang="en-GB" sz="2000" dirty="0"/>
          </a:p>
          <a:p>
            <a:pPr marL="0" indent="0">
              <a:buNone/>
            </a:pPr>
            <a:r>
              <a:rPr lang="en-GB" sz="2000" dirty="0"/>
              <a:t>(2b) What is the safety stock for this paint? </a:t>
            </a:r>
          </a:p>
          <a:p>
            <a:pPr marL="0" indent="0">
              <a:buNone/>
            </a:pPr>
            <a:endParaRPr lang="en-GB" sz="2000" dirty="0"/>
          </a:p>
          <a:p>
            <a:pPr marL="0" indent="0">
              <a:buNone/>
            </a:pPr>
            <a:r>
              <a:rPr lang="en-GB" sz="2000" dirty="0"/>
              <a:t>(2c) Suppose that, unfortunately, he really wanted to satisfy 90% of his demands (that is, achieve a 90% fill rate). What fill rate did he actually achieve from the policy determined in (2a).</a:t>
            </a:r>
          </a:p>
        </p:txBody>
      </p:sp>
      <p:sp>
        <p:nvSpPr>
          <p:cNvPr id="9" name="Slide Number Placeholder 4">
            <a:extLst>
              <a:ext uri="{FF2B5EF4-FFF2-40B4-BE49-F238E27FC236}">
                <a16:creationId xmlns:a16="http://schemas.microsoft.com/office/drawing/2014/main" id="{3263E2ED-357E-0BED-6FB9-DF004C702A45}"/>
              </a:ext>
            </a:extLst>
          </p:cNvPr>
          <p:cNvSpPr>
            <a:spLocks noGrp="1"/>
          </p:cNvSpPr>
          <p:nvPr>
            <p:ph type="sldNum" sz="quarter" idx="4"/>
          </p:nvPr>
        </p:nvSpPr>
        <p:spPr>
          <a:xfrm>
            <a:off x="11046660" y="6399212"/>
            <a:ext cx="719890" cy="197810"/>
          </a:xfrm>
        </p:spPr>
        <p:txBody>
          <a:bodyPr/>
          <a:lstStyle/>
          <a:p>
            <a:pPr>
              <a:spcAft>
                <a:spcPts val="600"/>
              </a:spcAft>
            </a:pPr>
            <a:fld id="{820EACED-CA5D-B048-836B-BF30EF0E914A}" type="slidenum">
              <a:rPr lang="en-US" smtClean="0"/>
              <a:pPr>
                <a:spcAft>
                  <a:spcPts val="600"/>
                </a:spcAft>
              </a:pPr>
              <a:t>12</a:t>
            </a:fld>
            <a:endParaRPr lang="en-US"/>
          </a:p>
        </p:txBody>
      </p:sp>
      <p:sp>
        <p:nvSpPr>
          <p:cNvPr id="7" name="TextBox 6">
            <a:extLst>
              <a:ext uri="{FF2B5EF4-FFF2-40B4-BE49-F238E27FC236}">
                <a16:creationId xmlns:a16="http://schemas.microsoft.com/office/drawing/2014/main" id="{4EA8531D-25DD-875E-3D30-1413435FB503}"/>
              </a:ext>
            </a:extLst>
          </p:cNvPr>
          <p:cNvSpPr txBox="1"/>
          <p:nvPr/>
        </p:nvSpPr>
        <p:spPr>
          <a:xfrm>
            <a:off x="197226" y="1075801"/>
            <a:ext cx="5544000" cy="4093428"/>
          </a:xfrm>
          <a:prstGeom prst="rect">
            <a:avLst/>
          </a:prstGeom>
          <a:noFill/>
        </p:spPr>
        <p:txBody>
          <a:bodyPr wrap="square">
            <a:spAutoFit/>
          </a:bodyPr>
          <a:lstStyle/>
          <a:p>
            <a:r>
              <a:rPr lang="en-GB" sz="2000" dirty="0"/>
              <a:t>Weiss’s paint store uses a (Q, R) inventory system to control its stock levels. For a particularly popular white latex paint, historical data show that the distribution of monthly demand is approximately normal, with mean 28 and standard deviation 8. Replenishment lead time for this paint is about 14 weeks. Each can of paint costs the store $6. Assume that excess demands are back-ordered. Fixed costs of replenishment are $15 per order and holding costs are based on a 30% annual rate of interest. (Assume 4 weeks/month and 48 weeks/year.)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3ABEE18-18BB-EA96-1B6E-9B38BBA0E2BD}"/>
                  </a:ext>
                </a:extLst>
              </p14:cNvPr>
              <p14:cNvContentPartPr/>
              <p14:nvPr/>
            </p14:nvContentPartPr>
            <p14:xfrm>
              <a:off x="290520" y="2351880"/>
              <a:ext cx="5477400" cy="3291120"/>
            </p14:xfrm>
          </p:contentPart>
        </mc:Choice>
        <mc:Fallback>
          <p:pic>
            <p:nvPicPr>
              <p:cNvPr id="4" name="Ink 3">
                <a:extLst>
                  <a:ext uri="{FF2B5EF4-FFF2-40B4-BE49-F238E27FC236}">
                    <a16:creationId xmlns:a16="http://schemas.microsoft.com/office/drawing/2014/main" id="{03ABEE18-18BB-EA96-1B6E-9B38BBA0E2BD}"/>
                  </a:ext>
                </a:extLst>
              </p:cNvPr>
              <p:cNvPicPr/>
              <p:nvPr/>
            </p:nvPicPr>
            <p:blipFill>
              <a:blip r:embed="rId3"/>
              <a:stretch>
                <a:fillRect/>
              </a:stretch>
            </p:blipFill>
            <p:spPr>
              <a:xfrm>
                <a:off x="281160" y="2342520"/>
                <a:ext cx="5496120" cy="3309840"/>
              </a:xfrm>
              <a:prstGeom prst="rect">
                <a:avLst/>
              </a:prstGeom>
            </p:spPr>
          </p:pic>
        </mc:Fallback>
      </mc:AlternateContent>
    </p:spTree>
    <p:extLst>
      <p:ext uri="{BB962C8B-B14F-4D97-AF65-F5344CB8AC3E}">
        <p14:creationId xmlns:p14="http://schemas.microsoft.com/office/powerpoint/2010/main" val="4184386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E594-BD45-F667-AD90-94413001C2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859E07-D94A-BF7D-4204-7AA34C725CEC}"/>
              </a:ext>
            </a:extLst>
          </p:cNvPr>
          <p:cNvSpPr>
            <a:spLocks noGrp="1"/>
          </p:cNvSpPr>
          <p:nvPr>
            <p:ph idx="1"/>
          </p:nvPr>
        </p:nvSpPr>
        <p:spPr>
          <a:xfrm>
            <a:off x="1139748" y="282383"/>
            <a:ext cx="10071591" cy="844610"/>
          </a:xfrm>
        </p:spPr>
        <p:txBody>
          <a:bodyPr>
            <a:normAutofit/>
          </a:bodyPr>
          <a:lstStyle/>
          <a:p>
            <a:pPr marL="0" indent="0">
              <a:buNone/>
            </a:pPr>
            <a:r>
              <a:rPr lang="en-GB" sz="2000" dirty="0"/>
              <a:t>(2a) Calculate Q and R using a managerial approach so that there is no stock-out in 90% of the order cycles. </a:t>
            </a:r>
          </a:p>
          <a:p>
            <a:endParaRPr lang="en-GB" sz="2000" dirty="0"/>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00182BD6-0DA2-D631-D97C-BCB30427D859}"/>
                  </a:ext>
                </a:extLst>
              </p:cNvPr>
              <p:cNvSpPr txBox="1">
                <a:spLocks/>
              </p:cNvSpPr>
              <p:nvPr/>
            </p:nvSpPr>
            <p:spPr>
              <a:xfrm>
                <a:off x="7973785" y="1126993"/>
                <a:ext cx="3521529" cy="1812530"/>
              </a:xfrm>
              <a:prstGeom prst="rect">
                <a:avLst/>
              </a:prstGeom>
              <a:ln>
                <a:solidFill>
                  <a:schemeClr val="accent4"/>
                </a:solidFill>
              </a:ln>
            </p:spPr>
            <p:txBody>
              <a:bodyPr>
                <a:normAutofit fontScale="85000" lnSpcReduction="20000"/>
              </a:bodyPr>
              <a:lst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14:m>
                  <m:oMathPara xmlns:m="http://schemas.openxmlformats.org/officeDocument/2006/math">
                    <m:oMathParaPr>
                      <m:jc m:val="left"/>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r>
                        <a:rPr lang="en-GB" i="1" smtClean="0">
                          <a:latin typeface="Cambria Math" panose="02040503050406030204" pitchFamily="18" charset="0"/>
                        </a:rPr>
                        <m:t>=</m:t>
                      </m:r>
                      <m:r>
                        <a:rPr lang="en-GB" i="1" smtClean="0">
                          <a:latin typeface="Cambria Math" panose="02040503050406030204" pitchFamily="18" charset="0"/>
                        </a:rPr>
                        <m:t>𝐸𝑂𝑄</m:t>
                      </m:r>
                      <m:r>
                        <a:rPr lang="ar-AE">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a:latin typeface="Cambria Math" panose="02040503050406030204" pitchFamily="18" charset="0"/>
                                </a:rPr>
                                <m:t>2</m:t>
                              </m:r>
                              <m:r>
                                <a:rPr lang="ar-AE" i="1">
                                  <a:latin typeface="Cambria Math" panose="02040503050406030204" pitchFamily="18" charset="0"/>
                                </a:rPr>
                                <m:t>𝐾</m:t>
                              </m:r>
                              <m:r>
                                <a:rPr lang="ar-AE" i="1">
                                  <a:latin typeface="Cambria Math" panose="02040503050406030204" pitchFamily="18" charset="0"/>
                                </a:rPr>
                                <m:t>𝜆</m:t>
                              </m:r>
                            </m:num>
                            <m:den>
                              <m:r>
                                <a:rPr lang="ar-AE" i="1">
                                  <a:latin typeface="Cambria Math" panose="02040503050406030204" pitchFamily="18" charset="0"/>
                                </a:rPr>
                                <m:t>h</m:t>
                              </m:r>
                            </m:den>
                          </m:f>
                        </m:e>
                      </m:rad>
                    </m:oMath>
                  </m:oMathPara>
                </a14:m>
                <a:endParaRPr lang="ar-AE" dirty="0"/>
              </a:p>
              <a:p>
                <a:pPr marL="0" indent="0">
                  <a:buFont typeface="Wingdings" pitchFamily="2" charset="2"/>
                  <a:buNone/>
                </a:pPr>
                <a14:m>
                  <m:oMathPara xmlns:m="http://schemas.openxmlformats.org/officeDocument/2006/math">
                    <m:oMathParaPr>
                      <m:jc m:val="left"/>
                    </m:oMathParaPr>
                    <m:oMath xmlns:m="http://schemas.openxmlformats.org/officeDocument/2006/math">
                      <m:r>
                        <a:rPr lang="ar-AE" i="1">
                          <a:latin typeface="Cambria Math" panose="02040503050406030204" pitchFamily="18" charset="0"/>
                        </a:rPr>
                        <m:t>h</m:t>
                      </m:r>
                      <m:r>
                        <a:rPr lang="ar-AE">
                          <a:latin typeface="Cambria Math" panose="02040503050406030204" pitchFamily="18" charset="0"/>
                        </a:rPr>
                        <m:t>=</m:t>
                      </m:r>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𝑐</m:t>
                      </m:r>
                    </m:oMath>
                  </m:oMathPara>
                </a14:m>
                <a:endParaRPr lang="ar-AE" dirty="0"/>
              </a:p>
              <a:p>
                <a:pPr marL="0" indent="0">
                  <a:buNone/>
                </a:pPr>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a:t>
                </a:r>
                <a:r>
                  <a:rPr lang="en-GB" altLang="en-US" sz="2400" dirty="0"/>
                  <a:t>SS</a:t>
                </a:r>
                <a:endParaRPr lang="en-GB" dirty="0"/>
              </a:p>
            </p:txBody>
          </p:sp>
        </mc:Choice>
        <mc:Fallback xmlns="">
          <p:sp>
            <p:nvSpPr>
              <p:cNvPr id="2" name="Content Placeholder 3">
                <a:extLst>
                  <a:ext uri="{FF2B5EF4-FFF2-40B4-BE49-F238E27FC236}">
                    <a16:creationId xmlns:a16="http://schemas.microsoft.com/office/drawing/2014/main" id="{00182BD6-0DA2-D631-D97C-BCB30427D859}"/>
                  </a:ext>
                </a:extLst>
              </p:cNvPr>
              <p:cNvSpPr txBox="1">
                <a:spLocks noRot="1" noChangeAspect="1" noMove="1" noResize="1" noEditPoints="1" noAdjustHandles="1" noChangeArrowheads="1" noChangeShapeType="1" noTextEdit="1"/>
              </p:cNvSpPr>
              <p:nvPr/>
            </p:nvSpPr>
            <p:spPr>
              <a:xfrm>
                <a:off x="7973785" y="1126993"/>
                <a:ext cx="3521529" cy="1812530"/>
              </a:xfrm>
              <a:prstGeom prst="rect">
                <a:avLst/>
              </a:prstGeom>
              <a:blipFill>
                <a:blip r:embed="rId2"/>
                <a:stretch>
                  <a:fillRect l="-2509" b="-6250"/>
                </a:stretch>
              </a:blipFill>
              <a:ln>
                <a:solidFill>
                  <a:schemeClr val="accent4"/>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87F422-D1D7-845B-5715-800974427F41}"/>
                  </a:ext>
                </a:extLst>
              </p:cNvPr>
              <p:cNvSpPr txBox="1"/>
              <p:nvPr/>
            </p:nvSpPr>
            <p:spPr>
              <a:xfrm>
                <a:off x="6897460" y="3429000"/>
                <a:ext cx="4810125" cy="1674305"/>
              </a:xfrm>
              <a:prstGeom prst="rect">
                <a:avLst/>
              </a:prstGeom>
              <a:noFill/>
              <a:ln>
                <a:solidFill>
                  <a:srgbClr val="FF0000"/>
                </a:solidFill>
              </a:ln>
            </p:spPr>
            <p:txBody>
              <a:bodyPr wrap="square">
                <a:spAutoFit/>
              </a:bodyPr>
              <a:lstStyle/>
              <a:p>
                <a:pPr>
                  <a:lnSpc>
                    <a:spcPct val="115000"/>
                  </a:lnSpc>
                  <a:spcAft>
                    <a:spcPts val="800"/>
                  </a:spcAft>
                  <a:buNone/>
                </a:pPr>
                <a:r>
                  <a:rPr lang="en-GB" kern="0" dirty="0">
                    <a:latin typeface="Aptos" panose="020B0004020202020204" pitchFamily="34" charset="0"/>
                    <a:ea typeface="Times New Roman" panose="02020603050405020304" pitchFamily="18" charset="0"/>
                    <a:cs typeface="Times New Roman" panose="02020603050405020304" pitchFamily="18" charset="0"/>
                  </a:rPr>
                  <a:t>Note: here </a:t>
                </a: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We don’t have </a:t>
                </a:r>
                <a:r>
                  <a:rPr lang="en-GB" sz="1800" b="1" kern="0" dirty="0">
                    <a:effectLst/>
                    <a:latin typeface="Aptos" panose="020B0004020202020204" pitchFamily="34" charset="0"/>
                    <a:ea typeface="Times New Roman" panose="02020603050405020304" pitchFamily="18" charset="0"/>
                    <a:cs typeface="Times New Roman" panose="02020603050405020304" pitchFamily="18" charset="0"/>
                  </a:rPr>
                  <a:t>lead-time demand</a:t>
                </a: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𝑁</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so need to calculate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𝑎𝑛𝑑</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sz="1800" kern="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buNone/>
                </a:pP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a:t>
                </a:r>
                <a:r>
                  <a:rPr lang="en-GB" sz="1800" b="1" kern="0" dirty="0">
                    <a:effectLst/>
                    <a:latin typeface="Aptos" panose="020B0004020202020204" pitchFamily="34" charset="0"/>
                    <a:ea typeface="Times New Roman" panose="02020603050405020304" pitchFamily="18" charset="0"/>
                    <a:cs typeface="Times New Roman" panose="02020603050405020304" pitchFamily="18" charset="0"/>
                  </a:rPr>
                  <a:t>Type-1 </a:t>
                </a:r>
                <a:endParaRPr lang="en-GB" sz="18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𝑅</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oMath>
                  </m:oMathPara>
                </a14:m>
                <a:endParaRPr lang="en-GB" sz="1800" kern="1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BC87F422-D1D7-845B-5715-800974427F41}"/>
                  </a:ext>
                </a:extLst>
              </p:cNvPr>
              <p:cNvSpPr txBox="1">
                <a:spLocks noRot="1" noChangeAspect="1" noMove="1" noResize="1" noEditPoints="1" noAdjustHandles="1" noChangeArrowheads="1" noChangeShapeType="1" noTextEdit="1"/>
              </p:cNvSpPr>
              <p:nvPr/>
            </p:nvSpPr>
            <p:spPr>
              <a:xfrm>
                <a:off x="6897460" y="3429000"/>
                <a:ext cx="4810125" cy="1674305"/>
              </a:xfrm>
              <a:prstGeom prst="rect">
                <a:avLst/>
              </a:prstGeom>
              <a:blipFill>
                <a:blip r:embed="rId3"/>
                <a:stretch>
                  <a:fillRect l="-787"/>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544C98-FBC0-EB15-2BD4-AF5F083A2C77}"/>
                  </a:ext>
                </a:extLst>
              </p:cNvPr>
              <p:cNvSpPr txBox="1"/>
              <p:nvPr/>
            </p:nvSpPr>
            <p:spPr>
              <a:xfrm>
                <a:off x="10217604" y="4594552"/>
                <a:ext cx="1277710" cy="369332"/>
              </a:xfrm>
              <a:prstGeom prst="rect">
                <a:avLst/>
              </a:prstGeom>
              <a:noFill/>
              <a:ln>
                <a:solidFill>
                  <a:srgbClr val="7030A0"/>
                </a:solidFill>
              </a:ln>
            </p:spPr>
            <p:txBody>
              <a:bodyPr wrap="square">
                <a:spAutoFit/>
              </a:bodyPr>
              <a:lstStyle/>
              <a:p>
                <a:r>
                  <a:rPr lang="el-GR" dirty="0"/>
                  <a:t>σ</a:t>
                </a:r>
                <a:r>
                  <a:rPr lang="en-GB" baseline="-25000" dirty="0"/>
                  <a:t>L​</a:t>
                </a:r>
                <a:r>
                  <a:rPr lang="en-GB" dirty="0"/>
                  <a:t>=</a:t>
                </a:r>
                <a:r>
                  <a:rPr lang="el-GR" dirty="0"/>
                  <a:t>σ</a:t>
                </a:r>
                <a:r>
                  <a:rPr lang="en-GB" dirty="0"/>
                  <a:t>​​</a:t>
                </a:r>
                <a14:m>
                  <m:oMath xmlns:m="http://schemas.openxmlformats.org/officeDocument/2006/math">
                    <m:rad>
                      <m:radPr>
                        <m:degHide m:val="on"/>
                        <m:ctrlPr>
                          <a:rPr lang="en-GB" i="1" smtClean="0">
                            <a:latin typeface="Cambria Math" panose="02040503050406030204" pitchFamily="18" charset="0"/>
                          </a:rPr>
                        </m:ctrlPr>
                      </m:radPr>
                      <m:deg/>
                      <m:e>
                        <m:r>
                          <m:rPr>
                            <m:nor/>
                          </m:rPr>
                          <a:rPr lang="en-GB" altLang="en-US" dirty="0">
                            <a:latin typeface="Symbol" panose="05050102010706020507" pitchFamily="18" charset="2"/>
                          </a:rPr>
                          <m:t>t</m:t>
                        </m:r>
                      </m:e>
                    </m:rad>
                  </m:oMath>
                </a14:m>
                <a:endParaRPr lang="en-GB" dirty="0"/>
              </a:p>
            </p:txBody>
          </p:sp>
        </mc:Choice>
        <mc:Fallback xmlns="">
          <p:sp>
            <p:nvSpPr>
              <p:cNvPr id="7" name="TextBox 6">
                <a:extLst>
                  <a:ext uri="{FF2B5EF4-FFF2-40B4-BE49-F238E27FC236}">
                    <a16:creationId xmlns:a16="http://schemas.microsoft.com/office/drawing/2014/main" id="{03544C98-FBC0-EB15-2BD4-AF5F083A2C77}"/>
                  </a:ext>
                </a:extLst>
              </p:cNvPr>
              <p:cNvSpPr txBox="1">
                <a:spLocks noRot="1" noChangeAspect="1" noMove="1" noResize="1" noEditPoints="1" noAdjustHandles="1" noChangeArrowheads="1" noChangeShapeType="1" noTextEdit="1"/>
              </p:cNvSpPr>
              <p:nvPr/>
            </p:nvSpPr>
            <p:spPr>
              <a:xfrm>
                <a:off x="10217604" y="4594552"/>
                <a:ext cx="1277710" cy="369332"/>
              </a:xfrm>
              <a:prstGeom prst="rect">
                <a:avLst/>
              </a:prstGeom>
              <a:blipFill>
                <a:blip r:embed="rId4"/>
                <a:stretch>
                  <a:fillRect l="-3922" t="-6452" b="-22581"/>
                </a:stretch>
              </a:blipFill>
              <a:ln>
                <a:solidFill>
                  <a:srgbClr val="7030A0"/>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F58E1665-A0E8-990D-1F06-EA58BE990829}"/>
                  </a:ext>
                </a:extLst>
              </p14:cNvPr>
              <p14:cNvContentPartPr/>
              <p14:nvPr/>
            </p14:nvContentPartPr>
            <p14:xfrm>
              <a:off x="396000" y="471600"/>
              <a:ext cx="10386720" cy="5988240"/>
            </p14:xfrm>
          </p:contentPart>
        </mc:Choice>
        <mc:Fallback>
          <p:pic>
            <p:nvPicPr>
              <p:cNvPr id="4" name="Ink 3">
                <a:extLst>
                  <a:ext uri="{FF2B5EF4-FFF2-40B4-BE49-F238E27FC236}">
                    <a16:creationId xmlns:a16="http://schemas.microsoft.com/office/drawing/2014/main" id="{F58E1665-A0E8-990D-1F06-EA58BE990829}"/>
                  </a:ext>
                </a:extLst>
              </p:cNvPr>
              <p:cNvPicPr/>
              <p:nvPr/>
            </p:nvPicPr>
            <p:blipFill>
              <a:blip r:embed="rId6"/>
              <a:stretch>
                <a:fillRect/>
              </a:stretch>
            </p:blipFill>
            <p:spPr>
              <a:xfrm>
                <a:off x="386640" y="462240"/>
                <a:ext cx="10405440" cy="6006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7634951C-55F4-DB01-0E8C-EFB4347701B6}"/>
                  </a:ext>
                </a:extLst>
              </p14:cNvPr>
              <p14:cNvContentPartPr/>
              <p14:nvPr/>
            </p14:nvContentPartPr>
            <p14:xfrm>
              <a:off x="3641040" y="4208400"/>
              <a:ext cx="5899320" cy="2297520"/>
            </p14:xfrm>
          </p:contentPart>
        </mc:Choice>
        <mc:Fallback>
          <p:pic>
            <p:nvPicPr>
              <p:cNvPr id="6" name="Ink 5">
                <a:extLst>
                  <a:ext uri="{FF2B5EF4-FFF2-40B4-BE49-F238E27FC236}">
                    <a16:creationId xmlns:a16="http://schemas.microsoft.com/office/drawing/2014/main" id="{7634951C-55F4-DB01-0E8C-EFB4347701B6}"/>
                  </a:ext>
                </a:extLst>
              </p:cNvPr>
              <p:cNvPicPr/>
              <p:nvPr/>
            </p:nvPicPr>
            <p:blipFill>
              <a:blip r:embed="rId8"/>
              <a:stretch>
                <a:fillRect/>
              </a:stretch>
            </p:blipFill>
            <p:spPr>
              <a:xfrm>
                <a:off x="3631680" y="4199040"/>
                <a:ext cx="5918040" cy="2316240"/>
              </a:xfrm>
              <a:prstGeom prst="rect">
                <a:avLst/>
              </a:prstGeom>
            </p:spPr>
          </p:pic>
        </mc:Fallback>
      </mc:AlternateContent>
    </p:spTree>
    <p:extLst>
      <p:ext uri="{BB962C8B-B14F-4D97-AF65-F5344CB8AC3E}">
        <p14:creationId xmlns:p14="http://schemas.microsoft.com/office/powerpoint/2010/main" val="3369738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18FC1-BF5B-CECE-FCDF-9B92A5DE8F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9A723-2FBB-5C04-57B2-CFE036D87D38}"/>
              </a:ext>
            </a:extLst>
          </p:cNvPr>
          <p:cNvSpPr>
            <a:spLocks noGrp="1"/>
          </p:cNvSpPr>
          <p:nvPr>
            <p:ph idx="1"/>
          </p:nvPr>
        </p:nvSpPr>
        <p:spPr>
          <a:xfrm>
            <a:off x="1139748" y="282383"/>
            <a:ext cx="10071591" cy="844610"/>
          </a:xfrm>
        </p:spPr>
        <p:txBody>
          <a:bodyPr>
            <a:normAutofit/>
          </a:bodyPr>
          <a:lstStyle/>
          <a:p>
            <a:pPr marL="0" indent="0">
              <a:buNone/>
            </a:pPr>
            <a:r>
              <a:rPr lang="en-GB" sz="2000" dirty="0"/>
              <a:t>(2a) Calculate Q and R using a managerial approach so that there is no stock-out in 90% of the order cycles. </a:t>
            </a:r>
          </a:p>
          <a:p>
            <a:endParaRPr lang="en-GB" sz="2000" dirty="0"/>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60DEEAD8-68EA-BEFB-D011-5EF30CC27664}"/>
                  </a:ext>
                </a:extLst>
              </p:cNvPr>
              <p:cNvSpPr txBox="1">
                <a:spLocks/>
              </p:cNvSpPr>
              <p:nvPr/>
            </p:nvSpPr>
            <p:spPr>
              <a:xfrm>
                <a:off x="7973785" y="1126993"/>
                <a:ext cx="3521529" cy="1812530"/>
              </a:xfrm>
              <a:prstGeom prst="rect">
                <a:avLst/>
              </a:prstGeom>
              <a:ln>
                <a:solidFill>
                  <a:schemeClr val="accent4"/>
                </a:solidFill>
              </a:ln>
            </p:spPr>
            <p:txBody>
              <a:bodyPr>
                <a:normAutofit fontScale="85000" lnSpcReduction="20000"/>
              </a:bodyPr>
              <a:lst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14:m>
                  <m:oMathPara xmlns:m="http://schemas.openxmlformats.org/officeDocument/2006/math">
                    <m:oMathParaPr>
                      <m:jc m:val="left"/>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r>
                        <a:rPr lang="en-GB" i="1" smtClean="0">
                          <a:latin typeface="Cambria Math" panose="02040503050406030204" pitchFamily="18" charset="0"/>
                        </a:rPr>
                        <m:t>=</m:t>
                      </m:r>
                      <m:r>
                        <a:rPr lang="en-GB" i="1" smtClean="0">
                          <a:latin typeface="Cambria Math" panose="02040503050406030204" pitchFamily="18" charset="0"/>
                        </a:rPr>
                        <m:t>𝐸𝑂𝑄</m:t>
                      </m:r>
                      <m:r>
                        <a:rPr lang="ar-AE">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a:latin typeface="Cambria Math" panose="02040503050406030204" pitchFamily="18" charset="0"/>
                                </a:rPr>
                                <m:t>2</m:t>
                              </m:r>
                              <m:r>
                                <a:rPr lang="ar-AE" i="1">
                                  <a:latin typeface="Cambria Math" panose="02040503050406030204" pitchFamily="18" charset="0"/>
                                </a:rPr>
                                <m:t>𝐾</m:t>
                              </m:r>
                              <m:r>
                                <a:rPr lang="ar-AE" i="1">
                                  <a:latin typeface="Cambria Math" panose="02040503050406030204" pitchFamily="18" charset="0"/>
                                </a:rPr>
                                <m:t>𝜆</m:t>
                              </m:r>
                            </m:num>
                            <m:den>
                              <m:r>
                                <a:rPr lang="ar-AE" i="1">
                                  <a:latin typeface="Cambria Math" panose="02040503050406030204" pitchFamily="18" charset="0"/>
                                </a:rPr>
                                <m:t>h</m:t>
                              </m:r>
                            </m:den>
                          </m:f>
                        </m:e>
                      </m:rad>
                    </m:oMath>
                  </m:oMathPara>
                </a14:m>
                <a:endParaRPr lang="ar-AE" dirty="0"/>
              </a:p>
              <a:p>
                <a:pPr marL="0" indent="0">
                  <a:buFont typeface="Wingdings" pitchFamily="2" charset="2"/>
                  <a:buNone/>
                </a:pPr>
                <a14:m>
                  <m:oMathPara xmlns:m="http://schemas.openxmlformats.org/officeDocument/2006/math">
                    <m:oMathParaPr>
                      <m:jc m:val="left"/>
                    </m:oMathParaPr>
                    <m:oMath xmlns:m="http://schemas.openxmlformats.org/officeDocument/2006/math">
                      <m:r>
                        <a:rPr lang="ar-AE" i="1">
                          <a:latin typeface="Cambria Math" panose="02040503050406030204" pitchFamily="18" charset="0"/>
                        </a:rPr>
                        <m:t>h</m:t>
                      </m:r>
                      <m:r>
                        <a:rPr lang="ar-AE">
                          <a:latin typeface="Cambria Math" panose="02040503050406030204" pitchFamily="18" charset="0"/>
                        </a:rPr>
                        <m:t>=</m:t>
                      </m:r>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𝑐</m:t>
                      </m:r>
                    </m:oMath>
                  </m:oMathPara>
                </a14:m>
                <a:endParaRPr lang="ar-AE" dirty="0"/>
              </a:p>
              <a:p>
                <a:pPr marL="0" indent="0">
                  <a:buNone/>
                </a:pPr>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a:t>
                </a:r>
                <a:r>
                  <a:rPr lang="en-GB" altLang="en-US" sz="2400" dirty="0"/>
                  <a:t>SS</a:t>
                </a:r>
                <a:endParaRPr lang="en-GB" dirty="0"/>
              </a:p>
            </p:txBody>
          </p:sp>
        </mc:Choice>
        <mc:Fallback xmlns="">
          <p:sp>
            <p:nvSpPr>
              <p:cNvPr id="2" name="Content Placeholder 3">
                <a:extLst>
                  <a:ext uri="{FF2B5EF4-FFF2-40B4-BE49-F238E27FC236}">
                    <a16:creationId xmlns:a16="http://schemas.microsoft.com/office/drawing/2014/main" id="{60DEEAD8-68EA-BEFB-D011-5EF30CC27664}"/>
                  </a:ext>
                </a:extLst>
              </p:cNvPr>
              <p:cNvSpPr txBox="1">
                <a:spLocks noRot="1" noChangeAspect="1" noMove="1" noResize="1" noEditPoints="1" noAdjustHandles="1" noChangeArrowheads="1" noChangeShapeType="1" noTextEdit="1"/>
              </p:cNvSpPr>
              <p:nvPr/>
            </p:nvSpPr>
            <p:spPr>
              <a:xfrm>
                <a:off x="7973785" y="1126993"/>
                <a:ext cx="3521529" cy="1812530"/>
              </a:xfrm>
              <a:prstGeom prst="rect">
                <a:avLst/>
              </a:prstGeom>
              <a:blipFill>
                <a:blip r:embed="rId2"/>
                <a:stretch>
                  <a:fillRect l="-2509" b="-6250"/>
                </a:stretch>
              </a:blipFill>
              <a:ln>
                <a:solidFill>
                  <a:schemeClr val="accent4"/>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E3E705-751E-7132-BCD7-BB4070E3FC9A}"/>
                  </a:ext>
                </a:extLst>
              </p:cNvPr>
              <p:cNvSpPr txBox="1"/>
              <p:nvPr/>
            </p:nvSpPr>
            <p:spPr>
              <a:xfrm>
                <a:off x="6897460" y="3429000"/>
                <a:ext cx="4810125" cy="1674305"/>
              </a:xfrm>
              <a:prstGeom prst="rect">
                <a:avLst/>
              </a:prstGeom>
              <a:noFill/>
              <a:ln>
                <a:solidFill>
                  <a:srgbClr val="FF0000"/>
                </a:solidFill>
              </a:ln>
            </p:spPr>
            <p:txBody>
              <a:bodyPr wrap="square">
                <a:spAutoFit/>
              </a:bodyPr>
              <a:lstStyle/>
              <a:p>
                <a:pPr>
                  <a:lnSpc>
                    <a:spcPct val="115000"/>
                  </a:lnSpc>
                  <a:spcAft>
                    <a:spcPts val="800"/>
                  </a:spcAft>
                  <a:buNone/>
                </a:pPr>
                <a:r>
                  <a:rPr lang="en-GB" kern="0" dirty="0">
                    <a:latin typeface="Aptos" panose="020B0004020202020204" pitchFamily="34" charset="0"/>
                    <a:ea typeface="Times New Roman" panose="02020603050405020304" pitchFamily="18" charset="0"/>
                    <a:cs typeface="Times New Roman" panose="02020603050405020304" pitchFamily="18" charset="0"/>
                  </a:rPr>
                  <a:t>Note: here </a:t>
                </a: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We don’t have </a:t>
                </a:r>
                <a:r>
                  <a:rPr lang="en-GB" sz="1800" b="1" kern="0" dirty="0">
                    <a:effectLst/>
                    <a:latin typeface="Aptos" panose="020B0004020202020204" pitchFamily="34" charset="0"/>
                    <a:ea typeface="Times New Roman" panose="02020603050405020304" pitchFamily="18" charset="0"/>
                    <a:cs typeface="Times New Roman" panose="02020603050405020304" pitchFamily="18" charset="0"/>
                  </a:rPr>
                  <a:t>lead-time demand</a:t>
                </a: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𝑁</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so need to calculate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𝑎𝑛𝑑</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sz="1800" kern="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buNone/>
                </a:pPr>
                <a:r>
                  <a:rPr lang="en-GB" sz="1800" kern="0" dirty="0">
                    <a:effectLst/>
                    <a:latin typeface="Aptos" panose="020B0004020202020204" pitchFamily="34" charset="0"/>
                    <a:ea typeface="Times New Roman" panose="02020603050405020304" pitchFamily="18" charset="0"/>
                    <a:cs typeface="Times New Roman" panose="02020603050405020304" pitchFamily="18" charset="0"/>
                  </a:rPr>
                  <a:t> </a:t>
                </a:r>
                <a:r>
                  <a:rPr lang="en-GB" sz="1800" b="1" kern="0" dirty="0">
                    <a:effectLst/>
                    <a:latin typeface="Aptos" panose="020B0004020202020204" pitchFamily="34" charset="0"/>
                    <a:ea typeface="Times New Roman" panose="02020603050405020304" pitchFamily="18" charset="0"/>
                    <a:cs typeface="Times New Roman" panose="02020603050405020304" pitchFamily="18" charset="0"/>
                  </a:rPr>
                  <a:t>Type-1 </a:t>
                </a:r>
                <a:endParaRPr lang="en-GB" sz="1800" kern="10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𝑅</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GB" sz="1800" i="1" kern="0">
                              <a:effectLst/>
                              <a:latin typeface="Cambria Math" panose="02040503050406030204" pitchFamily="18" charset="0"/>
                              <a:ea typeface="Times New Roman" panose="02020603050405020304" pitchFamily="18" charset="0"/>
                              <a:cs typeface="Times New Roman" panose="02020603050405020304" pitchFamily="18" charset="0"/>
                            </a:rPr>
                            <m:t>𝐿</m:t>
                          </m:r>
                        </m:sub>
                      </m:sSub>
                    </m:oMath>
                  </m:oMathPara>
                </a14:m>
                <a:endParaRPr lang="en-GB" sz="1800" kern="1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67E3E705-751E-7132-BCD7-BB4070E3FC9A}"/>
                  </a:ext>
                </a:extLst>
              </p:cNvPr>
              <p:cNvSpPr txBox="1">
                <a:spLocks noRot="1" noChangeAspect="1" noMove="1" noResize="1" noEditPoints="1" noAdjustHandles="1" noChangeArrowheads="1" noChangeShapeType="1" noTextEdit="1"/>
              </p:cNvSpPr>
              <p:nvPr/>
            </p:nvSpPr>
            <p:spPr>
              <a:xfrm>
                <a:off x="6897460" y="3429000"/>
                <a:ext cx="4810125" cy="1674305"/>
              </a:xfrm>
              <a:prstGeom prst="rect">
                <a:avLst/>
              </a:prstGeom>
              <a:blipFill>
                <a:blip r:embed="rId3"/>
                <a:stretch>
                  <a:fillRect l="-787"/>
                </a:stretch>
              </a:blipFill>
              <a:ln>
                <a:solidFill>
                  <a:srgbClr val="FF000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69F0DE-373A-9443-D98E-09E9FFC785C6}"/>
                  </a:ext>
                </a:extLst>
              </p:cNvPr>
              <p:cNvSpPr txBox="1"/>
              <p:nvPr/>
            </p:nvSpPr>
            <p:spPr>
              <a:xfrm>
                <a:off x="10217604" y="4594552"/>
                <a:ext cx="1277710" cy="369332"/>
              </a:xfrm>
              <a:prstGeom prst="rect">
                <a:avLst/>
              </a:prstGeom>
              <a:noFill/>
              <a:ln>
                <a:solidFill>
                  <a:srgbClr val="7030A0"/>
                </a:solidFill>
              </a:ln>
            </p:spPr>
            <p:txBody>
              <a:bodyPr wrap="square">
                <a:spAutoFit/>
              </a:bodyPr>
              <a:lstStyle/>
              <a:p>
                <a:r>
                  <a:rPr lang="el-GR" dirty="0"/>
                  <a:t>σ</a:t>
                </a:r>
                <a:r>
                  <a:rPr lang="en-GB" baseline="-25000" dirty="0"/>
                  <a:t>L​</a:t>
                </a:r>
                <a:r>
                  <a:rPr lang="en-GB" dirty="0"/>
                  <a:t>=</a:t>
                </a:r>
                <a:r>
                  <a:rPr lang="el-GR" dirty="0"/>
                  <a:t>σ</a:t>
                </a:r>
                <a:r>
                  <a:rPr lang="en-GB" dirty="0"/>
                  <a:t>​​</a:t>
                </a:r>
                <a14:m>
                  <m:oMath xmlns:m="http://schemas.openxmlformats.org/officeDocument/2006/math">
                    <m:rad>
                      <m:radPr>
                        <m:degHide m:val="on"/>
                        <m:ctrlPr>
                          <a:rPr lang="en-GB" i="1" smtClean="0">
                            <a:latin typeface="Cambria Math" panose="02040503050406030204" pitchFamily="18" charset="0"/>
                          </a:rPr>
                        </m:ctrlPr>
                      </m:radPr>
                      <m:deg/>
                      <m:e>
                        <m:r>
                          <m:rPr>
                            <m:nor/>
                          </m:rPr>
                          <a:rPr lang="en-GB" altLang="en-US" dirty="0">
                            <a:latin typeface="Symbol" panose="05050102010706020507" pitchFamily="18" charset="2"/>
                          </a:rPr>
                          <m:t>t</m:t>
                        </m:r>
                      </m:e>
                    </m:rad>
                  </m:oMath>
                </a14:m>
                <a:endParaRPr lang="en-GB" dirty="0"/>
              </a:p>
            </p:txBody>
          </p:sp>
        </mc:Choice>
        <mc:Fallback xmlns="">
          <p:sp>
            <p:nvSpPr>
              <p:cNvPr id="7" name="TextBox 6">
                <a:extLst>
                  <a:ext uri="{FF2B5EF4-FFF2-40B4-BE49-F238E27FC236}">
                    <a16:creationId xmlns:a16="http://schemas.microsoft.com/office/drawing/2014/main" id="{9F69F0DE-373A-9443-D98E-09E9FFC785C6}"/>
                  </a:ext>
                </a:extLst>
              </p:cNvPr>
              <p:cNvSpPr txBox="1">
                <a:spLocks noRot="1" noChangeAspect="1" noMove="1" noResize="1" noEditPoints="1" noAdjustHandles="1" noChangeArrowheads="1" noChangeShapeType="1" noTextEdit="1"/>
              </p:cNvSpPr>
              <p:nvPr/>
            </p:nvSpPr>
            <p:spPr>
              <a:xfrm>
                <a:off x="10217604" y="4594552"/>
                <a:ext cx="1277710" cy="369332"/>
              </a:xfrm>
              <a:prstGeom prst="rect">
                <a:avLst/>
              </a:prstGeom>
              <a:blipFill>
                <a:blip r:embed="rId4"/>
                <a:stretch>
                  <a:fillRect l="-3922" t="-6452" b="-22581"/>
                </a:stretch>
              </a:blipFill>
              <a:ln>
                <a:solidFill>
                  <a:srgbClr val="7030A0"/>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7F9D1F9-3D41-C5BB-ADAF-FF04C2824832}"/>
                  </a:ext>
                </a:extLst>
              </p14:cNvPr>
              <p14:cNvContentPartPr/>
              <p14:nvPr/>
            </p14:nvContentPartPr>
            <p14:xfrm>
              <a:off x="1262160" y="657360"/>
              <a:ext cx="10098360" cy="4961880"/>
            </p14:xfrm>
          </p:contentPart>
        </mc:Choice>
        <mc:Fallback>
          <p:pic>
            <p:nvPicPr>
              <p:cNvPr id="4" name="Ink 3">
                <a:extLst>
                  <a:ext uri="{FF2B5EF4-FFF2-40B4-BE49-F238E27FC236}">
                    <a16:creationId xmlns:a16="http://schemas.microsoft.com/office/drawing/2014/main" id="{E7F9D1F9-3D41-C5BB-ADAF-FF04C2824832}"/>
                  </a:ext>
                </a:extLst>
              </p:cNvPr>
              <p:cNvPicPr/>
              <p:nvPr/>
            </p:nvPicPr>
            <p:blipFill>
              <a:blip r:embed="rId6"/>
              <a:stretch>
                <a:fillRect/>
              </a:stretch>
            </p:blipFill>
            <p:spPr>
              <a:xfrm>
                <a:off x="1252800" y="648000"/>
                <a:ext cx="10117080" cy="4980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48C1D35D-C55E-2A8E-404C-9D1C15C6F092}"/>
                  </a:ext>
                </a:extLst>
              </p14:cNvPr>
              <p14:cNvContentPartPr/>
              <p14:nvPr/>
            </p14:nvContentPartPr>
            <p14:xfrm>
              <a:off x="1152360" y="2150280"/>
              <a:ext cx="2211840" cy="279720"/>
            </p14:xfrm>
          </p:contentPart>
        </mc:Choice>
        <mc:Fallback>
          <p:pic>
            <p:nvPicPr>
              <p:cNvPr id="6" name="Ink 5">
                <a:extLst>
                  <a:ext uri="{FF2B5EF4-FFF2-40B4-BE49-F238E27FC236}">
                    <a16:creationId xmlns:a16="http://schemas.microsoft.com/office/drawing/2014/main" id="{48C1D35D-C55E-2A8E-404C-9D1C15C6F092}"/>
                  </a:ext>
                </a:extLst>
              </p:cNvPr>
              <p:cNvPicPr/>
              <p:nvPr/>
            </p:nvPicPr>
            <p:blipFill>
              <a:blip r:embed="rId8"/>
              <a:stretch>
                <a:fillRect/>
              </a:stretch>
            </p:blipFill>
            <p:spPr>
              <a:xfrm>
                <a:off x="1143000" y="2140920"/>
                <a:ext cx="2230560" cy="298440"/>
              </a:xfrm>
              <a:prstGeom prst="rect">
                <a:avLst/>
              </a:prstGeom>
            </p:spPr>
          </p:pic>
        </mc:Fallback>
      </mc:AlternateContent>
    </p:spTree>
    <p:extLst>
      <p:ext uri="{BB962C8B-B14F-4D97-AF65-F5344CB8AC3E}">
        <p14:creationId xmlns:p14="http://schemas.microsoft.com/office/powerpoint/2010/main" val="542287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08171EB6-18DB-199D-AA1D-8AE6F80CCD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D5AE1-D32A-1302-334E-7EB467E43193}"/>
              </a:ext>
            </a:extLst>
          </p:cNvPr>
          <p:cNvSpPr>
            <a:spLocks noGrp="1"/>
          </p:cNvSpPr>
          <p:nvPr>
            <p:ph idx="1"/>
          </p:nvPr>
        </p:nvSpPr>
        <p:spPr>
          <a:xfrm>
            <a:off x="1160946" y="265595"/>
            <a:ext cx="10704595" cy="1188357"/>
          </a:xfrm>
        </p:spPr>
        <p:txBody>
          <a:bodyPr/>
          <a:lstStyle/>
          <a:p>
            <a:pPr marL="0" indent="0">
              <a:buNone/>
            </a:pPr>
            <a:r>
              <a:rPr lang="en-GB" sz="2000" dirty="0"/>
              <a:t>(2a) Calculate Q and R using a managerial approach so that there is no stock-out in 90% of the order cycles. </a:t>
            </a:r>
          </a:p>
          <a:p>
            <a:pPr marL="0" indent="0">
              <a:buNone/>
            </a:pPr>
            <a:endParaRPr lang="en-GB" dirty="0"/>
          </a:p>
        </p:txBody>
      </p:sp>
      <p:sp>
        <p:nvSpPr>
          <p:cNvPr id="4" name="TextBox 3">
            <a:extLst>
              <a:ext uri="{FF2B5EF4-FFF2-40B4-BE49-F238E27FC236}">
                <a16:creationId xmlns:a16="http://schemas.microsoft.com/office/drawing/2014/main" id="{3F253636-AB79-E978-9EB8-E8F437D23E49}"/>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pic>
        <p:nvPicPr>
          <p:cNvPr id="7" name="Picture 6">
            <a:extLst>
              <a:ext uri="{FF2B5EF4-FFF2-40B4-BE49-F238E27FC236}">
                <a16:creationId xmlns:a16="http://schemas.microsoft.com/office/drawing/2014/main" id="{132AD133-3CDA-5D1A-EF38-CB7BC6D29A5F}"/>
              </a:ext>
            </a:extLst>
          </p:cNvPr>
          <p:cNvPicPr>
            <a:picLocks noChangeAspect="1"/>
          </p:cNvPicPr>
          <p:nvPr/>
        </p:nvPicPr>
        <p:blipFill>
          <a:blip r:embed="rId2"/>
          <a:stretch>
            <a:fillRect/>
          </a:stretch>
        </p:blipFill>
        <p:spPr>
          <a:xfrm>
            <a:off x="2209800" y="1733450"/>
            <a:ext cx="7772400" cy="339109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8338000-BA6D-67CF-ADDA-851413A864FF}"/>
                  </a:ext>
                </a:extLst>
              </p14:cNvPr>
              <p14:cNvContentPartPr/>
              <p14:nvPr/>
            </p14:nvContentPartPr>
            <p14:xfrm>
              <a:off x="4760280" y="4239360"/>
              <a:ext cx="1040760" cy="366480"/>
            </p14:xfrm>
          </p:contentPart>
        </mc:Choice>
        <mc:Fallback>
          <p:pic>
            <p:nvPicPr>
              <p:cNvPr id="2" name="Ink 1">
                <a:extLst>
                  <a:ext uri="{FF2B5EF4-FFF2-40B4-BE49-F238E27FC236}">
                    <a16:creationId xmlns:a16="http://schemas.microsoft.com/office/drawing/2014/main" id="{88338000-BA6D-67CF-ADDA-851413A864FF}"/>
                  </a:ext>
                </a:extLst>
              </p:cNvPr>
              <p:cNvPicPr/>
              <p:nvPr/>
            </p:nvPicPr>
            <p:blipFill>
              <a:blip r:embed="rId4"/>
              <a:stretch>
                <a:fillRect/>
              </a:stretch>
            </p:blipFill>
            <p:spPr>
              <a:xfrm>
                <a:off x="4750920" y="4230000"/>
                <a:ext cx="1059480" cy="385200"/>
              </a:xfrm>
              <a:prstGeom prst="rect">
                <a:avLst/>
              </a:prstGeom>
            </p:spPr>
          </p:pic>
        </mc:Fallback>
      </mc:AlternateContent>
    </p:spTree>
    <p:extLst>
      <p:ext uri="{BB962C8B-B14F-4D97-AF65-F5344CB8AC3E}">
        <p14:creationId xmlns:p14="http://schemas.microsoft.com/office/powerpoint/2010/main" val="2542069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4563-7F4D-AD62-1E84-9CAB695E17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80AB1D-7DFE-3B47-23E7-2EC53A30346C}"/>
              </a:ext>
            </a:extLst>
          </p:cNvPr>
          <p:cNvSpPr>
            <a:spLocks noGrp="1"/>
          </p:cNvSpPr>
          <p:nvPr>
            <p:ph idx="1"/>
          </p:nvPr>
        </p:nvSpPr>
        <p:spPr>
          <a:xfrm>
            <a:off x="1385543" y="344407"/>
            <a:ext cx="11766550" cy="672719"/>
          </a:xfrm>
        </p:spPr>
        <p:txBody>
          <a:bodyPr>
            <a:normAutofit/>
          </a:bodyPr>
          <a:lstStyle/>
          <a:p>
            <a:pPr marL="0" indent="0">
              <a:buNone/>
            </a:pPr>
            <a:r>
              <a:rPr lang="en-GB" sz="2000" dirty="0"/>
              <a:t>(2b) What is the safety stock for this paint?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EE3E0C-59B0-76A9-059F-B8FA260FD9A5}"/>
                  </a:ext>
                </a:extLst>
              </p:cNvPr>
              <p:cNvSpPr txBox="1"/>
              <p:nvPr/>
            </p:nvSpPr>
            <p:spPr>
              <a:xfrm>
                <a:off x="9148082" y="1017126"/>
                <a:ext cx="2809875" cy="369332"/>
              </a:xfrm>
              <a:prstGeom prst="rect">
                <a:avLst/>
              </a:prstGeom>
              <a:noFill/>
              <a:ln>
                <a:solidFill>
                  <a:schemeClr val="accent4"/>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dirty="0"/>
              </a:p>
            </p:txBody>
          </p:sp>
        </mc:Choice>
        <mc:Fallback xmlns="">
          <p:sp>
            <p:nvSpPr>
              <p:cNvPr id="4" name="TextBox 3">
                <a:extLst>
                  <a:ext uri="{FF2B5EF4-FFF2-40B4-BE49-F238E27FC236}">
                    <a16:creationId xmlns:a16="http://schemas.microsoft.com/office/drawing/2014/main" id="{24EE3E0C-59B0-76A9-059F-B8FA260FD9A5}"/>
                  </a:ext>
                </a:extLst>
              </p:cNvPr>
              <p:cNvSpPr txBox="1">
                <a:spLocks noRot="1" noChangeAspect="1" noMove="1" noResize="1" noEditPoints="1" noAdjustHandles="1" noChangeArrowheads="1" noChangeShapeType="1" noTextEdit="1"/>
              </p:cNvSpPr>
              <p:nvPr/>
            </p:nvSpPr>
            <p:spPr>
              <a:xfrm>
                <a:off x="9148082" y="1017126"/>
                <a:ext cx="2809875" cy="369332"/>
              </a:xfrm>
              <a:prstGeom prst="rect">
                <a:avLst/>
              </a:prstGeom>
              <a:blipFill>
                <a:blip r:embed="rId2"/>
                <a:stretch>
                  <a:fillRect l="-1794" t="-6452" b="-25806"/>
                </a:stretch>
              </a:blipFill>
              <a:ln>
                <a:solidFill>
                  <a:schemeClr val="accent4"/>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BF37E79-2BA3-CF4D-3896-38B132BDB5EF}"/>
                  </a:ext>
                </a:extLst>
              </p14:cNvPr>
              <p14:cNvContentPartPr/>
              <p14:nvPr/>
            </p14:nvContentPartPr>
            <p14:xfrm>
              <a:off x="2832120" y="1015920"/>
              <a:ext cx="8811000" cy="2658600"/>
            </p14:xfrm>
          </p:contentPart>
        </mc:Choice>
        <mc:Fallback>
          <p:pic>
            <p:nvPicPr>
              <p:cNvPr id="2" name="Ink 1">
                <a:extLst>
                  <a:ext uri="{FF2B5EF4-FFF2-40B4-BE49-F238E27FC236}">
                    <a16:creationId xmlns:a16="http://schemas.microsoft.com/office/drawing/2014/main" id="{8BF37E79-2BA3-CF4D-3896-38B132BDB5EF}"/>
                  </a:ext>
                </a:extLst>
              </p:cNvPr>
              <p:cNvPicPr/>
              <p:nvPr/>
            </p:nvPicPr>
            <p:blipFill>
              <a:blip r:embed="rId4"/>
              <a:stretch>
                <a:fillRect/>
              </a:stretch>
            </p:blipFill>
            <p:spPr>
              <a:xfrm>
                <a:off x="2822760" y="1006560"/>
                <a:ext cx="8829720" cy="2677320"/>
              </a:xfrm>
              <a:prstGeom prst="rect">
                <a:avLst/>
              </a:prstGeom>
            </p:spPr>
          </p:pic>
        </mc:Fallback>
      </mc:AlternateContent>
    </p:spTree>
    <p:extLst>
      <p:ext uri="{BB962C8B-B14F-4D97-AF65-F5344CB8AC3E}">
        <p14:creationId xmlns:p14="http://schemas.microsoft.com/office/powerpoint/2010/main" val="2284775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9BB4EEB-AD9B-865F-CB4B-0F93B548414C}"/>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sp>
        <p:nvSpPr>
          <p:cNvPr id="2" name="Content Placeholder 2">
            <a:extLst>
              <a:ext uri="{FF2B5EF4-FFF2-40B4-BE49-F238E27FC236}">
                <a16:creationId xmlns:a16="http://schemas.microsoft.com/office/drawing/2014/main" id="{AB11265F-D2C9-97D1-4AF0-272589EF4D24}"/>
              </a:ext>
            </a:extLst>
          </p:cNvPr>
          <p:cNvSpPr>
            <a:spLocks noGrp="1"/>
          </p:cNvSpPr>
          <p:nvPr>
            <p:ph idx="1"/>
          </p:nvPr>
        </p:nvSpPr>
        <p:spPr>
          <a:xfrm>
            <a:off x="1035050" y="206375"/>
            <a:ext cx="10428288" cy="969963"/>
          </a:xfrm>
        </p:spPr>
        <p:txBody>
          <a:bodyPr>
            <a:normAutofit/>
          </a:bodyPr>
          <a:lstStyle/>
          <a:p>
            <a:pPr marL="0" indent="0">
              <a:buNone/>
            </a:pPr>
            <a:r>
              <a:rPr lang="en-GB" sz="2000" dirty="0"/>
              <a:t>(2b) What is the safety stock for this paint?</a:t>
            </a:r>
          </a:p>
        </p:txBody>
      </p:sp>
      <p:pic>
        <p:nvPicPr>
          <p:cNvPr id="4" name="Picture 3">
            <a:extLst>
              <a:ext uri="{FF2B5EF4-FFF2-40B4-BE49-F238E27FC236}">
                <a16:creationId xmlns:a16="http://schemas.microsoft.com/office/drawing/2014/main" id="{CDEB6ED0-702D-B46F-CDD1-B388432ACEAF}"/>
              </a:ext>
            </a:extLst>
          </p:cNvPr>
          <p:cNvPicPr>
            <a:picLocks noChangeAspect="1"/>
          </p:cNvPicPr>
          <p:nvPr/>
        </p:nvPicPr>
        <p:blipFill>
          <a:blip r:embed="rId2"/>
          <a:stretch>
            <a:fillRect/>
          </a:stretch>
        </p:blipFill>
        <p:spPr>
          <a:xfrm>
            <a:off x="2209800" y="2981375"/>
            <a:ext cx="7772400" cy="895250"/>
          </a:xfrm>
          <a:prstGeom prst="rect">
            <a:avLst/>
          </a:prstGeom>
        </p:spPr>
      </p:pic>
    </p:spTree>
    <p:extLst>
      <p:ext uri="{BB962C8B-B14F-4D97-AF65-F5344CB8AC3E}">
        <p14:creationId xmlns:p14="http://schemas.microsoft.com/office/powerpoint/2010/main" val="4183280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408FE-4C21-BDA1-5365-E444CB72CF56}"/>
              </a:ext>
            </a:extLst>
          </p:cNvPr>
          <p:cNvSpPr>
            <a:spLocks noGrp="1"/>
          </p:cNvSpPr>
          <p:nvPr>
            <p:ph idx="1"/>
          </p:nvPr>
        </p:nvSpPr>
        <p:spPr>
          <a:xfrm>
            <a:off x="1067253" y="192088"/>
            <a:ext cx="10764610" cy="840522"/>
          </a:xfrm>
        </p:spPr>
        <p:txBody>
          <a:bodyPr>
            <a:normAutofit/>
          </a:bodyPr>
          <a:lstStyle/>
          <a:p>
            <a:pPr marL="0" indent="0">
              <a:buNone/>
            </a:pPr>
            <a:r>
              <a:rPr lang="en-GB" sz="2000" dirty="0"/>
              <a:t>(2c) Suppose that, unfortunately, he really wanted to satisfy 90% of his demands (that is, achieve a 90% fill rate). What fill rate did he actually achieve from the policy determined in (a).</a:t>
            </a:r>
          </a:p>
          <a:p>
            <a:endParaRPr lang="en-GB" sz="2000" dirty="0"/>
          </a:p>
        </p:txBody>
      </p:sp>
      <p:grpSp>
        <p:nvGrpSpPr>
          <p:cNvPr id="7" name="Group 6">
            <a:extLst>
              <a:ext uri="{FF2B5EF4-FFF2-40B4-BE49-F238E27FC236}">
                <a16:creationId xmlns:a16="http://schemas.microsoft.com/office/drawing/2014/main" id="{65ED4001-C38C-4BA8-11F4-15F51D3857A1}"/>
              </a:ext>
            </a:extLst>
          </p:cNvPr>
          <p:cNvGrpSpPr/>
          <p:nvPr/>
        </p:nvGrpSpPr>
        <p:grpSpPr>
          <a:xfrm>
            <a:off x="9559019" y="1464520"/>
            <a:ext cx="2115910" cy="738663"/>
            <a:chOff x="3043919" y="3244334"/>
            <a:chExt cx="2115910" cy="738663"/>
          </a:xfrm>
        </p:grpSpPr>
        <p:sp>
          <p:nvSpPr>
            <p:cNvPr id="4" name="TextBox 3">
              <a:extLst>
                <a:ext uri="{FF2B5EF4-FFF2-40B4-BE49-F238E27FC236}">
                  <a16:creationId xmlns:a16="http://schemas.microsoft.com/office/drawing/2014/main" id="{9BF56A53-E27A-E37E-FA6D-B6E8E5C45D28}"/>
                </a:ext>
              </a:extLst>
            </p:cNvPr>
            <p:cNvSpPr txBox="1"/>
            <p:nvPr/>
          </p:nvSpPr>
          <p:spPr>
            <a:xfrm>
              <a:off x="3049361" y="3244334"/>
              <a:ext cx="1783896" cy="369331"/>
            </a:xfrm>
            <a:prstGeom prst="rect">
              <a:avLst/>
            </a:prstGeom>
            <a:noFill/>
            <a:ln>
              <a:solidFill>
                <a:schemeClr val="accent4"/>
              </a:solidFill>
            </a:ln>
          </p:spPr>
          <p:txBody>
            <a:bodyPr wrap="square">
              <a:spAutoFit/>
            </a:bodyPr>
            <a:lstStyle/>
            <a:p>
              <a:r>
                <a:rPr lang="en-GB" altLang="en-US" sz="1800" b="1" dirty="0"/>
                <a:t>n(R)/Q = 1-</a:t>
              </a:r>
              <a:r>
                <a:rPr lang="en-GB" altLang="en-US" sz="1800" b="1" dirty="0">
                  <a:latin typeface="Symbol" panose="05050102010706020507" pitchFamily="18" charset="2"/>
                </a:rPr>
                <a:t>b</a:t>
              </a:r>
              <a:endParaRPr lang="en-GB" dirty="0"/>
            </a:p>
          </p:txBody>
        </p:sp>
        <p:sp>
          <p:nvSpPr>
            <p:cNvPr id="6" name="TextBox 5">
              <a:extLst>
                <a:ext uri="{FF2B5EF4-FFF2-40B4-BE49-F238E27FC236}">
                  <a16:creationId xmlns:a16="http://schemas.microsoft.com/office/drawing/2014/main" id="{AD7FBF0B-2B0E-ABB9-DA2D-2E35026E0FF0}"/>
                </a:ext>
              </a:extLst>
            </p:cNvPr>
            <p:cNvSpPr txBox="1"/>
            <p:nvPr/>
          </p:nvSpPr>
          <p:spPr>
            <a:xfrm>
              <a:off x="3043919" y="3613665"/>
              <a:ext cx="2115910" cy="369332"/>
            </a:xfrm>
            <a:prstGeom prst="rect">
              <a:avLst/>
            </a:prstGeom>
            <a:noFill/>
            <a:ln>
              <a:solidFill>
                <a:schemeClr val="accent4"/>
              </a:solidFill>
            </a:ln>
          </p:spPr>
          <p:txBody>
            <a:bodyPr wrap="square">
              <a:spAutoFit/>
            </a:bodyPr>
            <a:lstStyle/>
            <a:p>
              <a:r>
                <a:rPr lang="en-GB" altLang="en-US" sz="1800" dirty="0"/>
                <a:t>n(R</a:t>
              </a:r>
              <a:r>
                <a:rPr lang="en-GB" altLang="en-US" dirty="0"/>
                <a:t>)= L(z) </a:t>
              </a:r>
              <a:r>
                <a:rPr lang="en-GB" altLang="en-US" sz="1800" dirty="0">
                  <a:latin typeface="Symbol" panose="05050102010706020507" pitchFamily="18" charset="2"/>
                </a:rPr>
                <a:t>s</a:t>
              </a:r>
              <a:r>
                <a:rPr lang="en-GB" altLang="en-US" dirty="0"/>
                <a:t> </a:t>
              </a:r>
              <a:r>
                <a:rPr lang="en-GB" altLang="en-US" baseline="-25000" dirty="0"/>
                <a:t>L</a:t>
              </a:r>
              <a:r>
                <a:rPr lang="en-GB" altLang="en-US" sz="1800" dirty="0"/>
                <a:t> </a:t>
              </a:r>
              <a:endParaRPr lang="en-GB" dirty="0"/>
            </a:p>
          </p:txBody>
        </p:sp>
      </p:gr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BD14B79-26EA-5D91-732C-AD19303D2C78}"/>
                  </a:ext>
                </a:extLst>
              </p14:cNvPr>
              <p14:cNvContentPartPr/>
              <p14:nvPr/>
            </p14:nvContentPartPr>
            <p14:xfrm>
              <a:off x="372960" y="0"/>
              <a:ext cx="10722600" cy="4619160"/>
            </p14:xfrm>
          </p:contentPart>
        </mc:Choice>
        <mc:Fallback>
          <p:pic>
            <p:nvPicPr>
              <p:cNvPr id="2" name="Ink 1">
                <a:extLst>
                  <a:ext uri="{FF2B5EF4-FFF2-40B4-BE49-F238E27FC236}">
                    <a16:creationId xmlns:a16="http://schemas.microsoft.com/office/drawing/2014/main" id="{ABD14B79-26EA-5D91-732C-AD19303D2C78}"/>
                  </a:ext>
                </a:extLst>
              </p:cNvPr>
              <p:cNvPicPr/>
              <p:nvPr/>
            </p:nvPicPr>
            <p:blipFill>
              <a:blip r:embed="rId3"/>
              <a:stretch>
                <a:fillRect/>
              </a:stretch>
            </p:blipFill>
            <p:spPr>
              <a:xfrm>
                <a:off x="363600" y="-9360"/>
                <a:ext cx="10741320" cy="4637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C5FF4A0-7190-5176-4E21-64C2A1E975F5}"/>
                  </a:ext>
                </a:extLst>
              </p14:cNvPr>
              <p14:cNvContentPartPr/>
              <p14:nvPr/>
            </p14:nvContentPartPr>
            <p14:xfrm>
              <a:off x="471600" y="2347200"/>
              <a:ext cx="10800720" cy="4205520"/>
            </p14:xfrm>
          </p:contentPart>
        </mc:Choice>
        <mc:Fallback>
          <p:pic>
            <p:nvPicPr>
              <p:cNvPr id="5" name="Ink 4">
                <a:extLst>
                  <a:ext uri="{FF2B5EF4-FFF2-40B4-BE49-F238E27FC236}">
                    <a16:creationId xmlns:a16="http://schemas.microsoft.com/office/drawing/2014/main" id="{5C5FF4A0-7190-5176-4E21-64C2A1E975F5}"/>
                  </a:ext>
                </a:extLst>
              </p:cNvPr>
              <p:cNvPicPr/>
              <p:nvPr/>
            </p:nvPicPr>
            <p:blipFill>
              <a:blip r:embed="rId5"/>
              <a:stretch>
                <a:fillRect/>
              </a:stretch>
            </p:blipFill>
            <p:spPr>
              <a:xfrm>
                <a:off x="462240" y="2337840"/>
                <a:ext cx="10819440" cy="4224240"/>
              </a:xfrm>
              <a:prstGeom prst="rect">
                <a:avLst/>
              </a:prstGeom>
            </p:spPr>
          </p:pic>
        </mc:Fallback>
      </mc:AlternateContent>
    </p:spTree>
    <p:extLst>
      <p:ext uri="{BB962C8B-B14F-4D97-AF65-F5344CB8AC3E}">
        <p14:creationId xmlns:p14="http://schemas.microsoft.com/office/powerpoint/2010/main" val="2698911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AC2854F-9AAE-0864-E616-D17AED9BC7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D6E847-5959-E6BA-2C11-FE775E084787}"/>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sp>
        <p:nvSpPr>
          <p:cNvPr id="11" name="Content Placeholder 2">
            <a:extLst>
              <a:ext uri="{FF2B5EF4-FFF2-40B4-BE49-F238E27FC236}">
                <a16:creationId xmlns:a16="http://schemas.microsoft.com/office/drawing/2014/main" id="{BC543518-D932-CB5F-EE4B-CFAFBA33EA71}"/>
              </a:ext>
            </a:extLst>
          </p:cNvPr>
          <p:cNvSpPr txBox="1">
            <a:spLocks/>
          </p:cNvSpPr>
          <p:nvPr/>
        </p:nvSpPr>
        <p:spPr>
          <a:xfrm>
            <a:off x="1067253" y="192088"/>
            <a:ext cx="10764610" cy="840522"/>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GB" sz="2000"/>
              <a:t>(2c) Suppose that, unfortunately, he really wanted to satisfy 90% of his demands (that is, achieve a 90% fill rate). What fill rate did he actually achieve from the policy determined in (a).</a:t>
            </a:r>
          </a:p>
          <a:p>
            <a:endParaRPr lang="en-GB" sz="2000" dirty="0"/>
          </a:p>
        </p:txBody>
      </p:sp>
      <p:pic>
        <p:nvPicPr>
          <p:cNvPr id="12" name="Picture 11">
            <a:extLst>
              <a:ext uri="{FF2B5EF4-FFF2-40B4-BE49-F238E27FC236}">
                <a16:creationId xmlns:a16="http://schemas.microsoft.com/office/drawing/2014/main" id="{A692C008-4F85-FDC0-3E62-2412E6BC57A5}"/>
              </a:ext>
            </a:extLst>
          </p:cNvPr>
          <p:cNvPicPr>
            <a:picLocks noChangeAspect="1"/>
          </p:cNvPicPr>
          <p:nvPr/>
        </p:nvPicPr>
        <p:blipFill>
          <a:blip r:embed="rId2"/>
          <a:stretch>
            <a:fillRect/>
          </a:stretch>
        </p:blipFill>
        <p:spPr>
          <a:xfrm>
            <a:off x="2209800" y="2411670"/>
            <a:ext cx="7772400" cy="2034659"/>
          </a:xfrm>
          <a:prstGeom prst="rect">
            <a:avLst/>
          </a:prstGeom>
        </p:spPr>
      </p:pic>
    </p:spTree>
    <p:extLst>
      <p:ext uri="{BB962C8B-B14F-4D97-AF65-F5344CB8AC3E}">
        <p14:creationId xmlns:p14="http://schemas.microsoft.com/office/powerpoint/2010/main" val="394874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C0BA0-6F98-02F7-A44F-D5288D350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20FC8-1146-72FE-B3A2-24488568512A}"/>
              </a:ext>
            </a:extLst>
          </p:cNvPr>
          <p:cNvSpPr>
            <a:spLocks noGrp="1"/>
          </p:cNvSpPr>
          <p:nvPr>
            <p:ph type="title"/>
          </p:nvPr>
        </p:nvSpPr>
        <p:spPr>
          <a:xfrm>
            <a:off x="971355" y="8788"/>
            <a:ext cx="5211677" cy="900000"/>
          </a:xfrm>
        </p:spPr>
        <p:txBody>
          <a:bodyPr anchor="t">
            <a:normAutofit/>
          </a:bodyPr>
          <a:lstStyle/>
          <a:p>
            <a:r>
              <a:rPr lang="en-GB" dirty="0"/>
              <a:t>Problem 3 </a:t>
            </a:r>
          </a:p>
        </p:txBody>
      </p:sp>
      <p:sp>
        <p:nvSpPr>
          <p:cNvPr id="3" name="Content Placeholder 2">
            <a:extLst>
              <a:ext uri="{FF2B5EF4-FFF2-40B4-BE49-F238E27FC236}">
                <a16:creationId xmlns:a16="http://schemas.microsoft.com/office/drawing/2014/main" id="{1F003CF4-E2FE-9B72-0F4B-25D0A7B58213}"/>
              </a:ext>
            </a:extLst>
          </p:cNvPr>
          <p:cNvSpPr>
            <a:spLocks noGrp="1"/>
          </p:cNvSpPr>
          <p:nvPr>
            <p:ph idx="14"/>
          </p:nvPr>
        </p:nvSpPr>
        <p:spPr>
          <a:xfrm>
            <a:off x="6239869" y="638175"/>
            <a:ext cx="5544000" cy="5761037"/>
          </a:xfrm>
        </p:spPr>
        <p:txBody>
          <a:bodyPr>
            <a:normAutofit/>
          </a:bodyPr>
          <a:lstStyle/>
          <a:p>
            <a:pPr marL="0" indent="0">
              <a:buNone/>
            </a:pPr>
            <a:r>
              <a:rPr lang="en-GB" sz="2000" dirty="0"/>
              <a:t>(3a) What value of R and Q is the shop owner currently using? How large is the safety stock? </a:t>
            </a:r>
          </a:p>
          <a:p>
            <a:pPr marL="0" indent="0">
              <a:buNone/>
            </a:pPr>
            <a:r>
              <a:rPr lang="en-GB" sz="2000" dirty="0"/>
              <a:t>(3b) What fill rate (type 2 service level) is achieved with the shop owner’s policy? </a:t>
            </a:r>
          </a:p>
          <a:p>
            <a:pPr marL="0" indent="0">
              <a:buNone/>
            </a:pPr>
            <a:r>
              <a:rPr lang="en-GB" sz="2000" dirty="0"/>
              <a:t>(3c) How would you set R and Q if the goal is to achieve a type 2 service level of 98%? (Use a managerial approach.) </a:t>
            </a:r>
          </a:p>
        </p:txBody>
      </p:sp>
      <p:sp>
        <p:nvSpPr>
          <p:cNvPr id="9" name="Slide Number Placeholder 4">
            <a:extLst>
              <a:ext uri="{FF2B5EF4-FFF2-40B4-BE49-F238E27FC236}">
                <a16:creationId xmlns:a16="http://schemas.microsoft.com/office/drawing/2014/main" id="{1A5353A2-E6B5-0813-FF87-F97BE293A60B}"/>
              </a:ext>
            </a:extLst>
          </p:cNvPr>
          <p:cNvSpPr>
            <a:spLocks noGrp="1"/>
          </p:cNvSpPr>
          <p:nvPr>
            <p:ph type="sldNum" sz="quarter" idx="4"/>
          </p:nvPr>
        </p:nvSpPr>
        <p:spPr>
          <a:xfrm>
            <a:off x="11046660" y="6399212"/>
            <a:ext cx="719890" cy="197810"/>
          </a:xfrm>
        </p:spPr>
        <p:txBody>
          <a:bodyPr/>
          <a:lstStyle/>
          <a:p>
            <a:pPr>
              <a:spcAft>
                <a:spcPts val="600"/>
              </a:spcAft>
            </a:pPr>
            <a:fld id="{820EACED-CA5D-B048-836B-BF30EF0E914A}" type="slidenum">
              <a:rPr lang="en-US" smtClean="0"/>
              <a:pPr>
                <a:spcAft>
                  <a:spcPts val="600"/>
                </a:spcAft>
              </a:pPr>
              <a:t>20</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9656836-60BF-3BF2-D90A-769A26CF1AC7}"/>
                  </a:ext>
                </a:extLst>
              </p:cNvPr>
              <p:cNvSpPr txBox="1"/>
              <p:nvPr/>
            </p:nvSpPr>
            <p:spPr>
              <a:xfrm>
                <a:off x="197224" y="1416120"/>
                <a:ext cx="5211677" cy="5078313"/>
              </a:xfrm>
              <a:prstGeom prst="rect">
                <a:avLst/>
              </a:prstGeom>
              <a:noFill/>
            </p:spPr>
            <p:txBody>
              <a:bodyPr wrap="square">
                <a:spAutoFit/>
              </a:bodyPr>
              <a:lstStyle/>
              <a:p>
                <a:r>
                  <a:rPr lang="en-GB" dirty="0"/>
                  <a:t>A paint store uses a (R, Q) inventory system to control its stock levels. For a particular yellow latex paint, historical data show that the distribution of monthly demand is approximately normal, with mean 100 cans and standard deviation </a:t>
                </a:r>
                <a14:m>
                  <m:oMath xmlns:m="http://schemas.openxmlformats.org/officeDocument/2006/math">
                    <m:rad>
                      <m:radPr>
                        <m:degHide m:val="on"/>
                        <m:ctrlPr>
                          <a:rPr lang="en-GB" i="1" dirty="0" smtClean="0">
                            <a:latin typeface="Cambria Math" panose="02040503050406030204" pitchFamily="18" charset="0"/>
                          </a:rPr>
                        </m:ctrlPr>
                      </m:radPr>
                      <m:deg/>
                      <m:e>
                        <m:r>
                          <a:rPr lang="en-GB" b="0" i="1" dirty="0" smtClean="0">
                            <a:latin typeface="Cambria Math" panose="02040503050406030204" pitchFamily="18" charset="0"/>
                          </a:rPr>
                          <m:t>1250</m:t>
                        </m:r>
                      </m:e>
                    </m:rad>
                    <m:r>
                      <a:rPr lang="en-GB" i="1" dirty="0" smtClean="0">
                        <a:latin typeface="Cambria Math" panose="02040503050406030204" pitchFamily="18" charset="0"/>
                      </a:rPr>
                      <m:t> </m:t>
                    </m:r>
                  </m:oMath>
                </a14:m>
                <a:r>
                  <a:rPr lang="en-GB" dirty="0"/>
                  <a:t>cans. The replenishment lead time for this paint is two months. The owner of the paint store, says: “I want to be sure that I ‘never’ run out of cans of yellow latex paint. I always try to keep at least a three months’ supply in stock. When my inventory position drops below that level, I order another three-month supply. I’ve been using that method for 10 years, and it works”. Each can of paint costs the store £10. Assume that excess demands are backordered. Fixed costs of replenishment are £50 per order and holding costs are based on a 30 percent annual rate of interest.</a:t>
                </a:r>
              </a:p>
            </p:txBody>
          </p:sp>
        </mc:Choice>
        <mc:Fallback xmlns="">
          <p:sp>
            <p:nvSpPr>
              <p:cNvPr id="6" name="TextBox 5">
                <a:extLst>
                  <a:ext uri="{FF2B5EF4-FFF2-40B4-BE49-F238E27FC236}">
                    <a16:creationId xmlns:a16="http://schemas.microsoft.com/office/drawing/2014/main" id="{39656836-60BF-3BF2-D90A-769A26CF1AC7}"/>
                  </a:ext>
                </a:extLst>
              </p:cNvPr>
              <p:cNvSpPr txBox="1">
                <a:spLocks noRot="1" noChangeAspect="1" noMove="1" noResize="1" noEditPoints="1" noAdjustHandles="1" noChangeArrowheads="1" noChangeShapeType="1" noTextEdit="1"/>
              </p:cNvSpPr>
              <p:nvPr/>
            </p:nvSpPr>
            <p:spPr>
              <a:xfrm>
                <a:off x="197224" y="1416120"/>
                <a:ext cx="5211677" cy="5078313"/>
              </a:xfrm>
              <a:prstGeom prst="rect">
                <a:avLst/>
              </a:prstGeom>
              <a:blipFill>
                <a:blip r:embed="rId2"/>
                <a:stretch>
                  <a:fillRect l="-973" t="-499" r="-2190" b="-1496"/>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7E4C190-0502-7222-F117-B1E16BE46193}"/>
                  </a:ext>
                </a:extLst>
              </p14:cNvPr>
              <p14:cNvContentPartPr/>
              <p14:nvPr/>
            </p14:nvContentPartPr>
            <p14:xfrm>
              <a:off x="282600" y="1235160"/>
              <a:ext cx="11724120" cy="5410440"/>
            </p14:xfrm>
          </p:contentPart>
        </mc:Choice>
        <mc:Fallback>
          <p:pic>
            <p:nvPicPr>
              <p:cNvPr id="4" name="Ink 3">
                <a:extLst>
                  <a:ext uri="{FF2B5EF4-FFF2-40B4-BE49-F238E27FC236}">
                    <a16:creationId xmlns:a16="http://schemas.microsoft.com/office/drawing/2014/main" id="{F7E4C190-0502-7222-F117-B1E16BE46193}"/>
                  </a:ext>
                </a:extLst>
              </p:cNvPr>
              <p:cNvPicPr/>
              <p:nvPr/>
            </p:nvPicPr>
            <p:blipFill>
              <a:blip r:embed="rId4"/>
              <a:stretch>
                <a:fillRect/>
              </a:stretch>
            </p:blipFill>
            <p:spPr>
              <a:xfrm>
                <a:off x="273240" y="1225800"/>
                <a:ext cx="11742840" cy="5429160"/>
              </a:xfrm>
              <a:prstGeom prst="rect">
                <a:avLst/>
              </a:prstGeom>
            </p:spPr>
          </p:pic>
        </mc:Fallback>
      </mc:AlternateContent>
    </p:spTree>
    <p:extLst>
      <p:ext uri="{BB962C8B-B14F-4D97-AF65-F5344CB8AC3E}">
        <p14:creationId xmlns:p14="http://schemas.microsoft.com/office/powerpoint/2010/main" val="1912658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A11F09-3248-3203-CDE8-987B023D5625}"/>
              </a:ext>
            </a:extLst>
          </p:cNvPr>
          <p:cNvSpPr>
            <a:spLocks noGrp="1"/>
          </p:cNvSpPr>
          <p:nvPr>
            <p:ph idx="1"/>
          </p:nvPr>
        </p:nvSpPr>
        <p:spPr>
          <a:xfrm>
            <a:off x="1295400" y="183005"/>
            <a:ext cx="10471150" cy="847142"/>
          </a:xfrm>
        </p:spPr>
        <p:txBody>
          <a:bodyPr>
            <a:normAutofit/>
          </a:bodyPr>
          <a:lstStyle/>
          <a:p>
            <a:pPr marL="0" indent="0">
              <a:buNone/>
            </a:pPr>
            <a:r>
              <a:rPr lang="en-GB" sz="2000" dirty="0"/>
              <a:t>(3a) What value of R and Q is the shop owner currently using? How large is the safety stock?</a:t>
            </a:r>
          </a:p>
        </p:txBody>
      </p:sp>
      <p:sp>
        <p:nvSpPr>
          <p:cNvPr id="5" name="TextBox 4">
            <a:extLst>
              <a:ext uri="{FF2B5EF4-FFF2-40B4-BE49-F238E27FC236}">
                <a16:creationId xmlns:a16="http://schemas.microsoft.com/office/drawing/2014/main" id="{DC79927E-CC80-40C1-4241-F1615AC5CDE9}"/>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008CFC-6C57-4FEE-FDEB-B35F60351694}"/>
                  </a:ext>
                </a:extLst>
              </p:cNvPr>
              <p:cNvSpPr txBox="1"/>
              <p:nvPr/>
            </p:nvSpPr>
            <p:spPr>
              <a:xfrm>
                <a:off x="9148082" y="1017126"/>
                <a:ext cx="2809875" cy="369332"/>
              </a:xfrm>
              <a:prstGeom prst="rect">
                <a:avLst/>
              </a:prstGeom>
              <a:noFill/>
              <a:ln>
                <a:solidFill>
                  <a:schemeClr val="accent4"/>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dirty="0"/>
              </a:p>
            </p:txBody>
          </p:sp>
        </mc:Choice>
        <mc:Fallback xmlns="">
          <p:sp>
            <p:nvSpPr>
              <p:cNvPr id="4" name="TextBox 3">
                <a:extLst>
                  <a:ext uri="{FF2B5EF4-FFF2-40B4-BE49-F238E27FC236}">
                    <a16:creationId xmlns:a16="http://schemas.microsoft.com/office/drawing/2014/main" id="{E5008CFC-6C57-4FEE-FDEB-B35F60351694}"/>
                  </a:ext>
                </a:extLst>
              </p:cNvPr>
              <p:cNvSpPr txBox="1">
                <a:spLocks noRot="1" noChangeAspect="1" noMove="1" noResize="1" noEditPoints="1" noAdjustHandles="1" noChangeArrowheads="1" noChangeShapeType="1" noTextEdit="1"/>
              </p:cNvSpPr>
              <p:nvPr/>
            </p:nvSpPr>
            <p:spPr>
              <a:xfrm>
                <a:off x="9148082" y="1017126"/>
                <a:ext cx="2809875" cy="369332"/>
              </a:xfrm>
              <a:prstGeom prst="rect">
                <a:avLst/>
              </a:prstGeom>
              <a:blipFill>
                <a:blip r:embed="rId2"/>
                <a:stretch>
                  <a:fillRect l="-1794" t="-6452" b="-25806"/>
                </a:stretch>
              </a:blipFill>
              <a:ln>
                <a:solidFill>
                  <a:schemeClr val="accent4"/>
                </a:solidFill>
              </a:ln>
            </p:spPr>
            <p:txBody>
              <a:bodyPr/>
              <a:lstStyle/>
              <a:p>
                <a:r>
                  <a:rPr lang="en-GB">
                    <a:noFill/>
                  </a:rPr>
                  <a:t> </a:t>
                </a:r>
              </a:p>
            </p:txBody>
          </p:sp>
        </mc:Fallback>
      </mc:AlternateContent>
    </p:spTree>
    <p:extLst>
      <p:ext uri="{BB962C8B-B14F-4D97-AF65-F5344CB8AC3E}">
        <p14:creationId xmlns:p14="http://schemas.microsoft.com/office/powerpoint/2010/main" val="1492243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D341CC6F-0749-CB44-D694-77F720E767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37718B-3419-0E74-5B77-49F8C7EBE61F}"/>
              </a:ext>
            </a:extLst>
          </p:cNvPr>
          <p:cNvSpPr>
            <a:spLocks noGrp="1"/>
          </p:cNvSpPr>
          <p:nvPr>
            <p:ph idx="1"/>
          </p:nvPr>
        </p:nvSpPr>
        <p:spPr>
          <a:xfrm>
            <a:off x="1295400" y="183005"/>
            <a:ext cx="10471150" cy="1237582"/>
          </a:xfrm>
        </p:spPr>
        <p:txBody>
          <a:bodyPr>
            <a:normAutofit/>
          </a:bodyPr>
          <a:lstStyle/>
          <a:p>
            <a:pPr marL="0" indent="0">
              <a:buNone/>
            </a:pPr>
            <a:r>
              <a:rPr lang="en-GB" sz="2400" dirty="0"/>
              <a:t>(3a) What value of R and Q is the shop owner currently using? How large is the safety stock?</a:t>
            </a:r>
          </a:p>
        </p:txBody>
      </p:sp>
      <p:sp>
        <p:nvSpPr>
          <p:cNvPr id="5" name="TextBox 4">
            <a:extLst>
              <a:ext uri="{FF2B5EF4-FFF2-40B4-BE49-F238E27FC236}">
                <a16:creationId xmlns:a16="http://schemas.microsoft.com/office/drawing/2014/main" id="{36640FDF-BC45-13EE-A7AD-C0AF766DE964}"/>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pic>
        <p:nvPicPr>
          <p:cNvPr id="2" name="Picture 1">
            <a:extLst>
              <a:ext uri="{FF2B5EF4-FFF2-40B4-BE49-F238E27FC236}">
                <a16:creationId xmlns:a16="http://schemas.microsoft.com/office/drawing/2014/main" id="{DB7DCF53-D90F-379E-F2F9-CCE27484CE5D}"/>
              </a:ext>
            </a:extLst>
          </p:cNvPr>
          <p:cNvPicPr>
            <a:picLocks noChangeAspect="1"/>
          </p:cNvPicPr>
          <p:nvPr/>
        </p:nvPicPr>
        <p:blipFill>
          <a:blip r:embed="rId2"/>
          <a:stretch>
            <a:fillRect/>
          </a:stretch>
        </p:blipFill>
        <p:spPr>
          <a:xfrm>
            <a:off x="2209800" y="3007836"/>
            <a:ext cx="7772400" cy="842328"/>
          </a:xfrm>
          <a:prstGeom prst="rect">
            <a:avLst/>
          </a:prstGeom>
        </p:spPr>
      </p:pic>
    </p:spTree>
    <p:extLst>
      <p:ext uri="{BB962C8B-B14F-4D97-AF65-F5344CB8AC3E}">
        <p14:creationId xmlns:p14="http://schemas.microsoft.com/office/powerpoint/2010/main" val="1280668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85FE-A95C-AB2A-6F03-9078211E42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6243F0-A104-5109-AA75-84E55783703E}"/>
              </a:ext>
            </a:extLst>
          </p:cNvPr>
          <p:cNvSpPr>
            <a:spLocks noGrp="1"/>
          </p:cNvSpPr>
          <p:nvPr>
            <p:ph idx="1"/>
          </p:nvPr>
        </p:nvSpPr>
        <p:spPr>
          <a:xfrm>
            <a:off x="1225550" y="228601"/>
            <a:ext cx="10351407" cy="1257299"/>
          </a:xfrm>
        </p:spPr>
        <p:txBody>
          <a:bodyPr>
            <a:normAutofit/>
          </a:bodyPr>
          <a:lstStyle/>
          <a:p>
            <a:pPr marL="0" indent="0">
              <a:buNone/>
            </a:pPr>
            <a:r>
              <a:rPr lang="en-GB" sz="2000" dirty="0"/>
              <a:t>(3b) What fill rate (type 2 service level) is achieved with the shop owner’s policy</a:t>
            </a:r>
            <a:r>
              <a:rPr lang="en-GB" sz="2000"/>
              <a:t>? </a:t>
            </a:r>
            <a:endParaRPr lang="en-GB" sz="2000" dirty="0"/>
          </a:p>
        </p:txBody>
      </p:sp>
      <p:grpSp>
        <p:nvGrpSpPr>
          <p:cNvPr id="2" name="Group 1">
            <a:extLst>
              <a:ext uri="{FF2B5EF4-FFF2-40B4-BE49-F238E27FC236}">
                <a16:creationId xmlns:a16="http://schemas.microsoft.com/office/drawing/2014/main" id="{D8FD0C0F-66EE-DA76-FA66-BD0F5A63FE51}"/>
              </a:ext>
            </a:extLst>
          </p:cNvPr>
          <p:cNvGrpSpPr/>
          <p:nvPr/>
        </p:nvGrpSpPr>
        <p:grpSpPr>
          <a:xfrm>
            <a:off x="9519263" y="1464520"/>
            <a:ext cx="2115910" cy="738663"/>
            <a:chOff x="3043919" y="3244334"/>
            <a:chExt cx="2115910" cy="738663"/>
          </a:xfrm>
        </p:grpSpPr>
        <p:sp>
          <p:nvSpPr>
            <p:cNvPr id="4" name="TextBox 3">
              <a:extLst>
                <a:ext uri="{FF2B5EF4-FFF2-40B4-BE49-F238E27FC236}">
                  <a16:creationId xmlns:a16="http://schemas.microsoft.com/office/drawing/2014/main" id="{EC860D63-51F5-15E2-C323-E97B4D97D6EE}"/>
                </a:ext>
              </a:extLst>
            </p:cNvPr>
            <p:cNvSpPr txBox="1"/>
            <p:nvPr/>
          </p:nvSpPr>
          <p:spPr>
            <a:xfrm>
              <a:off x="3049361" y="3244334"/>
              <a:ext cx="1783896" cy="369331"/>
            </a:xfrm>
            <a:prstGeom prst="rect">
              <a:avLst/>
            </a:prstGeom>
            <a:noFill/>
            <a:ln>
              <a:solidFill>
                <a:schemeClr val="accent4"/>
              </a:solidFill>
            </a:ln>
          </p:spPr>
          <p:txBody>
            <a:bodyPr wrap="square">
              <a:spAutoFit/>
            </a:bodyPr>
            <a:lstStyle/>
            <a:p>
              <a:r>
                <a:rPr lang="en-GB" altLang="en-US" sz="1800" b="1" dirty="0"/>
                <a:t>n(R)/Q = 1-</a:t>
              </a:r>
              <a:r>
                <a:rPr lang="en-GB" altLang="en-US" sz="1800" b="1" dirty="0">
                  <a:latin typeface="Symbol" panose="05050102010706020507" pitchFamily="18" charset="2"/>
                </a:rPr>
                <a:t>b</a:t>
              </a:r>
              <a:endParaRPr lang="en-GB" dirty="0"/>
            </a:p>
          </p:txBody>
        </p:sp>
        <p:sp>
          <p:nvSpPr>
            <p:cNvPr id="5" name="TextBox 4">
              <a:extLst>
                <a:ext uri="{FF2B5EF4-FFF2-40B4-BE49-F238E27FC236}">
                  <a16:creationId xmlns:a16="http://schemas.microsoft.com/office/drawing/2014/main" id="{8C5D9DF5-FB53-55F4-6BA0-BC0FAD41D1A8}"/>
                </a:ext>
              </a:extLst>
            </p:cNvPr>
            <p:cNvSpPr txBox="1"/>
            <p:nvPr/>
          </p:nvSpPr>
          <p:spPr>
            <a:xfrm>
              <a:off x="3043919" y="3613665"/>
              <a:ext cx="2115910" cy="369332"/>
            </a:xfrm>
            <a:prstGeom prst="rect">
              <a:avLst/>
            </a:prstGeom>
            <a:noFill/>
            <a:ln>
              <a:solidFill>
                <a:schemeClr val="accent4"/>
              </a:solidFill>
            </a:ln>
          </p:spPr>
          <p:txBody>
            <a:bodyPr wrap="square">
              <a:spAutoFit/>
            </a:bodyPr>
            <a:lstStyle/>
            <a:p>
              <a:r>
                <a:rPr lang="en-GB" altLang="en-US" sz="1800" dirty="0"/>
                <a:t>L(z) = n(R) / </a:t>
              </a:r>
              <a:r>
                <a:rPr lang="en-GB" altLang="en-US" sz="1800" dirty="0">
                  <a:latin typeface="Symbol" panose="05050102010706020507" pitchFamily="18" charset="2"/>
                </a:rPr>
                <a:t>s</a:t>
              </a:r>
              <a:r>
                <a:rPr lang="en-GB" altLang="en-US" sz="1800" dirty="0"/>
                <a:t> </a:t>
              </a:r>
              <a:endParaRPr lang="en-GB" dirty="0"/>
            </a:p>
          </p:txBody>
        </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6D08D10-666B-51D6-572D-D64B23819FC1}"/>
                  </a:ext>
                </a:extLst>
              </p:cNvPr>
              <p:cNvSpPr txBox="1"/>
              <p:nvPr/>
            </p:nvSpPr>
            <p:spPr>
              <a:xfrm>
                <a:off x="9293089" y="2349812"/>
                <a:ext cx="2753139" cy="369332"/>
              </a:xfrm>
              <a:prstGeom prst="rect">
                <a:avLst/>
              </a:prstGeom>
              <a:noFill/>
              <a:ln>
                <a:solidFill>
                  <a:schemeClr val="accent4"/>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oMath>
                </a14:m>
                <a:endParaRPr lang="en-GB" dirty="0"/>
              </a:p>
            </p:txBody>
          </p:sp>
        </mc:Choice>
        <mc:Fallback xmlns="">
          <p:sp>
            <p:nvSpPr>
              <p:cNvPr id="7" name="TextBox 6">
                <a:extLst>
                  <a:ext uri="{FF2B5EF4-FFF2-40B4-BE49-F238E27FC236}">
                    <a16:creationId xmlns:a16="http://schemas.microsoft.com/office/drawing/2014/main" id="{06D08D10-666B-51D6-572D-D64B23819FC1}"/>
                  </a:ext>
                </a:extLst>
              </p:cNvPr>
              <p:cNvSpPr txBox="1">
                <a:spLocks noRot="1" noChangeAspect="1" noMove="1" noResize="1" noEditPoints="1" noAdjustHandles="1" noChangeArrowheads="1" noChangeShapeType="1" noTextEdit="1"/>
              </p:cNvSpPr>
              <p:nvPr/>
            </p:nvSpPr>
            <p:spPr>
              <a:xfrm>
                <a:off x="9293089" y="2349812"/>
                <a:ext cx="2753139" cy="369332"/>
              </a:xfrm>
              <a:prstGeom prst="rect">
                <a:avLst/>
              </a:prstGeom>
              <a:blipFill>
                <a:blip r:embed="rId2"/>
                <a:stretch>
                  <a:fillRect l="-1835" t="-6452" b="-22581"/>
                </a:stretch>
              </a:blipFill>
              <a:ln>
                <a:solidFill>
                  <a:schemeClr val="accent4"/>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64D6E0-9C1E-A03A-E41F-F53AAC509112}"/>
                  </a:ext>
                </a:extLst>
              </p:cNvPr>
              <p:cNvSpPr txBox="1"/>
              <p:nvPr/>
            </p:nvSpPr>
            <p:spPr>
              <a:xfrm>
                <a:off x="10070647" y="3429000"/>
                <a:ext cx="1277710" cy="369332"/>
              </a:xfrm>
              <a:prstGeom prst="rect">
                <a:avLst/>
              </a:prstGeom>
              <a:noFill/>
              <a:ln>
                <a:solidFill>
                  <a:srgbClr val="7030A0"/>
                </a:solidFill>
              </a:ln>
            </p:spPr>
            <p:txBody>
              <a:bodyPr wrap="square">
                <a:spAutoFit/>
              </a:bodyPr>
              <a:lstStyle/>
              <a:p>
                <a:r>
                  <a:rPr lang="el-GR" dirty="0"/>
                  <a:t>σ</a:t>
                </a:r>
                <a:r>
                  <a:rPr lang="en-GB" baseline="-25000" dirty="0"/>
                  <a:t>L​</a:t>
                </a:r>
                <a:r>
                  <a:rPr lang="en-GB" dirty="0"/>
                  <a:t>=</a:t>
                </a:r>
                <a:r>
                  <a:rPr lang="el-GR" dirty="0"/>
                  <a:t>σ</a:t>
                </a:r>
                <a:r>
                  <a:rPr lang="en-GB" dirty="0"/>
                  <a:t>​​</a:t>
                </a:r>
                <a14:m>
                  <m:oMath xmlns:m="http://schemas.openxmlformats.org/officeDocument/2006/math">
                    <m:rad>
                      <m:radPr>
                        <m:degHide m:val="on"/>
                        <m:ctrlPr>
                          <a:rPr lang="en-GB" i="1" smtClean="0">
                            <a:latin typeface="Cambria Math" panose="02040503050406030204" pitchFamily="18" charset="0"/>
                          </a:rPr>
                        </m:ctrlPr>
                      </m:radPr>
                      <m:deg/>
                      <m:e>
                        <m:r>
                          <m:rPr>
                            <m:nor/>
                          </m:rPr>
                          <a:rPr lang="en-GB" altLang="en-US" dirty="0">
                            <a:latin typeface="Symbol" panose="05050102010706020507" pitchFamily="18" charset="2"/>
                          </a:rPr>
                          <m:t>t</m:t>
                        </m:r>
                      </m:e>
                    </m:rad>
                  </m:oMath>
                </a14:m>
                <a:endParaRPr lang="en-GB" dirty="0"/>
              </a:p>
            </p:txBody>
          </p:sp>
        </mc:Choice>
        <mc:Fallback xmlns="">
          <p:sp>
            <p:nvSpPr>
              <p:cNvPr id="8" name="TextBox 7">
                <a:extLst>
                  <a:ext uri="{FF2B5EF4-FFF2-40B4-BE49-F238E27FC236}">
                    <a16:creationId xmlns:a16="http://schemas.microsoft.com/office/drawing/2014/main" id="{7464D6E0-9C1E-A03A-E41F-F53AAC509112}"/>
                  </a:ext>
                </a:extLst>
              </p:cNvPr>
              <p:cNvSpPr txBox="1">
                <a:spLocks noRot="1" noChangeAspect="1" noMove="1" noResize="1" noEditPoints="1" noAdjustHandles="1" noChangeArrowheads="1" noChangeShapeType="1" noTextEdit="1"/>
              </p:cNvSpPr>
              <p:nvPr/>
            </p:nvSpPr>
            <p:spPr>
              <a:xfrm>
                <a:off x="10070647" y="3429000"/>
                <a:ext cx="1277710" cy="369332"/>
              </a:xfrm>
              <a:prstGeom prst="rect">
                <a:avLst/>
              </a:prstGeom>
              <a:blipFill>
                <a:blip r:embed="rId3"/>
                <a:stretch>
                  <a:fillRect l="-2913" t="-6452" b="-22581"/>
                </a:stretch>
              </a:blipFill>
              <a:ln>
                <a:solidFill>
                  <a:srgbClr val="7030A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BC2376A-FF4A-BD37-DA3D-A80E0942F4A0}"/>
                  </a:ext>
                </a:extLst>
              </p:cNvPr>
              <p:cNvSpPr txBox="1"/>
              <p:nvPr/>
            </p:nvSpPr>
            <p:spPr>
              <a:xfrm>
                <a:off x="10070647" y="2859589"/>
                <a:ext cx="1739348" cy="369332"/>
              </a:xfrm>
              <a:prstGeom prst="rect">
                <a:avLst/>
              </a:prstGeom>
              <a:noFill/>
              <a:ln>
                <a:solidFill>
                  <a:srgbClr val="7030A0"/>
                </a:solidFill>
              </a:ln>
            </p:spPr>
            <p:txBody>
              <a:bodyPr wrap="square">
                <a:spAutoFit/>
              </a:bodyPr>
              <a:lstStyle/>
              <a:p>
                <a:pPr/>
                <a14:m>
                  <m:oMathPara xmlns:m="http://schemas.openxmlformats.org/officeDocument/2006/math">
                    <m:oMathParaPr>
                      <m:jc m:val="left"/>
                    </m:oMathParaPr>
                    <m:oMath xmlns:m="http://schemas.openxmlformats.org/officeDocument/2006/math">
                      <m:r>
                        <a:rPr lang="en-GB" i="1" kern="0" smtClea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𝑆𝑆</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m:oMathPara>
                </a14:m>
                <a:endParaRPr lang="en-GB" dirty="0"/>
              </a:p>
            </p:txBody>
          </p:sp>
        </mc:Choice>
        <mc:Fallback xmlns="">
          <p:sp>
            <p:nvSpPr>
              <p:cNvPr id="10" name="TextBox 9">
                <a:extLst>
                  <a:ext uri="{FF2B5EF4-FFF2-40B4-BE49-F238E27FC236}">
                    <a16:creationId xmlns:a16="http://schemas.microsoft.com/office/drawing/2014/main" id="{6BC2376A-FF4A-BD37-DA3D-A80E0942F4A0}"/>
                  </a:ext>
                </a:extLst>
              </p:cNvPr>
              <p:cNvSpPr txBox="1">
                <a:spLocks noRot="1" noChangeAspect="1" noMove="1" noResize="1" noEditPoints="1" noAdjustHandles="1" noChangeArrowheads="1" noChangeShapeType="1" noTextEdit="1"/>
              </p:cNvSpPr>
              <p:nvPr/>
            </p:nvSpPr>
            <p:spPr>
              <a:xfrm>
                <a:off x="10070647" y="2859589"/>
                <a:ext cx="1739348" cy="369332"/>
              </a:xfrm>
              <a:prstGeom prst="rect">
                <a:avLst/>
              </a:prstGeom>
              <a:blipFill>
                <a:blip r:embed="rId4"/>
                <a:stretch>
                  <a:fillRect b="-16129"/>
                </a:stretch>
              </a:blipFill>
              <a:ln>
                <a:solidFill>
                  <a:srgbClr val="7030A0"/>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4C47EB5-41A7-00AB-4C84-C93E8EEECB06}"/>
                  </a:ext>
                </a:extLst>
              </p14:cNvPr>
              <p14:cNvContentPartPr/>
              <p14:nvPr/>
            </p14:nvContentPartPr>
            <p14:xfrm>
              <a:off x="316080" y="519120"/>
              <a:ext cx="11261160" cy="3413520"/>
            </p14:xfrm>
          </p:contentPart>
        </mc:Choice>
        <mc:Fallback>
          <p:pic>
            <p:nvPicPr>
              <p:cNvPr id="6" name="Ink 5">
                <a:extLst>
                  <a:ext uri="{FF2B5EF4-FFF2-40B4-BE49-F238E27FC236}">
                    <a16:creationId xmlns:a16="http://schemas.microsoft.com/office/drawing/2014/main" id="{54C47EB5-41A7-00AB-4C84-C93E8EEECB06}"/>
                  </a:ext>
                </a:extLst>
              </p:cNvPr>
              <p:cNvPicPr/>
              <p:nvPr/>
            </p:nvPicPr>
            <p:blipFill>
              <a:blip r:embed="rId6"/>
              <a:stretch>
                <a:fillRect/>
              </a:stretch>
            </p:blipFill>
            <p:spPr>
              <a:xfrm>
                <a:off x="306720" y="509760"/>
                <a:ext cx="11279880" cy="3432240"/>
              </a:xfrm>
              <a:prstGeom prst="rect">
                <a:avLst/>
              </a:prstGeom>
            </p:spPr>
          </p:pic>
        </mc:Fallback>
      </mc:AlternateContent>
    </p:spTree>
    <p:extLst>
      <p:ext uri="{BB962C8B-B14F-4D97-AF65-F5344CB8AC3E}">
        <p14:creationId xmlns:p14="http://schemas.microsoft.com/office/powerpoint/2010/main" val="397636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7E47E213-5F2B-542C-CD79-7EEC000FA2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F5CB71-6060-A0A6-B78F-F2487C06BCAA}"/>
              </a:ext>
            </a:extLst>
          </p:cNvPr>
          <p:cNvSpPr>
            <a:spLocks noGrp="1"/>
          </p:cNvSpPr>
          <p:nvPr>
            <p:ph idx="1"/>
          </p:nvPr>
        </p:nvSpPr>
        <p:spPr>
          <a:xfrm>
            <a:off x="1143908" y="195943"/>
            <a:ext cx="10721633" cy="1240971"/>
          </a:xfrm>
        </p:spPr>
        <p:txBody>
          <a:bodyPr>
            <a:normAutofit/>
          </a:bodyPr>
          <a:lstStyle/>
          <a:p>
            <a:pPr marL="0" indent="0">
              <a:buNone/>
            </a:pPr>
            <a:r>
              <a:rPr lang="en-GB" sz="2000" dirty="0"/>
              <a:t>(3b) What fill rate (type 2 service level) is achieved with the shop owner’s policy? </a:t>
            </a:r>
          </a:p>
        </p:txBody>
      </p:sp>
      <p:sp>
        <p:nvSpPr>
          <p:cNvPr id="4" name="TextBox 3">
            <a:extLst>
              <a:ext uri="{FF2B5EF4-FFF2-40B4-BE49-F238E27FC236}">
                <a16:creationId xmlns:a16="http://schemas.microsoft.com/office/drawing/2014/main" id="{794F3612-6BC0-84AD-A4C5-54087ABBCF5F}"/>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pic>
        <p:nvPicPr>
          <p:cNvPr id="6" name="Picture 5">
            <a:extLst>
              <a:ext uri="{FF2B5EF4-FFF2-40B4-BE49-F238E27FC236}">
                <a16:creationId xmlns:a16="http://schemas.microsoft.com/office/drawing/2014/main" id="{91AC5944-4AB3-DA87-B42A-9B34A35B8C11}"/>
              </a:ext>
            </a:extLst>
          </p:cNvPr>
          <p:cNvPicPr>
            <a:picLocks noChangeAspect="1"/>
          </p:cNvPicPr>
          <p:nvPr/>
        </p:nvPicPr>
        <p:blipFill>
          <a:blip r:embed="rId2"/>
          <a:stretch>
            <a:fillRect/>
          </a:stretch>
        </p:blipFill>
        <p:spPr>
          <a:xfrm>
            <a:off x="2209800" y="3092119"/>
            <a:ext cx="7772400" cy="89525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ABBDD3-0FCF-659D-8522-E2A77D063A9B}"/>
                  </a:ext>
                </a:extLst>
              </p:cNvPr>
              <p:cNvSpPr txBox="1"/>
              <p:nvPr/>
            </p:nvSpPr>
            <p:spPr>
              <a:xfrm>
                <a:off x="3176954" y="1200066"/>
                <a:ext cx="5662246" cy="1822102"/>
              </a:xfrm>
              <a:prstGeom prst="rect">
                <a:avLst/>
              </a:prstGeom>
              <a:solidFill>
                <a:schemeClr val="bg1"/>
              </a:solidFill>
              <a:ln>
                <a:solidFill>
                  <a:schemeClr val="accent4"/>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oMath>
                </a14:m>
                <a:r>
                  <a:rPr lang="en-GB" dirty="0"/>
                  <a:t>; </a:t>
                </a:r>
              </a:p>
              <a:p>
                <a:endParaRPr lang="en-GB" dirty="0"/>
              </a:p>
              <a:p>
                <a:r>
                  <a:rPr lang="en-GB" dirty="0"/>
                  <a:t>SS=</a:t>
                </a:r>
                <a:r>
                  <a:rPr lang="en-GB" kern="0" dirty="0">
                    <a:ea typeface="Times New Roman" panose="02020603050405020304" pitchFamily="18" charset="0"/>
                    <a:cs typeface="Times New Roman" panose="02020603050405020304" pitchFamily="18" charset="0"/>
                  </a:rPr>
                  <a:t> </a:t>
                </a:r>
                <a14:m>
                  <m:oMath xmlns:m="http://schemas.openxmlformats.org/officeDocument/2006/math">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 </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𝑆𝑆</m:t>
                        </m:r>
                        <m:r>
                          <a:rPr lang="en-GB" b="0" i="1" kern="0" smtClea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r>
                  <a:rPr lang="en-GB" dirty="0"/>
                  <a:t>=100/</a:t>
                </a:r>
                <a14:m>
                  <m:oMath xmlns:m="http://schemas.openxmlformats.org/officeDocument/2006/math">
                    <m:rad>
                      <m:radPr>
                        <m:degHide m:val="on"/>
                        <m:ctrlPr>
                          <a:rPr lang="en-GB" i="1" smtClean="0">
                            <a:latin typeface="Cambria Math" panose="02040503050406030204" pitchFamily="18" charset="0"/>
                          </a:rPr>
                        </m:ctrlPr>
                      </m:radPr>
                      <m:deg/>
                      <m:e>
                        <m:r>
                          <a:rPr lang="en-GB" b="0" i="1" smtClean="0">
                            <a:latin typeface="Cambria Math" panose="02040503050406030204" pitchFamily="18" charset="0"/>
                          </a:rPr>
                          <m:t>1250</m:t>
                        </m:r>
                      </m:e>
                    </m:rad>
                  </m:oMath>
                </a14:m>
                <a:r>
                  <a:rPr lang="en-GB" dirty="0"/>
                  <a:t> x</a:t>
                </a:r>
                <a14:m>
                  <m:oMath xmlns:m="http://schemas.openxmlformats.org/officeDocument/2006/math">
                    <m:rad>
                      <m:radPr>
                        <m:degHide m:val="on"/>
                        <m:ctrlPr>
                          <a:rPr lang="en-GB" i="1" dirty="0" smtClean="0">
                            <a:latin typeface="Cambria Math" panose="02040503050406030204" pitchFamily="18" charset="0"/>
                          </a:rPr>
                        </m:ctrlPr>
                      </m:radPr>
                      <m:deg/>
                      <m:e>
                        <m:r>
                          <a:rPr lang="en-GB" b="0" i="1" dirty="0" smtClean="0">
                            <a:latin typeface="Cambria Math" panose="02040503050406030204" pitchFamily="18" charset="0"/>
                          </a:rPr>
                          <m:t>2</m:t>
                        </m:r>
                      </m:e>
                    </m:rad>
                  </m:oMath>
                </a14:m>
                <a:r>
                  <a:rPr lang="en-GB" dirty="0"/>
                  <a:t> =2</a:t>
                </a:r>
              </a:p>
              <a:p>
                <a:endParaRPr lang="en-GB" dirty="0"/>
              </a:p>
              <a:p>
                <a:r>
                  <a:rPr lang="en-GB" dirty="0"/>
                  <a:t>L(z)= 0.0085 for z=2</a:t>
                </a:r>
              </a:p>
              <a:p>
                <a:endParaRPr lang="en-GB" dirty="0"/>
              </a:p>
            </p:txBody>
          </p:sp>
        </mc:Choice>
        <mc:Fallback xmlns="">
          <p:sp>
            <p:nvSpPr>
              <p:cNvPr id="7" name="TextBox 6">
                <a:extLst>
                  <a:ext uri="{FF2B5EF4-FFF2-40B4-BE49-F238E27FC236}">
                    <a16:creationId xmlns:a16="http://schemas.microsoft.com/office/drawing/2014/main" id="{10ABBDD3-0FCF-659D-8522-E2A77D063A9B}"/>
                  </a:ext>
                </a:extLst>
              </p:cNvPr>
              <p:cNvSpPr txBox="1">
                <a:spLocks noRot="1" noChangeAspect="1" noMove="1" noResize="1" noEditPoints="1" noAdjustHandles="1" noChangeArrowheads="1" noChangeShapeType="1" noTextEdit="1"/>
              </p:cNvSpPr>
              <p:nvPr/>
            </p:nvSpPr>
            <p:spPr>
              <a:xfrm>
                <a:off x="3176954" y="1200066"/>
                <a:ext cx="5662246" cy="1822102"/>
              </a:xfrm>
              <a:prstGeom prst="rect">
                <a:avLst/>
              </a:prstGeom>
              <a:blipFill>
                <a:blip r:embed="rId3"/>
                <a:stretch>
                  <a:fillRect l="-670" t="-1379"/>
                </a:stretch>
              </a:blipFill>
              <a:ln>
                <a:solidFill>
                  <a:schemeClr val="accent4"/>
                </a:solidFill>
              </a:ln>
            </p:spPr>
            <p:txBody>
              <a:bodyPr/>
              <a:lstStyle/>
              <a:p>
                <a:r>
                  <a:rPr lang="en-GB">
                    <a:noFill/>
                  </a:rPr>
                  <a:t> </a:t>
                </a:r>
              </a:p>
            </p:txBody>
          </p:sp>
        </mc:Fallback>
      </mc:AlternateContent>
      <p:sp>
        <p:nvSpPr>
          <p:cNvPr id="8" name="TextBox 7">
            <a:extLst>
              <a:ext uri="{FF2B5EF4-FFF2-40B4-BE49-F238E27FC236}">
                <a16:creationId xmlns:a16="http://schemas.microsoft.com/office/drawing/2014/main" id="{4DA22A88-C868-5FE1-DF12-6BCC7AD55AC5}"/>
              </a:ext>
            </a:extLst>
          </p:cNvPr>
          <p:cNvSpPr txBox="1"/>
          <p:nvPr/>
        </p:nvSpPr>
        <p:spPr>
          <a:xfrm>
            <a:off x="6521852" y="2466210"/>
            <a:ext cx="2115910" cy="369332"/>
          </a:xfrm>
          <a:prstGeom prst="rect">
            <a:avLst/>
          </a:prstGeom>
          <a:noFill/>
          <a:ln>
            <a:solidFill>
              <a:schemeClr val="accent4"/>
            </a:solidFill>
          </a:ln>
        </p:spPr>
        <p:txBody>
          <a:bodyPr wrap="square">
            <a:spAutoFit/>
          </a:bodyPr>
          <a:lstStyle/>
          <a:p>
            <a:r>
              <a:rPr lang="en-GB" altLang="en-US" sz="1800" dirty="0"/>
              <a:t>L(z) </a:t>
            </a:r>
            <a:r>
              <a:rPr lang="en-GB" altLang="en-US" dirty="0">
                <a:latin typeface="Symbol" panose="05050102010706020507" pitchFamily="18" charset="2"/>
              </a:rPr>
              <a:t>s</a:t>
            </a:r>
            <a:r>
              <a:rPr lang="en-GB" dirty="0"/>
              <a:t> </a:t>
            </a:r>
            <a:r>
              <a:rPr lang="en-GB" baseline="-25000" dirty="0"/>
              <a:t>L</a:t>
            </a:r>
            <a:r>
              <a:rPr lang="en-GB" altLang="en-US" dirty="0"/>
              <a:t> = </a:t>
            </a:r>
            <a:r>
              <a:rPr lang="en-GB" altLang="en-US" sz="1800" dirty="0"/>
              <a:t>n(R) </a:t>
            </a:r>
            <a:endParaRPr lang="en-GB"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ACF8BC-9691-2C36-D0B6-02CBC7514983}"/>
                  </a:ext>
                </a:extLst>
              </p:cNvPr>
              <p:cNvSpPr txBox="1"/>
              <p:nvPr/>
            </p:nvSpPr>
            <p:spPr>
              <a:xfrm>
                <a:off x="6302097" y="1252248"/>
                <a:ext cx="1277710" cy="369332"/>
              </a:xfrm>
              <a:prstGeom prst="rect">
                <a:avLst/>
              </a:prstGeom>
              <a:noFill/>
              <a:ln>
                <a:solidFill>
                  <a:srgbClr val="7030A0"/>
                </a:solidFill>
              </a:ln>
            </p:spPr>
            <p:txBody>
              <a:bodyPr wrap="square">
                <a:spAutoFit/>
              </a:bodyPr>
              <a:lstStyle/>
              <a:p>
                <a:r>
                  <a:rPr lang="el-GR" dirty="0"/>
                  <a:t>σ</a:t>
                </a:r>
                <a:r>
                  <a:rPr lang="en-GB" baseline="-25000" dirty="0"/>
                  <a:t>L​</a:t>
                </a:r>
                <a:r>
                  <a:rPr lang="en-GB" dirty="0"/>
                  <a:t>=</a:t>
                </a:r>
                <a:r>
                  <a:rPr lang="el-GR" dirty="0"/>
                  <a:t>σ</a:t>
                </a:r>
                <a:r>
                  <a:rPr lang="en-GB" dirty="0"/>
                  <a:t>​​</a:t>
                </a:r>
                <a14:m>
                  <m:oMath xmlns:m="http://schemas.openxmlformats.org/officeDocument/2006/math">
                    <m:rad>
                      <m:radPr>
                        <m:degHide m:val="on"/>
                        <m:ctrlPr>
                          <a:rPr lang="en-GB" i="1" smtClean="0">
                            <a:latin typeface="Cambria Math" panose="02040503050406030204" pitchFamily="18" charset="0"/>
                          </a:rPr>
                        </m:ctrlPr>
                      </m:radPr>
                      <m:deg/>
                      <m:e>
                        <m:r>
                          <m:rPr>
                            <m:nor/>
                          </m:rPr>
                          <a:rPr lang="en-GB" altLang="en-US" dirty="0">
                            <a:latin typeface="Symbol" panose="05050102010706020507" pitchFamily="18" charset="2"/>
                          </a:rPr>
                          <m:t>t</m:t>
                        </m:r>
                      </m:e>
                    </m:rad>
                  </m:oMath>
                </a14:m>
                <a:endParaRPr lang="en-GB" dirty="0"/>
              </a:p>
            </p:txBody>
          </p:sp>
        </mc:Choice>
        <mc:Fallback xmlns="">
          <p:sp>
            <p:nvSpPr>
              <p:cNvPr id="9" name="TextBox 8">
                <a:extLst>
                  <a:ext uri="{FF2B5EF4-FFF2-40B4-BE49-F238E27FC236}">
                    <a16:creationId xmlns:a16="http://schemas.microsoft.com/office/drawing/2014/main" id="{70ACF8BC-9691-2C36-D0B6-02CBC7514983}"/>
                  </a:ext>
                </a:extLst>
              </p:cNvPr>
              <p:cNvSpPr txBox="1">
                <a:spLocks noRot="1" noChangeAspect="1" noMove="1" noResize="1" noEditPoints="1" noAdjustHandles="1" noChangeArrowheads="1" noChangeShapeType="1" noTextEdit="1"/>
              </p:cNvSpPr>
              <p:nvPr/>
            </p:nvSpPr>
            <p:spPr>
              <a:xfrm>
                <a:off x="6302097" y="1252248"/>
                <a:ext cx="1277710" cy="369332"/>
              </a:xfrm>
              <a:prstGeom prst="rect">
                <a:avLst/>
              </a:prstGeom>
              <a:blipFill>
                <a:blip r:embed="rId4"/>
                <a:stretch>
                  <a:fillRect l="-2913" t="-3125" b="-21875"/>
                </a:stretch>
              </a:blipFill>
              <a:ln>
                <a:solidFill>
                  <a:srgbClr val="7030A0"/>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BCCBADD8-891E-43CE-D09E-EA04EF8751EF}"/>
                  </a:ext>
                </a:extLst>
              </p14:cNvPr>
              <p14:cNvContentPartPr/>
              <p14:nvPr/>
            </p14:nvContentPartPr>
            <p14:xfrm>
              <a:off x="3303720" y="1394640"/>
              <a:ext cx="5199120" cy="2402280"/>
            </p14:xfrm>
          </p:contentPart>
        </mc:Choice>
        <mc:Fallback>
          <p:pic>
            <p:nvPicPr>
              <p:cNvPr id="2" name="Ink 1">
                <a:extLst>
                  <a:ext uri="{FF2B5EF4-FFF2-40B4-BE49-F238E27FC236}">
                    <a16:creationId xmlns:a16="http://schemas.microsoft.com/office/drawing/2014/main" id="{BCCBADD8-891E-43CE-D09E-EA04EF8751EF}"/>
                  </a:ext>
                </a:extLst>
              </p:cNvPr>
              <p:cNvPicPr/>
              <p:nvPr/>
            </p:nvPicPr>
            <p:blipFill>
              <a:blip r:embed="rId6"/>
              <a:stretch>
                <a:fillRect/>
              </a:stretch>
            </p:blipFill>
            <p:spPr>
              <a:xfrm>
                <a:off x="3294360" y="1385280"/>
                <a:ext cx="5217840" cy="2421000"/>
              </a:xfrm>
              <a:prstGeom prst="rect">
                <a:avLst/>
              </a:prstGeom>
            </p:spPr>
          </p:pic>
        </mc:Fallback>
      </mc:AlternateContent>
    </p:spTree>
    <p:extLst>
      <p:ext uri="{BB962C8B-B14F-4D97-AF65-F5344CB8AC3E}">
        <p14:creationId xmlns:p14="http://schemas.microsoft.com/office/powerpoint/2010/main" val="1045478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115E-99D6-CD38-07CC-31C157F243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67EBA-268F-8F71-1412-1511FD071FB0}"/>
              </a:ext>
            </a:extLst>
          </p:cNvPr>
          <p:cNvSpPr>
            <a:spLocks noGrp="1"/>
          </p:cNvSpPr>
          <p:nvPr>
            <p:ph idx="1"/>
          </p:nvPr>
        </p:nvSpPr>
        <p:spPr>
          <a:xfrm>
            <a:off x="1142345" y="175847"/>
            <a:ext cx="10723196" cy="609600"/>
          </a:xfrm>
        </p:spPr>
        <p:txBody>
          <a:bodyPr>
            <a:normAutofit/>
          </a:bodyPr>
          <a:lstStyle/>
          <a:p>
            <a:pPr marL="0" indent="0">
              <a:buNone/>
            </a:pPr>
            <a:r>
              <a:rPr lang="en-GB" sz="2000" dirty="0"/>
              <a:t>(3c) How would you set R and Q if the goal is to achieve a type 2 service level of 98%? (Use a managerial approach.) </a:t>
            </a:r>
          </a:p>
        </p:txBody>
      </p:sp>
      <p:grpSp>
        <p:nvGrpSpPr>
          <p:cNvPr id="4" name="Group 3">
            <a:extLst>
              <a:ext uri="{FF2B5EF4-FFF2-40B4-BE49-F238E27FC236}">
                <a16:creationId xmlns:a16="http://schemas.microsoft.com/office/drawing/2014/main" id="{F128A800-DEF5-1A91-8B7A-13D2F6BA843E}"/>
              </a:ext>
            </a:extLst>
          </p:cNvPr>
          <p:cNvGrpSpPr/>
          <p:nvPr/>
        </p:nvGrpSpPr>
        <p:grpSpPr>
          <a:xfrm>
            <a:off x="9676721" y="2078540"/>
            <a:ext cx="2115910" cy="738663"/>
            <a:chOff x="3043919" y="3244334"/>
            <a:chExt cx="2115910" cy="738663"/>
          </a:xfrm>
        </p:grpSpPr>
        <p:sp>
          <p:nvSpPr>
            <p:cNvPr id="5" name="TextBox 4">
              <a:extLst>
                <a:ext uri="{FF2B5EF4-FFF2-40B4-BE49-F238E27FC236}">
                  <a16:creationId xmlns:a16="http://schemas.microsoft.com/office/drawing/2014/main" id="{3F4D7814-F577-15DB-B01D-FCC0C95D58F8}"/>
                </a:ext>
              </a:extLst>
            </p:cNvPr>
            <p:cNvSpPr txBox="1"/>
            <p:nvPr/>
          </p:nvSpPr>
          <p:spPr>
            <a:xfrm>
              <a:off x="3049361" y="3244334"/>
              <a:ext cx="1783896" cy="369331"/>
            </a:xfrm>
            <a:prstGeom prst="rect">
              <a:avLst/>
            </a:prstGeom>
            <a:noFill/>
            <a:ln>
              <a:solidFill>
                <a:schemeClr val="accent4"/>
              </a:solidFill>
            </a:ln>
          </p:spPr>
          <p:txBody>
            <a:bodyPr wrap="square">
              <a:spAutoFit/>
            </a:bodyPr>
            <a:lstStyle/>
            <a:p>
              <a:r>
                <a:rPr lang="en-GB" altLang="en-US" sz="1800" b="1" dirty="0"/>
                <a:t>n(R)/Q = 1-</a:t>
              </a:r>
              <a:r>
                <a:rPr lang="en-GB" altLang="en-US" sz="1800" b="1" dirty="0">
                  <a:latin typeface="Symbol" panose="05050102010706020507" pitchFamily="18" charset="2"/>
                </a:rPr>
                <a:t>b</a:t>
              </a:r>
              <a:endParaRPr lang="en-GB" dirty="0"/>
            </a:p>
          </p:txBody>
        </p:sp>
        <p:sp>
          <p:nvSpPr>
            <p:cNvPr id="6" name="TextBox 5">
              <a:extLst>
                <a:ext uri="{FF2B5EF4-FFF2-40B4-BE49-F238E27FC236}">
                  <a16:creationId xmlns:a16="http://schemas.microsoft.com/office/drawing/2014/main" id="{1A3BD324-16A4-8DB7-8BBB-8825E25D9509}"/>
                </a:ext>
              </a:extLst>
            </p:cNvPr>
            <p:cNvSpPr txBox="1"/>
            <p:nvPr/>
          </p:nvSpPr>
          <p:spPr>
            <a:xfrm>
              <a:off x="3043919" y="3613665"/>
              <a:ext cx="2115910" cy="369332"/>
            </a:xfrm>
            <a:prstGeom prst="rect">
              <a:avLst/>
            </a:prstGeom>
            <a:noFill/>
            <a:ln>
              <a:solidFill>
                <a:schemeClr val="accent4"/>
              </a:solidFill>
            </a:ln>
          </p:spPr>
          <p:txBody>
            <a:bodyPr wrap="square">
              <a:spAutoFit/>
            </a:bodyPr>
            <a:lstStyle/>
            <a:p>
              <a:r>
                <a:rPr lang="en-GB" altLang="en-US" sz="1800" dirty="0"/>
                <a:t>L(z) = n(R) / </a:t>
              </a:r>
              <a:r>
                <a:rPr lang="en-GB" altLang="en-US" sz="1800" dirty="0">
                  <a:latin typeface="Symbol" panose="05050102010706020507" pitchFamily="18" charset="2"/>
                </a:rPr>
                <a:t>s</a:t>
              </a:r>
              <a:r>
                <a:rPr lang="en-GB" altLang="en-US" sz="1800" dirty="0"/>
                <a:t> </a:t>
              </a:r>
              <a:endParaRPr lang="en-GB" dirty="0"/>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D0C655-ED0D-37B8-D19E-4B7C3F77F269}"/>
                  </a:ext>
                </a:extLst>
              </p:cNvPr>
              <p:cNvSpPr txBox="1"/>
              <p:nvPr/>
            </p:nvSpPr>
            <p:spPr>
              <a:xfrm>
                <a:off x="9509739" y="1523147"/>
                <a:ext cx="2574235" cy="369332"/>
              </a:xfrm>
              <a:prstGeom prst="rect">
                <a:avLst/>
              </a:prstGeom>
              <a:noFill/>
              <a:ln>
                <a:solidFill>
                  <a:srgbClr val="7030A0"/>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dirty="0"/>
              </a:p>
            </p:txBody>
          </p:sp>
        </mc:Choice>
        <mc:Fallback xmlns="">
          <p:sp>
            <p:nvSpPr>
              <p:cNvPr id="8" name="TextBox 7">
                <a:extLst>
                  <a:ext uri="{FF2B5EF4-FFF2-40B4-BE49-F238E27FC236}">
                    <a16:creationId xmlns:a16="http://schemas.microsoft.com/office/drawing/2014/main" id="{79D0C655-ED0D-37B8-D19E-4B7C3F77F269}"/>
                  </a:ext>
                </a:extLst>
              </p:cNvPr>
              <p:cNvSpPr txBox="1">
                <a:spLocks noRot="1" noChangeAspect="1" noMove="1" noResize="1" noEditPoints="1" noAdjustHandles="1" noChangeArrowheads="1" noChangeShapeType="1" noTextEdit="1"/>
              </p:cNvSpPr>
              <p:nvPr/>
            </p:nvSpPr>
            <p:spPr>
              <a:xfrm>
                <a:off x="9509739" y="1523147"/>
                <a:ext cx="2574235" cy="369332"/>
              </a:xfrm>
              <a:prstGeom prst="rect">
                <a:avLst/>
              </a:prstGeom>
              <a:blipFill>
                <a:blip r:embed="rId2"/>
                <a:stretch>
                  <a:fillRect l="-1961" t="-6452" b="-22581"/>
                </a:stretch>
              </a:blipFill>
              <a:ln>
                <a:solidFill>
                  <a:srgbClr val="7030A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5989F4B-02ED-A2F2-ADD4-28AB1E387768}"/>
                  </a:ext>
                </a:extLst>
              </p:cNvPr>
              <p:cNvSpPr txBox="1"/>
              <p:nvPr/>
            </p:nvSpPr>
            <p:spPr>
              <a:xfrm>
                <a:off x="9497254" y="480647"/>
                <a:ext cx="2474844" cy="910699"/>
              </a:xfrm>
              <a:prstGeom prst="rect">
                <a:avLst/>
              </a:prstGeom>
              <a:noFill/>
              <a:ln>
                <a:solidFill>
                  <a:schemeClr val="accent4"/>
                </a:solidFill>
              </a:ln>
            </p:spPr>
            <p:txBody>
              <a:bodyPr wrap="square">
                <a:spAutoFit/>
              </a:bodyPr>
              <a:lstStyle/>
              <a:p>
                <a:pPr marL="0" indent="0">
                  <a:buFont typeface="Wingdings" pitchFamily="2" charset="2"/>
                  <a:buNone/>
                </a:pPr>
                <a14:m>
                  <m:oMathPara xmlns:m="http://schemas.openxmlformats.org/officeDocument/2006/math">
                    <m:oMathParaPr>
                      <m:jc m:val="left"/>
                    </m:oMathParaPr>
                    <m:oMath xmlns:m="http://schemas.openxmlformats.org/officeDocument/2006/math">
                      <m:sSup>
                        <m:sSupPr>
                          <m:ctrlPr>
                            <a:rPr lang="ar-AE" i="1" smtClean="0">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r>
                        <a:rPr lang="en-GB" i="1" smtClean="0">
                          <a:latin typeface="Cambria Math" panose="02040503050406030204" pitchFamily="18" charset="0"/>
                        </a:rPr>
                        <m:t>=</m:t>
                      </m:r>
                      <m:r>
                        <a:rPr lang="en-GB" i="1" smtClean="0">
                          <a:latin typeface="Cambria Math" panose="02040503050406030204" pitchFamily="18" charset="0"/>
                        </a:rPr>
                        <m:t>𝐸𝑂𝑄</m:t>
                      </m:r>
                      <m:r>
                        <a:rPr lang="ar-AE">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a:latin typeface="Cambria Math" panose="02040503050406030204" pitchFamily="18" charset="0"/>
                                </a:rPr>
                                <m:t>2</m:t>
                              </m:r>
                              <m:r>
                                <a:rPr lang="ar-AE" i="1">
                                  <a:latin typeface="Cambria Math" panose="02040503050406030204" pitchFamily="18" charset="0"/>
                                </a:rPr>
                                <m:t>𝐾</m:t>
                              </m:r>
                              <m:r>
                                <a:rPr lang="ar-AE" i="1">
                                  <a:latin typeface="Cambria Math" panose="02040503050406030204" pitchFamily="18" charset="0"/>
                                </a:rPr>
                                <m:t>𝜆</m:t>
                              </m:r>
                            </m:num>
                            <m:den>
                              <m:r>
                                <a:rPr lang="ar-AE" i="1">
                                  <a:latin typeface="Cambria Math" panose="02040503050406030204" pitchFamily="18" charset="0"/>
                                </a:rPr>
                                <m:t>h</m:t>
                              </m:r>
                            </m:den>
                          </m:f>
                        </m:e>
                      </m:rad>
                    </m:oMath>
                  </m:oMathPara>
                </a14:m>
                <a:endParaRPr lang="ar-AE" dirty="0"/>
              </a:p>
            </p:txBody>
          </p:sp>
        </mc:Choice>
        <mc:Fallback xmlns="">
          <p:sp>
            <p:nvSpPr>
              <p:cNvPr id="10" name="TextBox 9">
                <a:extLst>
                  <a:ext uri="{FF2B5EF4-FFF2-40B4-BE49-F238E27FC236}">
                    <a16:creationId xmlns:a16="http://schemas.microsoft.com/office/drawing/2014/main" id="{E5989F4B-02ED-A2F2-ADD4-28AB1E387768}"/>
                  </a:ext>
                </a:extLst>
              </p:cNvPr>
              <p:cNvSpPr txBox="1">
                <a:spLocks noRot="1" noChangeAspect="1" noMove="1" noResize="1" noEditPoints="1" noAdjustHandles="1" noChangeArrowheads="1" noChangeShapeType="1" noTextEdit="1"/>
              </p:cNvSpPr>
              <p:nvPr/>
            </p:nvSpPr>
            <p:spPr>
              <a:xfrm>
                <a:off x="9497254" y="480647"/>
                <a:ext cx="2474844" cy="910699"/>
              </a:xfrm>
              <a:prstGeom prst="rect">
                <a:avLst/>
              </a:prstGeom>
              <a:blipFill>
                <a:blip r:embed="rId3"/>
                <a:stretch>
                  <a:fillRect/>
                </a:stretch>
              </a:blipFill>
              <a:ln>
                <a:solidFill>
                  <a:schemeClr val="accent4"/>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F2F3286-3CE4-4C13-D664-A3A5AB135EAB}"/>
                  </a:ext>
                </a:extLst>
              </p14:cNvPr>
              <p14:cNvContentPartPr/>
              <p14:nvPr/>
            </p14:nvContentPartPr>
            <p14:xfrm>
              <a:off x="982800" y="0"/>
              <a:ext cx="10532520" cy="2930040"/>
            </p14:xfrm>
          </p:contentPart>
        </mc:Choice>
        <mc:Fallback>
          <p:pic>
            <p:nvPicPr>
              <p:cNvPr id="2" name="Ink 1">
                <a:extLst>
                  <a:ext uri="{FF2B5EF4-FFF2-40B4-BE49-F238E27FC236}">
                    <a16:creationId xmlns:a16="http://schemas.microsoft.com/office/drawing/2014/main" id="{2F2F3286-3CE4-4C13-D664-A3A5AB135EAB}"/>
                  </a:ext>
                </a:extLst>
              </p:cNvPr>
              <p:cNvPicPr/>
              <p:nvPr/>
            </p:nvPicPr>
            <p:blipFill>
              <a:blip r:embed="rId5"/>
              <a:stretch>
                <a:fillRect/>
              </a:stretch>
            </p:blipFill>
            <p:spPr>
              <a:xfrm>
                <a:off x="973440" y="-9360"/>
                <a:ext cx="10551240" cy="2948760"/>
              </a:xfrm>
              <a:prstGeom prst="rect">
                <a:avLst/>
              </a:prstGeom>
            </p:spPr>
          </p:pic>
        </mc:Fallback>
      </mc:AlternateContent>
    </p:spTree>
    <p:extLst>
      <p:ext uri="{BB962C8B-B14F-4D97-AF65-F5344CB8AC3E}">
        <p14:creationId xmlns:p14="http://schemas.microsoft.com/office/powerpoint/2010/main" val="756743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EF04-3FD8-4672-41FF-07C509134D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AC87C-2443-63A6-6534-F983F94A0A81}"/>
              </a:ext>
            </a:extLst>
          </p:cNvPr>
          <p:cNvSpPr>
            <a:spLocks noGrp="1"/>
          </p:cNvSpPr>
          <p:nvPr>
            <p:ph idx="1"/>
          </p:nvPr>
        </p:nvSpPr>
        <p:spPr>
          <a:xfrm>
            <a:off x="1142345" y="175847"/>
            <a:ext cx="10723196" cy="609600"/>
          </a:xfrm>
        </p:spPr>
        <p:txBody>
          <a:bodyPr>
            <a:normAutofit/>
          </a:bodyPr>
          <a:lstStyle/>
          <a:p>
            <a:pPr marL="0" indent="0">
              <a:buNone/>
            </a:pPr>
            <a:r>
              <a:rPr lang="en-GB" sz="2000" dirty="0"/>
              <a:t>(3c) How would you set R and Q if the goal is to achieve a type 2 service level of 98%? (Use a managerial approach.) </a:t>
            </a:r>
          </a:p>
        </p:txBody>
      </p:sp>
      <p:grpSp>
        <p:nvGrpSpPr>
          <p:cNvPr id="4" name="Group 3">
            <a:extLst>
              <a:ext uri="{FF2B5EF4-FFF2-40B4-BE49-F238E27FC236}">
                <a16:creationId xmlns:a16="http://schemas.microsoft.com/office/drawing/2014/main" id="{E325D85A-3DEF-4877-A4D5-60B0294C9EFC}"/>
              </a:ext>
            </a:extLst>
          </p:cNvPr>
          <p:cNvGrpSpPr/>
          <p:nvPr/>
        </p:nvGrpSpPr>
        <p:grpSpPr>
          <a:xfrm>
            <a:off x="9676721" y="2078540"/>
            <a:ext cx="2115910" cy="738663"/>
            <a:chOff x="3043919" y="3244334"/>
            <a:chExt cx="2115910" cy="738663"/>
          </a:xfrm>
        </p:grpSpPr>
        <p:sp>
          <p:nvSpPr>
            <p:cNvPr id="5" name="TextBox 4">
              <a:extLst>
                <a:ext uri="{FF2B5EF4-FFF2-40B4-BE49-F238E27FC236}">
                  <a16:creationId xmlns:a16="http://schemas.microsoft.com/office/drawing/2014/main" id="{A5009AB8-9B8E-458A-8BFF-023D1EBFED25}"/>
                </a:ext>
              </a:extLst>
            </p:cNvPr>
            <p:cNvSpPr txBox="1"/>
            <p:nvPr/>
          </p:nvSpPr>
          <p:spPr>
            <a:xfrm>
              <a:off x="3049361" y="3244334"/>
              <a:ext cx="1783896" cy="369331"/>
            </a:xfrm>
            <a:prstGeom prst="rect">
              <a:avLst/>
            </a:prstGeom>
            <a:noFill/>
            <a:ln>
              <a:solidFill>
                <a:schemeClr val="accent4"/>
              </a:solidFill>
            </a:ln>
          </p:spPr>
          <p:txBody>
            <a:bodyPr wrap="square">
              <a:spAutoFit/>
            </a:bodyPr>
            <a:lstStyle/>
            <a:p>
              <a:r>
                <a:rPr lang="en-GB" altLang="en-US" sz="1800" b="1" dirty="0"/>
                <a:t>n(R)/Q = 1-</a:t>
              </a:r>
              <a:r>
                <a:rPr lang="en-GB" altLang="en-US" sz="1800" b="1" dirty="0">
                  <a:latin typeface="Symbol" panose="05050102010706020507" pitchFamily="18" charset="2"/>
                </a:rPr>
                <a:t>b</a:t>
              </a:r>
              <a:endParaRPr lang="en-GB" dirty="0"/>
            </a:p>
          </p:txBody>
        </p:sp>
        <p:sp>
          <p:nvSpPr>
            <p:cNvPr id="6" name="TextBox 5">
              <a:extLst>
                <a:ext uri="{FF2B5EF4-FFF2-40B4-BE49-F238E27FC236}">
                  <a16:creationId xmlns:a16="http://schemas.microsoft.com/office/drawing/2014/main" id="{898139EB-E589-4CE9-A8B7-B8191578DB6F}"/>
                </a:ext>
              </a:extLst>
            </p:cNvPr>
            <p:cNvSpPr txBox="1"/>
            <p:nvPr/>
          </p:nvSpPr>
          <p:spPr>
            <a:xfrm>
              <a:off x="3043919" y="3613665"/>
              <a:ext cx="2115910" cy="369332"/>
            </a:xfrm>
            <a:prstGeom prst="rect">
              <a:avLst/>
            </a:prstGeom>
            <a:noFill/>
            <a:ln>
              <a:solidFill>
                <a:schemeClr val="accent4"/>
              </a:solidFill>
            </a:ln>
          </p:spPr>
          <p:txBody>
            <a:bodyPr wrap="square">
              <a:spAutoFit/>
            </a:bodyPr>
            <a:lstStyle/>
            <a:p>
              <a:r>
                <a:rPr lang="en-GB" altLang="en-US" sz="1800" dirty="0"/>
                <a:t>L(z) = n(R) / </a:t>
              </a:r>
              <a:r>
                <a:rPr lang="en-GB" altLang="en-US" sz="1800" dirty="0">
                  <a:latin typeface="Symbol" panose="05050102010706020507" pitchFamily="18" charset="2"/>
                </a:rPr>
                <a:t>s</a:t>
              </a:r>
              <a:r>
                <a:rPr lang="en-GB" altLang="en-US" sz="1800" dirty="0"/>
                <a:t> </a:t>
              </a:r>
              <a:endParaRPr lang="en-GB" dirty="0"/>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44336E4-C150-413D-E31D-E69E1201FA9D}"/>
                  </a:ext>
                </a:extLst>
              </p:cNvPr>
              <p:cNvSpPr txBox="1"/>
              <p:nvPr/>
            </p:nvSpPr>
            <p:spPr>
              <a:xfrm>
                <a:off x="9509739" y="1523147"/>
                <a:ext cx="2574235" cy="369332"/>
              </a:xfrm>
              <a:prstGeom prst="rect">
                <a:avLst/>
              </a:prstGeom>
              <a:noFill/>
              <a:ln>
                <a:solidFill>
                  <a:srgbClr val="7030A0"/>
                </a:solidFill>
              </a:ln>
            </p:spPr>
            <p:txBody>
              <a:bodyPr wrap="square">
                <a:spAutoFit/>
              </a:bodyPr>
              <a:lstStyle/>
              <a:p>
                <a:r>
                  <a:rPr lang="en-GB" altLang="en-US" dirty="0"/>
                  <a:t>R = </a:t>
                </a:r>
                <a:r>
                  <a:rPr lang="en-GB" altLang="en-US" dirty="0" err="1">
                    <a:latin typeface="Symbol" panose="05050102010706020507" pitchFamily="18" charset="2"/>
                  </a:rPr>
                  <a:t>lt</a:t>
                </a:r>
                <a:r>
                  <a:rPr lang="en-GB" altLang="en-US" dirty="0">
                    <a:latin typeface="Symbol" panose="05050102010706020507" pitchFamily="18" charset="2"/>
                  </a:rPr>
                  <a:t> </a:t>
                </a:r>
                <a:r>
                  <a:rPr lang="en-GB" altLang="en-US" dirty="0"/>
                  <a:t>+ SS = </a:t>
                </a:r>
                <a14:m>
                  <m:oMath xmlns:m="http://schemas.openxmlformats.org/officeDocument/2006/math">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𝜇</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i="1" kern="0">
                        <a:latin typeface="Cambria Math" panose="02040503050406030204" pitchFamily="18" charset="0"/>
                        <a:ea typeface="Times New Roman" panose="02020603050405020304" pitchFamily="18" charset="0"/>
                        <a:cs typeface="Times New Roman" panose="02020603050405020304" pitchFamily="18" charset="0"/>
                      </a:rPr>
                      <m:t>+</m:t>
                    </m:r>
                    <m:r>
                      <a:rPr lang="en-GB" i="1" kern="0">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GB" i="1" kern="0">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latin typeface="Cambria Math" panose="02040503050406030204" pitchFamily="18" charset="0"/>
                            <a:ea typeface="Times New Roman" panose="02020603050405020304" pitchFamily="18" charset="0"/>
                            <a:cs typeface="Times New Roman" panose="02020603050405020304" pitchFamily="18" charset="0"/>
                          </a:rPr>
                          <m:t>𝜎</m:t>
                        </m:r>
                      </m:e>
                      <m:sub>
                        <m:r>
                          <a:rPr lang="en-GB" i="1" kern="0">
                            <a:latin typeface="Cambria Math" panose="02040503050406030204" pitchFamily="18" charset="0"/>
                            <a:ea typeface="Times New Roman" panose="02020603050405020304" pitchFamily="18" charset="0"/>
                            <a:cs typeface="Times New Roman" panose="02020603050405020304" pitchFamily="18" charset="0"/>
                          </a:rPr>
                          <m:t>𝐿</m:t>
                        </m:r>
                      </m:sub>
                    </m:sSub>
                  </m:oMath>
                </a14:m>
                <a:endParaRPr lang="en-GB" dirty="0"/>
              </a:p>
            </p:txBody>
          </p:sp>
        </mc:Choice>
        <mc:Fallback xmlns="">
          <p:sp>
            <p:nvSpPr>
              <p:cNvPr id="8" name="TextBox 7">
                <a:extLst>
                  <a:ext uri="{FF2B5EF4-FFF2-40B4-BE49-F238E27FC236}">
                    <a16:creationId xmlns:a16="http://schemas.microsoft.com/office/drawing/2014/main" id="{044336E4-C150-413D-E31D-E69E1201FA9D}"/>
                  </a:ext>
                </a:extLst>
              </p:cNvPr>
              <p:cNvSpPr txBox="1">
                <a:spLocks noRot="1" noChangeAspect="1" noMove="1" noResize="1" noEditPoints="1" noAdjustHandles="1" noChangeArrowheads="1" noChangeShapeType="1" noTextEdit="1"/>
              </p:cNvSpPr>
              <p:nvPr/>
            </p:nvSpPr>
            <p:spPr>
              <a:xfrm>
                <a:off x="9509739" y="1523147"/>
                <a:ext cx="2574235" cy="369332"/>
              </a:xfrm>
              <a:prstGeom prst="rect">
                <a:avLst/>
              </a:prstGeom>
              <a:blipFill>
                <a:blip r:embed="rId2"/>
                <a:stretch>
                  <a:fillRect l="-1961" t="-6452" b="-22581"/>
                </a:stretch>
              </a:blipFill>
              <a:ln>
                <a:solidFill>
                  <a:srgbClr val="7030A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28AA4B-A411-3184-D4E2-19DF1C095B04}"/>
                  </a:ext>
                </a:extLst>
              </p:cNvPr>
              <p:cNvSpPr txBox="1"/>
              <p:nvPr/>
            </p:nvSpPr>
            <p:spPr>
              <a:xfrm>
                <a:off x="9497254" y="480647"/>
                <a:ext cx="2474844" cy="910699"/>
              </a:xfrm>
              <a:prstGeom prst="rect">
                <a:avLst/>
              </a:prstGeom>
              <a:noFill/>
              <a:ln>
                <a:solidFill>
                  <a:schemeClr val="accent4"/>
                </a:solidFill>
              </a:ln>
            </p:spPr>
            <p:txBody>
              <a:bodyPr wrap="square">
                <a:spAutoFit/>
              </a:bodyPr>
              <a:lstStyle/>
              <a:p>
                <a:pPr marL="0" indent="0">
                  <a:buFont typeface="Wingdings" pitchFamily="2" charset="2"/>
                  <a:buNone/>
                </a:pPr>
                <a14:m>
                  <m:oMathPara xmlns:m="http://schemas.openxmlformats.org/officeDocument/2006/math">
                    <m:oMathParaPr>
                      <m:jc m:val="left"/>
                    </m:oMathParaPr>
                    <m:oMath xmlns:m="http://schemas.openxmlformats.org/officeDocument/2006/math">
                      <m:sSup>
                        <m:sSupPr>
                          <m:ctrlPr>
                            <a:rPr lang="ar-AE" i="1" smtClean="0">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r>
                        <a:rPr lang="en-GB" i="1" smtClean="0">
                          <a:latin typeface="Cambria Math" panose="02040503050406030204" pitchFamily="18" charset="0"/>
                        </a:rPr>
                        <m:t>=</m:t>
                      </m:r>
                      <m:r>
                        <a:rPr lang="en-GB" i="1" smtClean="0">
                          <a:latin typeface="Cambria Math" panose="02040503050406030204" pitchFamily="18" charset="0"/>
                        </a:rPr>
                        <m:t>𝐸𝑂𝑄</m:t>
                      </m:r>
                      <m:r>
                        <a:rPr lang="ar-AE">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a:latin typeface="Cambria Math" panose="02040503050406030204" pitchFamily="18" charset="0"/>
                                </a:rPr>
                                <m:t>2</m:t>
                              </m:r>
                              <m:r>
                                <a:rPr lang="ar-AE" i="1">
                                  <a:latin typeface="Cambria Math" panose="02040503050406030204" pitchFamily="18" charset="0"/>
                                </a:rPr>
                                <m:t>𝐾</m:t>
                              </m:r>
                              <m:r>
                                <a:rPr lang="ar-AE" i="1">
                                  <a:latin typeface="Cambria Math" panose="02040503050406030204" pitchFamily="18" charset="0"/>
                                </a:rPr>
                                <m:t>𝜆</m:t>
                              </m:r>
                            </m:num>
                            <m:den>
                              <m:r>
                                <a:rPr lang="ar-AE" i="1">
                                  <a:latin typeface="Cambria Math" panose="02040503050406030204" pitchFamily="18" charset="0"/>
                                </a:rPr>
                                <m:t>h</m:t>
                              </m:r>
                            </m:den>
                          </m:f>
                        </m:e>
                      </m:rad>
                    </m:oMath>
                  </m:oMathPara>
                </a14:m>
                <a:endParaRPr lang="ar-AE" dirty="0"/>
              </a:p>
            </p:txBody>
          </p:sp>
        </mc:Choice>
        <mc:Fallback xmlns="">
          <p:sp>
            <p:nvSpPr>
              <p:cNvPr id="10" name="TextBox 9">
                <a:extLst>
                  <a:ext uri="{FF2B5EF4-FFF2-40B4-BE49-F238E27FC236}">
                    <a16:creationId xmlns:a16="http://schemas.microsoft.com/office/drawing/2014/main" id="{3F28AA4B-A411-3184-D4E2-19DF1C095B04}"/>
                  </a:ext>
                </a:extLst>
              </p:cNvPr>
              <p:cNvSpPr txBox="1">
                <a:spLocks noRot="1" noChangeAspect="1" noMove="1" noResize="1" noEditPoints="1" noAdjustHandles="1" noChangeArrowheads="1" noChangeShapeType="1" noTextEdit="1"/>
              </p:cNvSpPr>
              <p:nvPr/>
            </p:nvSpPr>
            <p:spPr>
              <a:xfrm>
                <a:off x="9497254" y="480647"/>
                <a:ext cx="2474844" cy="910699"/>
              </a:xfrm>
              <a:prstGeom prst="rect">
                <a:avLst/>
              </a:prstGeom>
              <a:blipFill>
                <a:blip r:embed="rId3"/>
                <a:stretch>
                  <a:fillRect/>
                </a:stretch>
              </a:blipFill>
              <a:ln>
                <a:solidFill>
                  <a:schemeClr val="accent4"/>
                </a:solidFill>
              </a:ln>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933CF8D-4B04-5837-E421-177E0259488F}"/>
                  </a:ext>
                </a:extLst>
              </p14:cNvPr>
              <p14:cNvContentPartPr/>
              <p14:nvPr/>
            </p14:nvContentPartPr>
            <p14:xfrm>
              <a:off x="9395640" y="2899440"/>
              <a:ext cx="1697400" cy="594360"/>
            </p14:xfrm>
          </p:contentPart>
        </mc:Choice>
        <mc:Fallback>
          <p:pic>
            <p:nvPicPr>
              <p:cNvPr id="2" name="Ink 1">
                <a:extLst>
                  <a:ext uri="{FF2B5EF4-FFF2-40B4-BE49-F238E27FC236}">
                    <a16:creationId xmlns:a16="http://schemas.microsoft.com/office/drawing/2014/main" id="{0933CF8D-4B04-5837-E421-177E0259488F}"/>
                  </a:ext>
                </a:extLst>
              </p:cNvPr>
              <p:cNvPicPr/>
              <p:nvPr/>
            </p:nvPicPr>
            <p:blipFill>
              <a:blip r:embed="rId5"/>
              <a:stretch>
                <a:fillRect/>
              </a:stretch>
            </p:blipFill>
            <p:spPr>
              <a:xfrm>
                <a:off x="9386280" y="2890080"/>
                <a:ext cx="1716120" cy="613080"/>
              </a:xfrm>
              <a:prstGeom prst="rect">
                <a:avLst/>
              </a:prstGeom>
            </p:spPr>
          </p:pic>
        </mc:Fallback>
      </mc:AlternateContent>
    </p:spTree>
    <p:extLst>
      <p:ext uri="{BB962C8B-B14F-4D97-AF65-F5344CB8AC3E}">
        <p14:creationId xmlns:p14="http://schemas.microsoft.com/office/powerpoint/2010/main" val="765654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0AAC3A2E-D2DB-9C80-F91B-E5A599B6F9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617FE0-49FB-5318-560A-9606B2076692}"/>
              </a:ext>
            </a:extLst>
          </p:cNvPr>
          <p:cNvSpPr txBox="1"/>
          <p:nvPr/>
        </p:nvSpPr>
        <p:spPr>
          <a:xfrm>
            <a:off x="9705975" y="6415293"/>
            <a:ext cx="2159566" cy="369332"/>
          </a:xfrm>
          <a:prstGeom prst="rect">
            <a:avLst/>
          </a:prstGeom>
          <a:noFill/>
        </p:spPr>
        <p:txBody>
          <a:bodyPr wrap="none" rtlCol="0">
            <a:spAutoFit/>
          </a:bodyPr>
          <a:lstStyle/>
          <a:p>
            <a:r>
              <a:rPr lang="en-GB" dirty="0">
                <a:solidFill>
                  <a:schemeClr val="tx1">
                    <a:lumMod val="75000"/>
                    <a:lumOff val="25000"/>
                  </a:schemeClr>
                </a:solidFill>
              </a:rPr>
              <a:t>Problem &amp; Solution</a:t>
            </a:r>
          </a:p>
        </p:txBody>
      </p:sp>
      <p:sp>
        <p:nvSpPr>
          <p:cNvPr id="9" name="Content Placeholder 2">
            <a:extLst>
              <a:ext uri="{FF2B5EF4-FFF2-40B4-BE49-F238E27FC236}">
                <a16:creationId xmlns:a16="http://schemas.microsoft.com/office/drawing/2014/main" id="{2273912C-86EE-7E15-0A48-D68AC0D9F566}"/>
              </a:ext>
            </a:extLst>
          </p:cNvPr>
          <p:cNvSpPr txBox="1">
            <a:spLocks/>
          </p:cNvSpPr>
          <p:nvPr/>
        </p:nvSpPr>
        <p:spPr>
          <a:xfrm>
            <a:off x="1142345" y="175847"/>
            <a:ext cx="10723196" cy="6096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GB" sz="2000" dirty="0"/>
              <a:t>(3c) How would you set R and Q if the goal is to achieve a type 2 service level of 98%? (Use a managerial approach.) </a:t>
            </a:r>
          </a:p>
        </p:txBody>
      </p:sp>
      <p:pic>
        <p:nvPicPr>
          <p:cNvPr id="11" name="Picture 10">
            <a:extLst>
              <a:ext uri="{FF2B5EF4-FFF2-40B4-BE49-F238E27FC236}">
                <a16:creationId xmlns:a16="http://schemas.microsoft.com/office/drawing/2014/main" id="{7F03B0B7-462B-F06A-B510-70CD6DA8A31F}"/>
              </a:ext>
            </a:extLst>
          </p:cNvPr>
          <p:cNvPicPr>
            <a:picLocks noChangeAspect="1"/>
          </p:cNvPicPr>
          <p:nvPr/>
        </p:nvPicPr>
        <p:blipFill>
          <a:blip r:embed="rId2"/>
          <a:stretch>
            <a:fillRect/>
          </a:stretch>
        </p:blipFill>
        <p:spPr>
          <a:xfrm>
            <a:off x="2209800" y="2554764"/>
            <a:ext cx="7772400" cy="1748471"/>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0E47232-7EAF-AF63-EE8D-4540C7B75833}"/>
                  </a:ext>
                </a:extLst>
              </p14:cNvPr>
              <p14:cNvContentPartPr/>
              <p14:nvPr/>
            </p14:nvContentPartPr>
            <p14:xfrm>
              <a:off x="3046320" y="804960"/>
              <a:ext cx="8921520" cy="2953080"/>
            </p14:xfrm>
          </p:contentPart>
        </mc:Choice>
        <mc:Fallback>
          <p:pic>
            <p:nvPicPr>
              <p:cNvPr id="2" name="Ink 1">
                <a:extLst>
                  <a:ext uri="{FF2B5EF4-FFF2-40B4-BE49-F238E27FC236}">
                    <a16:creationId xmlns:a16="http://schemas.microsoft.com/office/drawing/2014/main" id="{20E47232-7EAF-AF63-EE8D-4540C7B75833}"/>
                  </a:ext>
                </a:extLst>
              </p:cNvPr>
              <p:cNvPicPr/>
              <p:nvPr/>
            </p:nvPicPr>
            <p:blipFill>
              <a:blip r:embed="rId4"/>
              <a:stretch>
                <a:fillRect/>
              </a:stretch>
            </p:blipFill>
            <p:spPr>
              <a:xfrm>
                <a:off x="3036960" y="795600"/>
                <a:ext cx="8940240" cy="2971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FAC150DE-38F8-8E6A-23DF-9B80DB7E7439}"/>
                  </a:ext>
                </a:extLst>
              </p14:cNvPr>
              <p14:cNvContentPartPr/>
              <p14:nvPr/>
            </p14:nvContentPartPr>
            <p14:xfrm>
              <a:off x="2300400" y="2856600"/>
              <a:ext cx="8447400" cy="2786400"/>
            </p14:xfrm>
          </p:contentPart>
        </mc:Choice>
        <mc:Fallback>
          <p:pic>
            <p:nvPicPr>
              <p:cNvPr id="3" name="Ink 2">
                <a:extLst>
                  <a:ext uri="{FF2B5EF4-FFF2-40B4-BE49-F238E27FC236}">
                    <a16:creationId xmlns:a16="http://schemas.microsoft.com/office/drawing/2014/main" id="{FAC150DE-38F8-8E6A-23DF-9B80DB7E7439}"/>
                  </a:ext>
                </a:extLst>
              </p:cNvPr>
              <p:cNvPicPr/>
              <p:nvPr/>
            </p:nvPicPr>
            <p:blipFill>
              <a:blip r:embed="rId6"/>
              <a:stretch>
                <a:fillRect/>
              </a:stretch>
            </p:blipFill>
            <p:spPr>
              <a:xfrm>
                <a:off x="2291040" y="2847240"/>
                <a:ext cx="8466120" cy="2805120"/>
              </a:xfrm>
              <a:prstGeom prst="rect">
                <a:avLst/>
              </a:prstGeom>
            </p:spPr>
          </p:pic>
        </mc:Fallback>
      </mc:AlternateContent>
    </p:spTree>
    <p:extLst>
      <p:ext uri="{BB962C8B-B14F-4D97-AF65-F5344CB8AC3E}">
        <p14:creationId xmlns:p14="http://schemas.microsoft.com/office/powerpoint/2010/main" val="1812750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EDB88A0-F09F-79E7-3F59-39810462D294}"/>
              </a:ext>
            </a:extLst>
          </p:cNvPr>
          <p:cNvSpPr>
            <a:spLocks noGrp="1"/>
          </p:cNvSpPr>
          <p:nvPr>
            <p:ph type="subTitle" idx="1"/>
          </p:nvPr>
        </p:nvSpPr>
        <p:spPr/>
        <p:txBody>
          <a:bodyPr>
            <a:normAutofit lnSpcReduction="10000"/>
          </a:bodyPr>
          <a:lstStyle/>
          <a:p>
            <a:endParaRPr lang="en-GB"/>
          </a:p>
        </p:txBody>
      </p:sp>
    </p:spTree>
    <p:extLst>
      <p:ext uri="{BB962C8B-B14F-4D97-AF65-F5344CB8AC3E}">
        <p14:creationId xmlns:p14="http://schemas.microsoft.com/office/powerpoint/2010/main" val="2615943954"/>
      </p:ext>
    </p:extLst>
  </p:cSld>
  <p:clrMapOvr>
    <a:masterClrMapping/>
  </p:clrMapOvr>
</p:sld>
</file>

<file path=ppt/theme/theme1.xml><?xml version="1.0" encoding="utf-8"?>
<a:theme xmlns:a="http://schemas.openxmlformats.org/drawingml/2006/main" name="1_Office Theme">
  <a:themeElements>
    <a:clrScheme name="Custom 9-Hyperlinkblue-CivicPurple">
      <a:dk1>
        <a:srgbClr val="10263B"/>
      </a:dk1>
      <a:lt1>
        <a:srgbClr val="FCFBF8"/>
      </a:lt1>
      <a:dk2>
        <a:srgbClr val="405161"/>
      </a:dk2>
      <a:lt2>
        <a:srgbClr val="F3F3F5"/>
      </a:lt2>
      <a:accent1>
        <a:srgbClr val="707D89"/>
      </a:accent1>
      <a:accent2>
        <a:srgbClr val="9FA8B1"/>
      </a:accent2>
      <a:accent3>
        <a:srgbClr val="005F36"/>
      </a:accent3>
      <a:accent4>
        <a:srgbClr val="92D400"/>
      </a:accent4>
      <a:accent5>
        <a:srgbClr val="37B3B0"/>
      </a:accent5>
      <a:accent6>
        <a:srgbClr val="009BC1"/>
      </a:accent6>
      <a:hlink>
        <a:srgbClr val="0061FF"/>
      </a:hlink>
      <a:folHlink>
        <a:srgbClr val="9457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 UoN PowerPoint template  -  Read-Only" id="{B89FFA7C-DEDC-DA46-B3C9-95178ABFF7FF}" vid="{3D694E98-A0A5-D04A-9FF3-B50D49DCDD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14123</TotalTime>
  <Words>2067</Words>
  <Application>Microsoft Office PowerPoint</Application>
  <PresentationFormat>Widescreen</PresentationFormat>
  <Paragraphs>153</Paragraphs>
  <Slides>28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Cambria Math</vt:lpstr>
      <vt:lpstr>Georgia</vt:lpstr>
      <vt:lpstr>Symbol</vt:lpstr>
      <vt:lpstr>Times New Roman</vt:lpstr>
      <vt:lpstr>Wingdings</vt:lpstr>
      <vt:lpstr>1_Office Theme</vt:lpstr>
      <vt:lpstr>BUSI4496 Supply Chain Planning &amp; Management</vt:lpstr>
      <vt:lpstr>Problem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EOQ</vt:lpstr>
      <vt:lpstr>Important Reminder</vt:lpstr>
      <vt:lpstr>Problem 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Nahid Yazdani (staff)</dc:creator>
  <cp:lastModifiedBy>Nahid Yazdani (staff)</cp:lastModifiedBy>
  <cp:revision>12</cp:revision>
  <dcterms:created xsi:type="dcterms:W3CDTF">2025-10-20T10:53:13Z</dcterms:created>
  <dcterms:modified xsi:type="dcterms:W3CDTF">2025-11-14T10:23:23Z</dcterms:modified>
</cp:coreProperties>
</file>